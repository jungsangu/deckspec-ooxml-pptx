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984" r:id="rId2"/>
    <p:sldId id="2992" r:id="rId3"/>
    <p:sldId id="2989" r:id="rId4"/>
    <p:sldId id="2990" r:id="rId5"/>
    <p:sldId id="2991" r:id="rId6"/>
    <p:sldId id="2719" r:id="rId7"/>
    <p:sldId id="309" r:id="rId8"/>
    <p:sldId id="258" r:id="rId9"/>
    <p:sldId id="260" r:id="rId10"/>
    <p:sldId id="261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9B82"/>
    <a:srgbClr val="F6EB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4" autoAdjust="0"/>
    <p:restoredTop sz="94660"/>
  </p:normalViewPr>
  <p:slideViewPr>
    <p:cSldViewPr snapToGrid="0">
      <p:cViewPr>
        <p:scale>
          <a:sx n="66" d="100"/>
          <a:sy n="66" d="100"/>
        </p:scale>
        <p:origin x="786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93E02-E581-43C4-9534-5D77AB6443BE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CF0EFA-7DBA-4470-98D4-061C1BF49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71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https://noonnu.cc/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0685C8-D900-4E3F-ABCF-6430C28DE35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7DC61-091F-02A0-7161-18FAA16BF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8F6595-A14F-CD9F-E856-2060F2A54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5D0231-4934-3B91-34D2-D9520853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3D5AB-4943-7043-A26D-1B7A1AE0D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F3BC3D-3AC9-4BD4-CB38-5331DE27D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933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32E2E-FFD9-6C8B-9810-66DA9C894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995E69-3EF3-2805-3061-D65F92CB9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9A6D3-C412-03E8-00AE-289ACC7C0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22542B-45F2-2B49-16A2-097932310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8A9EDD-A4E0-A1CA-A1D2-B6153803B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657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C9FB36-26F8-DE47-246F-465FA2A79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1236ED-8E4E-AB20-2DD4-98738E6C4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120AFA-A7F0-A2BE-C5A5-F95652B3B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981136-843A-1D46-7CAA-67DD007F9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809A29-5CE3-1412-94AB-454CBD6B1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505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43D33-62DB-22BC-D44D-59E544287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718455-A7CC-DDEB-22CB-3FB26310D5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039C46-BC33-DE7E-BB16-3362234DD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11B4D8-A584-65A6-6BB1-B485C74F3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BBD4C6-6DDB-D1F9-CA9D-500CD04A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80798C-9DA5-37B6-96B9-D3CA3D58D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038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CF0DA-77D9-866A-D9F4-18751BDB1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5C672C-5B16-4835-0BAF-52210465F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BCAFBE-D8B2-B05D-C389-F57A8DC31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0BB961-D4BE-DB96-9BC8-3F628A8FC8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AB1C07C-08B0-D364-1498-1C317E3117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2C4B300-4A21-05BB-9768-611D79CB1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BDB3C60-E533-52C0-463E-0199037DD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BF4D76-9411-F160-65D4-634C16A31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41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A16D1-7158-66D8-80B9-64847F2A8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E1E9A4-7D96-D381-FD9E-B9D94D570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3684A4-61D5-49D7-B261-D075D706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98A735-C3ED-1CB6-2444-264288628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058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5C2B7FD-10D0-0A2D-31C4-5EF487D6F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0EE45E-57C1-12CD-26D3-EAF50C183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17D219-49CE-1626-0727-5CAF0A0E0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964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13D87-FB2C-7349-C54C-549FEE60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A13D83-7941-7E79-0CD3-0AD6190CA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120C0-C333-71CC-F5D4-F8250B9E3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907B20-B889-7C8B-DBF8-0AD3833C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CBD19F-69E8-B81D-84FC-C9DF0C70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BCD24A-7A06-6415-1896-2258BBAF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524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ACEC66-B560-9AA1-0A06-0F881417B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1F5F2F-53AE-5ADE-8331-2AF4BAF60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7A8CAC-26D1-EC5B-4B05-5974B31B3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438989-E075-55A4-409B-842723474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E40B9C-2333-DAF8-BFF5-2B5B644C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B2BDA-77E1-ADE9-4429-CF72531E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015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AA5098-C8C8-17A2-0CA8-22144F50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6A4AD3-2147-B4AA-4612-C8BF90875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266672-CA18-EAE2-64B2-0B5D41DE0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1AF6AE-5100-EDE6-E443-AC7F04B0D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605875-BD3B-E01F-DA13-62C9F340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45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A135FEC-3ED9-85EC-EAEB-3B8C9BF654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77C6C8-4BCA-5599-2C98-49A21E99F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A72A0B-9260-AAAC-E3C3-9C0F4E7AF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8EF269-8EEC-FE9B-E139-AC144C6B1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5FFBD8-29CA-FE99-683A-6206D0D3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1791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D4B5B9-93B7-DCB6-85A3-F738969F7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F60383-C5F4-0868-BD8E-5BC0D57F2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E859B1-D5D0-929E-B6AC-89C69EF66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BE7B6-A38B-417D-9EB5-A26D3C843B8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79A4B2-C455-069A-A418-9AE2F3DD7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67F995-3DCC-C6E3-8570-8B37EEA4B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955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n.naver.com/seok830621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oonnu.cc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rgbClr val="FFD064"/>
          </a:fgClr>
          <a:bgClr>
            <a:srgbClr val="F6EBBE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CBF09-82D4-E444-EF60-5EB815EC8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81A7BB2-88C8-668D-E1A2-EED90520BE05}"/>
              </a:ext>
            </a:extLst>
          </p:cNvPr>
          <p:cNvSpPr/>
          <p:nvPr/>
        </p:nvSpPr>
        <p:spPr>
          <a:xfrm>
            <a:off x="3276600" y="1303337"/>
            <a:ext cx="6080125" cy="4043363"/>
          </a:xfrm>
          <a:prstGeom prst="roundRect">
            <a:avLst>
              <a:gd name="adj" fmla="val 539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145849"/>
            </a:solidFill>
          </a:ln>
          <a:effectLst>
            <a:outerShdw dist="889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2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1" u="none" strike="noStrike" kern="0" cap="none" spc="0" normalizeH="0" baseline="0" noProof="0" dirty="0">
                <a:ln w="107950">
                  <a:noFill/>
                </a:ln>
                <a:solidFill>
                  <a:srgbClr val="1D816C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PPT</a:t>
            </a:r>
            <a:r>
              <a:rPr kumimoji="0" lang="ko-KR" altLang="en-US" sz="3200" b="0" i="1" u="none" strike="noStrike" kern="0" cap="none" spc="0" normalizeH="0" baseline="0" noProof="0" dirty="0">
                <a:ln w="107950">
                  <a:noFill/>
                </a:ln>
                <a:solidFill>
                  <a:srgbClr val="1D816C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 </a:t>
            </a:r>
            <a:r>
              <a:rPr kumimoji="0" lang="en-US" altLang="ko-KR" sz="3200" b="0" i="1" u="none" strike="noStrike" kern="0" cap="none" spc="0" normalizeH="0" baseline="0" noProof="0" dirty="0">
                <a:ln w="107950">
                  <a:noFill/>
                </a:ln>
                <a:solidFill>
                  <a:srgbClr val="1D816C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PRESENTATION</a:t>
            </a:r>
          </a:p>
          <a:p>
            <a:pPr marL="0" marR="0" lvl="2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1D816C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</a:t>
            </a:r>
          </a:p>
        </p:txBody>
      </p:sp>
      <p:sp>
        <p:nvSpPr>
          <p:cNvPr id="4" name="사각형: 둥근 위쪽 모서리 3">
            <a:extLst>
              <a:ext uri="{FF2B5EF4-FFF2-40B4-BE49-F238E27FC236}">
                <a16:creationId xmlns:a16="http://schemas.microsoft.com/office/drawing/2014/main" id="{5D6E0F03-6CC5-CACA-D530-7F969ED2AF51}"/>
              </a:ext>
            </a:extLst>
          </p:cNvPr>
          <p:cNvSpPr/>
          <p:nvPr/>
        </p:nvSpPr>
        <p:spPr>
          <a:xfrm>
            <a:off x="3276600" y="1303337"/>
            <a:ext cx="6080125" cy="504825"/>
          </a:xfrm>
          <a:prstGeom prst="round2SameRect">
            <a:avLst>
              <a:gd name="adj1" fmla="val 43082"/>
              <a:gd name="adj2" fmla="val 0"/>
            </a:avLst>
          </a:prstGeom>
          <a:solidFill>
            <a:srgbClr val="239B82"/>
          </a:solidFill>
          <a:ln w="28575">
            <a:solidFill>
              <a:srgbClr val="145849"/>
            </a:solidFill>
          </a:ln>
          <a:effectLst>
            <a:innerShdw dist="76200" dir="13500000">
              <a:srgbClr val="46B88F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컴퓨터공학과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201234567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조현석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165A742-7B75-5388-9E2E-9B7C7375209A}"/>
              </a:ext>
            </a:extLst>
          </p:cNvPr>
          <p:cNvGrpSpPr/>
          <p:nvPr/>
        </p:nvGrpSpPr>
        <p:grpSpPr>
          <a:xfrm>
            <a:off x="8915247" y="1442609"/>
            <a:ext cx="218827" cy="218827"/>
            <a:chOff x="8915247" y="1442609"/>
            <a:chExt cx="218827" cy="218827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E45C28E0-AF02-0DEC-17BA-6E570756C044}"/>
                </a:ext>
              </a:extLst>
            </p:cNvPr>
            <p:cNvSpPr/>
            <p:nvPr/>
          </p:nvSpPr>
          <p:spPr>
            <a:xfrm>
              <a:off x="8915247" y="1442609"/>
              <a:ext cx="218827" cy="218827"/>
            </a:xfrm>
            <a:prstGeom prst="roundRect">
              <a:avLst/>
            </a:prstGeom>
            <a:solidFill>
              <a:srgbClr val="F0654E"/>
            </a:solidFill>
            <a:ln w="28575">
              <a:solidFill>
                <a:srgbClr val="1458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A8089C09-F250-01E1-40EB-1C19B58C81A8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8956611" y="1552023"/>
              <a:ext cx="137945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D585707-FACA-B0FC-306F-CC291EE2FA0D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8956611" y="1552023"/>
              <a:ext cx="137945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7363CEFB-41E7-F69E-45C0-C6B1A55B5181}"/>
              </a:ext>
            </a:extLst>
          </p:cNvPr>
          <p:cNvSpPr/>
          <p:nvPr/>
        </p:nvSpPr>
        <p:spPr>
          <a:xfrm>
            <a:off x="3276600" y="4737101"/>
            <a:ext cx="6080125" cy="617648"/>
          </a:xfrm>
          <a:prstGeom prst="round2SameRect">
            <a:avLst>
              <a:gd name="adj1" fmla="val 0"/>
              <a:gd name="adj2" fmla="val 45283"/>
            </a:avLst>
          </a:prstGeom>
          <a:solidFill>
            <a:srgbClr val="239B82"/>
          </a:solidFill>
          <a:ln w="28575">
            <a:solidFill>
              <a:srgbClr val="14584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E724658-4325-D7DA-3C6A-D30A99330159}"/>
              </a:ext>
            </a:extLst>
          </p:cNvPr>
          <p:cNvSpPr/>
          <p:nvPr/>
        </p:nvSpPr>
        <p:spPr>
          <a:xfrm>
            <a:off x="7950200" y="4847150"/>
            <a:ext cx="1086055" cy="397550"/>
          </a:xfrm>
          <a:prstGeom prst="roundRect">
            <a:avLst/>
          </a:prstGeom>
          <a:solidFill>
            <a:srgbClr val="239B82"/>
          </a:solidFill>
          <a:ln w="28575">
            <a:solidFill>
              <a:srgbClr val="145849"/>
            </a:solidFill>
          </a:ln>
          <a:effectLst>
            <a:innerShdw dist="76200" dir="13500000">
              <a:srgbClr val="46B88F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START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mon몬소리 Black" panose="02000A03000000000000" pitchFamily="2" charset="-127"/>
              <a:ea typeface="Tmon몬소리 Black" panose="02000A03000000000000" pitchFamily="2" charset="-127"/>
              <a:cs typeface="+mn-cs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9478704-8CFC-6D17-D109-42516A185464}"/>
              </a:ext>
            </a:extLst>
          </p:cNvPr>
          <p:cNvGrpSpPr/>
          <p:nvPr/>
        </p:nvGrpSpPr>
        <p:grpSpPr>
          <a:xfrm>
            <a:off x="3553667" y="1469989"/>
            <a:ext cx="218828" cy="230832"/>
            <a:chOff x="3553667" y="1469989"/>
            <a:chExt cx="218828" cy="230832"/>
          </a:xfrm>
        </p:grpSpPr>
        <p:sp>
          <p:nvSpPr>
            <p:cNvPr id="10" name="이등변 삼각형 9">
              <a:extLst>
                <a:ext uri="{FF2B5EF4-FFF2-40B4-BE49-F238E27FC236}">
                  <a16:creationId xmlns:a16="http://schemas.microsoft.com/office/drawing/2014/main" id="{C6D65C92-7FFD-2115-5932-77D8333B9719}"/>
                </a:ext>
              </a:extLst>
            </p:cNvPr>
            <p:cNvSpPr/>
            <p:nvPr/>
          </p:nvSpPr>
          <p:spPr>
            <a:xfrm>
              <a:off x="3587598" y="1510470"/>
              <a:ext cx="150966" cy="123068"/>
            </a:xfrm>
            <a:prstGeom prst="triangle">
              <a:avLst/>
            </a:prstGeom>
            <a:solidFill>
              <a:srgbClr val="F0654E"/>
            </a:solidFill>
            <a:ln w="120650">
              <a:solidFill>
                <a:srgbClr val="1D816C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" name="이등변 삼각형 11">
              <a:extLst>
                <a:ext uri="{FF2B5EF4-FFF2-40B4-BE49-F238E27FC236}">
                  <a16:creationId xmlns:a16="http://schemas.microsoft.com/office/drawing/2014/main" id="{E654EDE3-5F5B-5F3B-D6A4-26E542F71127}"/>
                </a:ext>
              </a:extLst>
            </p:cNvPr>
            <p:cNvSpPr/>
            <p:nvPr/>
          </p:nvSpPr>
          <p:spPr>
            <a:xfrm>
              <a:off x="3587598" y="1510470"/>
              <a:ext cx="150966" cy="123068"/>
            </a:xfrm>
            <a:prstGeom prst="triangle">
              <a:avLst/>
            </a:prstGeom>
            <a:solidFill>
              <a:srgbClr val="FFD064"/>
            </a:solidFill>
            <a:ln w="57150">
              <a:solidFill>
                <a:srgbClr val="FFD06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6EF1A48-B409-F7F3-4BD3-9A91E492939D}"/>
                </a:ext>
              </a:extLst>
            </p:cNvPr>
            <p:cNvSpPr txBox="1"/>
            <p:nvPr/>
          </p:nvSpPr>
          <p:spPr>
            <a:xfrm>
              <a:off x="3553667" y="1469989"/>
              <a:ext cx="218828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D816C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!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D816C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7671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B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2D60A-C00F-37AB-6743-ED41B9C34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그룹 436">
            <a:extLst>
              <a:ext uri="{FF2B5EF4-FFF2-40B4-BE49-F238E27FC236}">
                <a16:creationId xmlns:a16="http://schemas.microsoft.com/office/drawing/2014/main" id="{1C6133C0-16E3-502E-8C32-8446B45B2F92}"/>
              </a:ext>
            </a:extLst>
          </p:cNvPr>
          <p:cNvGrpSpPr/>
          <p:nvPr/>
        </p:nvGrpSpPr>
        <p:grpSpPr>
          <a:xfrm>
            <a:off x="219073" y="171450"/>
            <a:ext cx="11744327" cy="6515101"/>
            <a:chOff x="219073" y="171450"/>
            <a:chExt cx="11744327" cy="6515101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3E6564AB-9163-0A55-DA16-3C046795F8FD}"/>
                </a:ext>
              </a:extLst>
            </p:cNvPr>
            <p:cNvSpPr/>
            <p:nvPr/>
          </p:nvSpPr>
          <p:spPr>
            <a:xfrm>
              <a:off x="219075" y="171451"/>
              <a:ext cx="11744325" cy="6515100"/>
            </a:xfrm>
            <a:prstGeom prst="roundRect">
              <a:avLst>
                <a:gd name="adj" fmla="val 3353"/>
              </a:avLst>
            </a:prstGeom>
            <a:pattFill prst="dotGrid">
              <a:fgClr>
                <a:srgbClr val="F6EBBE"/>
              </a:fgClr>
              <a:bgClr>
                <a:schemeClr val="bg1"/>
              </a:bgClr>
            </a:pattFill>
            <a:ln w="28575">
              <a:solidFill>
                <a:srgbClr val="145849"/>
              </a:solidFill>
            </a:ln>
            <a:effectLst>
              <a:outerShdw dist="889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사각형: 둥근 위쪽 모서리 3">
              <a:extLst>
                <a:ext uri="{FF2B5EF4-FFF2-40B4-BE49-F238E27FC236}">
                  <a16:creationId xmlns:a16="http://schemas.microsoft.com/office/drawing/2014/main" id="{32BC0686-10F0-8323-D08C-C3F9148C41A6}"/>
                </a:ext>
              </a:extLst>
            </p:cNvPr>
            <p:cNvSpPr/>
            <p:nvPr/>
          </p:nvSpPr>
          <p:spPr>
            <a:xfrm>
              <a:off x="219073" y="171450"/>
              <a:ext cx="11744325" cy="504825"/>
            </a:xfrm>
            <a:prstGeom prst="round2SameRect">
              <a:avLst>
                <a:gd name="adj1" fmla="val 43082"/>
                <a:gd name="adj2" fmla="val 0"/>
              </a:avLst>
            </a:prstGeom>
            <a:solidFill>
              <a:srgbClr val="239B82"/>
            </a:solidFill>
            <a:ln w="28575">
              <a:solidFill>
                <a:srgbClr val="145849"/>
              </a:solidFill>
            </a:ln>
            <a:effectLst>
              <a:innerShdw dist="76200" dir="13500000">
                <a:srgbClr val="46B88F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 marR="0" lvl="2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200" b="0" i="1" u="none" strike="noStrike" kern="0" cap="none" spc="0" normalizeH="0" baseline="0" noProof="0" dirty="0">
                  <a:ln w="107950"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PPT</a:t>
              </a:r>
              <a:r>
                <a:rPr kumimoji="0" lang="ko-KR" altLang="en-US" sz="2200" b="0" i="1" u="none" strike="noStrike" kern="0" cap="none" spc="0" normalizeH="0" baseline="0" noProof="0" dirty="0">
                  <a:ln w="107950"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 </a:t>
              </a:r>
              <a:r>
                <a:rPr kumimoji="0" lang="en-US" altLang="ko-KR" sz="2200" b="0" i="1" u="none" strike="noStrike" kern="0" cap="none" spc="0" normalizeH="0" baseline="0" noProof="0" dirty="0">
                  <a:ln w="107950"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PRESENTATION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Enjoy your stylish business and campus life with BIZCAM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EE776969-E2A2-331B-8110-81F95EA5D43B}"/>
                </a:ext>
              </a:extLst>
            </p:cNvPr>
            <p:cNvGrpSpPr/>
            <p:nvPr/>
          </p:nvGrpSpPr>
          <p:grpSpPr>
            <a:xfrm>
              <a:off x="11544147" y="314448"/>
              <a:ext cx="218827" cy="218827"/>
              <a:chOff x="11615737" y="189136"/>
              <a:chExt cx="285541" cy="285541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68066888-9AE2-69C8-066F-476FBBEFEE07}"/>
                  </a:ext>
                </a:extLst>
              </p:cNvPr>
              <p:cNvSpPr/>
              <p:nvPr/>
            </p:nvSpPr>
            <p:spPr>
              <a:xfrm>
                <a:off x="11615737" y="189136"/>
                <a:ext cx="285541" cy="285541"/>
              </a:xfrm>
              <a:prstGeom prst="roundRect">
                <a:avLst/>
              </a:prstGeom>
              <a:solidFill>
                <a:srgbClr val="F0654E"/>
              </a:solidFill>
              <a:ln w="28575">
                <a:solidFill>
                  <a:srgbClr val="14584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25" name="그룹 124">
                <a:extLst>
                  <a:ext uri="{FF2B5EF4-FFF2-40B4-BE49-F238E27FC236}">
                    <a16:creationId xmlns:a16="http://schemas.microsoft.com/office/drawing/2014/main" id="{421A4B1D-9F38-FCBE-8075-CA4186A31E1B}"/>
                  </a:ext>
                </a:extLst>
              </p:cNvPr>
              <p:cNvGrpSpPr/>
              <p:nvPr/>
            </p:nvGrpSpPr>
            <p:grpSpPr>
              <a:xfrm>
                <a:off x="11669712" y="241906"/>
                <a:ext cx="180000" cy="180000"/>
                <a:chOff x="11669712" y="241906"/>
                <a:chExt cx="180000" cy="180000"/>
              </a:xfrm>
            </p:grpSpPr>
            <p:cxnSp>
              <p:nvCxnSpPr>
                <p:cNvPr id="126" name="직선 연결선 125">
                  <a:extLst>
                    <a:ext uri="{FF2B5EF4-FFF2-40B4-BE49-F238E27FC236}">
                      <a16:creationId xmlns:a16="http://schemas.microsoft.com/office/drawing/2014/main" id="{E9558C3B-1602-DD0F-9087-B1C9464F8C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900000">
                  <a:off x="11669712" y="331907"/>
                  <a:ext cx="180000" cy="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직선 연결선 126">
                  <a:extLst>
                    <a:ext uri="{FF2B5EF4-FFF2-40B4-BE49-F238E27FC236}">
                      <a16:creationId xmlns:a16="http://schemas.microsoft.com/office/drawing/2014/main" id="{249F95C4-6050-3AC0-28CD-72F6BBB3E2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700000">
                  <a:off x="11669712" y="331906"/>
                  <a:ext cx="180000" cy="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34" name="그룹 433">
              <a:extLst>
                <a:ext uri="{FF2B5EF4-FFF2-40B4-BE49-F238E27FC236}">
                  <a16:creationId xmlns:a16="http://schemas.microsoft.com/office/drawing/2014/main" id="{D93EEDF9-ADC7-BBDB-3B5B-6D5B451E6149}"/>
                </a:ext>
              </a:extLst>
            </p:cNvPr>
            <p:cNvGrpSpPr/>
            <p:nvPr/>
          </p:nvGrpSpPr>
          <p:grpSpPr>
            <a:xfrm>
              <a:off x="379105" y="251463"/>
              <a:ext cx="344796" cy="344796"/>
              <a:chOff x="836609" y="1426368"/>
              <a:chExt cx="489973" cy="489973"/>
            </a:xfrm>
          </p:grpSpPr>
          <p:sp>
            <p:nvSpPr>
              <p:cNvPr id="435" name="모서리가 둥근 직사각형 2">
                <a:extLst>
                  <a:ext uri="{FF2B5EF4-FFF2-40B4-BE49-F238E27FC236}">
                    <a16:creationId xmlns:a16="http://schemas.microsoft.com/office/drawing/2014/main" id="{9C68EF3D-D414-7F1B-34AA-1D7F62975EA9}"/>
                  </a:ext>
                </a:extLst>
              </p:cNvPr>
              <p:cNvSpPr/>
              <p:nvPr/>
            </p:nvSpPr>
            <p:spPr>
              <a:xfrm>
                <a:off x="907256" y="1490663"/>
                <a:ext cx="350044" cy="357187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pic>
            <p:nvPicPr>
              <p:cNvPr id="436" name="그림 435">
                <a:extLst>
                  <a:ext uri="{FF2B5EF4-FFF2-40B4-BE49-F238E27FC236}">
                    <a16:creationId xmlns:a16="http://schemas.microsoft.com/office/drawing/2014/main" id="{4B0E195C-BC4E-08CD-9901-8E80EB471A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36609" y="1426368"/>
                <a:ext cx="489973" cy="489973"/>
              </a:xfrm>
              <a:prstGeom prst="rect">
                <a:avLst/>
              </a:prstGeom>
            </p:spPr>
          </p:pic>
        </p:grpSp>
      </p:grpSp>
      <p:sp>
        <p:nvSpPr>
          <p:cNvPr id="438" name="직사각형 437">
            <a:extLst>
              <a:ext uri="{FF2B5EF4-FFF2-40B4-BE49-F238E27FC236}">
                <a16:creationId xmlns:a16="http://schemas.microsoft.com/office/drawing/2014/main" id="{DD66C873-1EDA-96CD-B041-C9772086B2FB}"/>
              </a:ext>
            </a:extLst>
          </p:cNvPr>
          <p:cNvSpPr/>
          <p:nvPr/>
        </p:nvSpPr>
        <p:spPr>
          <a:xfrm>
            <a:off x="2102745" y="2445251"/>
            <a:ext cx="137773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first quarter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75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%</a:t>
            </a:r>
            <a:endParaRPr kumimoji="0" lang="en-US" altLang="ko-KR" sz="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haroni" panose="02010803020104030203" pitchFamily="2" charset="-79"/>
            </a:endParaRPr>
          </a:p>
        </p:txBody>
      </p:sp>
      <p:sp>
        <p:nvSpPr>
          <p:cNvPr id="439" name="직사각형 438">
            <a:extLst>
              <a:ext uri="{FF2B5EF4-FFF2-40B4-BE49-F238E27FC236}">
                <a16:creationId xmlns:a16="http://schemas.microsoft.com/office/drawing/2014/main" id="{4D7B520F-1604-CB6D-B487-54C8507F24C4}"/>
              </a:ext>
            </a:extLst>
          </p:cNvPr>
          <p:cNvSpPr/>
          <p:nvPr/>
        </p:nvSpPr>
        <p:spPr>
          <a:xfrm>
            <a:off x="1596398" y="4731263"/>
            <a:ext cx="2463224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대한 내용을 적어요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grpSp>
        <p:nvGrpSpPr>
          <p:cNvPr id="440" name="그룹 439">
            <a:extLst>
              <a:ext uri="{FF2B5EF4-FFF2-40B4-BE49-F238E27FC236}">
                <a16:creationId xmlns:a16="http://schemas.microsoft.com/office/drawing/2014/main" id="{BF934987-F4EA-1B20-8AB5-E12A4A8E84F6}"/>
              </a:ext>
            </a:extLst>
          </p:cNvPr>
          <p:cNvGrpSpPr/>
          <p:nvPr/>
        </p:nvGrpSpPr>
        <p:grpSpPr>
          <a:xfrm>
            <a:off x="1638120" y="1856717"/>
            <a:ext cx="2233623" cy="2190624"/>
            <a:chOff x="2030831" y="1759943"/>
            <a:chExt cx="2883917" cy="28284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41" name="타원 440">
              <a:extLst>
                <a:ext uri="{FF2B5EF4-FFF2-40B4-BE49-F238E27FC236}">
                  <a16:creationId xmlns:a16="http://schemas.microsoft.com/office/drawing/2014/main" id="{E3070937-E396-F714-595F-7CDF330F844D}"/>
                </a:ext>
              </a:extLst>
            </p:cNvPr>
            <p:cNvSpPr/>
            <p:nvPr/>
          </p:nvSpPr>
          <p:spPr>
            <a:xfrm>
              <a:off x="2376186" y="2031481"/>
              <a:ext cx="2285324" cy="2285324"/>
            </a:xfrm>
            <a:prstGeom prst="ellipse">
              <a:avLst/>
            </a:prstGeom>
            <a:noFill/>
            <a:ln w="34925">
              <a:solidFill>
                <a:schemeClr val="bg1">
                  <a:lumMod val="85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154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2" name="모서리가 둥근 직사각형 37">
              <a:extLst>
                <a:ext uri="{FF2B5EF4-FFF2-40B4-BE49-F238E27FC236}">
                  <a16:creationId xmlns:a16="http://schemas.microsoft.com/office/drawing/2014/main" id="{F2136343-E6E2-5391-266D-72FD84FF7035}"/>
                </a:ext>
              </a:extLst>
            </p:cNvPr>
            <p:cNvSpPr/>
            <p:nvPr/>
          </p:nvSpPr>
          <p:spPr>
            <a:xfrm>
              <a:off x="3518846" y="1759943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3" name="모서리가 둥근 직사각형 38">
              <a:extLst>
                <a:ext uri="{FF2B5EF4-FFF2-40B4-BE49-F238E27FC236}">
                  <a16:creationId xmlns:a16="http://schemas.microsoft.com/office/drawing/2014/main" id="{7C74021B-CC5E-75BA-D226-8C0371795208}"/>
                </a:ext>
              </a:extLst>
            </p:cNvPr>
            <p:cNvSpPr/>
            <p:nvPr/>
          </p:nvSpPr>
          <p:spPr>
            <a:xfrm rot="5400000">
              <a:off x="4823837" y="3044463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4" name="모서리가 둥근 직사각형 39">
              <a:extLst>
                <a:ext uri="{FF2B5EF4-FFF2-40B4-BE49-F238E27FC236}">
                  <a16:creationId xmlns:a16="http://schemas.microsoft.com/office/drawing/2014/main" id="{94DC80D7-F107-F57E-D728-C61288F14E7C}"/>
                </a:ext>
              </a:extLst>
            </p:cNvPr>
            <p:cNvSpPr/>
            <p:nvPr/>
          </p:nvSpPr>
          <p:spPr>
            <a:xfrm rot="5400000">
              <a:off x="2085743" y="3044463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5" name="모서리가 둥근 직사각형 40">
              <a:extLst>
                <a:ext uri="{FF2B5EF4-FFF2-40B4-BE49-F238E27FC236}">
                  <a16:creationId xmlns:a16="http://schemas.microsoft.com/office/drawing/2014/main" id="{F4160216-2CFA-4F45-73EC-F807145E45F2}"/>
                </a:ext>
              </a:extLst>
            </p:cNvPr>
            <p:cNvSpPr/>
            <p:nvPr/>
          </p:nvSpPr>
          <p:spPr>
            <a:xfrm>
              <a:off x="3518846" y="4442520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6" name="모서리가 둥근 직사각형 48">
              <a:extLst>
                <a:ext uri="{FF2B5EF4-FFF2-40B4-BE49-F238E27FC236}">
                  <a16:creationId xmlns:a16="http://schemas.microsoft.com/office/drawing/2014/main" id="{7F9A4F2B-179F-BF9A-0542-C4BDCA624DDD}"/>
                </a:ext>
              </a:extLst>
            </p:cNvPr>
            <p:cNvSpPr/>
            <p:nvPr/>
          </p:nvSpPr>
          <p:spPr>
            <a:xfrm rot="2700000">
              <a:off x="2547141" y="4101767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7" name="모서리가 둥근 직사각형 49">
              <a:extLst>
                <a:ext uri="{FF2B5EF4-FFF2-40B4-BE49-F238E27FC236}">
                  <a16:creationId xmlns:a16="http://schemas.microsoft.com/office/drawing/2014/main" id="{53E011F3-3201-9884-7E42-C5C78D5606B5}"/>
                </a:ext>
              </a:extLst>
            </p:cNvPr>
            <p:cNvSpPr/>
            <p:nvPr/>
          </p:nvSpPr>
          <p:spPr>
            <a:xfrm rot="2700000">
              <a:off x="4454555" y="2138455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8" name="모서리가 둥근 직사각형 50">
              <a:extLst>
                <a:ext uri="{FF2B5EF4-FFF2-40B4-BE49-F238E27FC236}">
                  <a16:creationId xmlns:a16="http://schemas.microsoft.com/office/drawing/2014/main" id="{6C0E1F5A-6BCB-D002-F478-CB12467D94E5}"/>
                </a:ext>
              </a:extLst>
            </p:cNvPr>
            <p:cNvSpPr/>
            <p:nvPr/>
          </p:nvSpPr>
          <p:spPr>
            <a:xfrm rot="18900000">
              <a:off x="4464909" y="4101766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9" name="모서리가 둥근 직사각형 51">
              <a:extLst>
                <a:ext uri="{FF2B5EF4-FFF2-40B4-BE49-F238E27FC236}">
                  <a16:creationId xmlns:a16="http://schemas.microsoft.com/office/drawing/2014/main" id="{6423E3FB-A78C-2919-1DF5-22C260601431}"/>
                </a:ext>
              </a:extLst>
            </p:cNvPr>
            <p:cNvSpPr/>
            <p:nvPr/>
          </p:nvSpPr>
          <p:spPr>
            <a:xfrm rot="18900000">
              <a:off x="2547141" y="2138946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50" name="원호 449">
            <a:extLst>
              <a:ext uri="{FF2B5EF4-FFF2-40B4-BE49-F238E27FC236}">
                <a16:creationId xmlns:a16="http://schemas.microsoft.com/office/drawing/2014/main" id="{8B1E62DA-091A-1118-D02F-9019BE2F9BD1}"/>
              </a:ext>
            </a:extLst>
          </p:cNvPr>
          <p:cNvSpPr/>
          <p:nvPr/>
        </p:nvSpPr>
        <p:spPr>
          <a:xfrm>
            <a:off x="1899436" y="2067026"/>
            <a:ext cx="1770007" cy="1770007"/>
          </a:xfrm>
          <a:prstGeom prst="arc">
            <a:avLst>
              <a:gd name="adj1" fmla="val 16200000"/>
              <a:gd name="adj2" fmla="val 11077619"/>
            </a:avLst>
          </a:prstGeom>
          <a:ln w="31750">
            <a:solidFill>
              <a:schemeClr val="tx1">
                <a:lumMod val="85000"/>
                <a:lumOff val="1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rgbClr val="F154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1" name="모서리가 둥근 직사각형 53">
            <a:extLst>
              <a:ext uri="{FF2B5EF4-FFF2-40B4-BE49-F238E27FC236}">
                <a16:creationId xmlns:a16="http://schemas.microsoft.com/office/drawing/2014/main" id="{A495A941-901C-C591-7F3F-6D6694B0C343}"/>
              </a:ext>
            </a:extLst>
          </p:cNvPr>
          <p:cNvSpPr/>
          <p:nvPr/>
        </p:nvSpPr>
        <p:spPr>
          <a:xfrm>
            <a:off x="2081535" y="4384805"/>
            <a:ext cx="1446018" cy="286165"/>
          </a:xfrm>
          <a:prstGeom prst="roundRect">
            <a:avLst>
              <a:gd name="adj" fmla="val 50000"/>
            </a:avLst>
          </a:prstGeom>
          <a:solidFill>
            <a:srgbClr val="239B82"/>
          </a:solidFill>
          <a:ln w="25400">
            <a:solidFill>
              <a:schemeClr val="tx1">
                <a:lumMod val="75000"/>
                <a:lumOff val="25000"/>
              </a:schemeClr>
            </a:solidFill>
            <a:round/>
            <a:tailEnd type="oval" w="lg" len="lg"/>
          </a:ln>
          <a:effectLst>
            <a:outerShdw dist="50800" dir="2700000" algn="tl" rotWithShape="0">
              <a:schemeClr val="tx1">
                <a:alpha val="13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2" name="직사각형 451">
            <a:extLst>
              <a:ext uri="{FF2B5EF4-FFF2-40B4-BE49-F238E27FC236}">
                <a16:creationId xmlns:a16="http://schemas.microsoft.com/office/drawing/2014/main" id="{95F08709-5ED1-C775-2DB4-996F108386E6}"/>
              </a:ext>
            </a:extLst>
          </p:cNvPr>
          <p:cNvSpPr/>
          <p:nvPr/>
        </p:nvSpPr>
        <p:spPr>
          <a:xfrm>
            <a:off x="5243313" y="2445251"/>
            <a:ext cx="137773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first quarter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75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%</a:t>
            </a:r>
            <a:endParaRPr kumimoji="0" lang="en-US" altLang="ko-KR" sz="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haroni" panose="02010803020104030203" pitchFamily="2" charset="-79"/>
            </a:endParaRPr>
          </a:p>
        </p:txBody>
      </p:sp>
      <p:sp>
        <p:nvSpPr>
          <p:cNvPr id="453" name="직사각형 452">
            <a:extLst>
              <a:ext uri="{FF2B5EF4-FFF2-40B4-BE49-F238E27FC236}">
                <a16:creationId xmlns:a16="http://schemas.microsoft.com/office/drawing/2014/main" id="{98CB8967-9432-3497-E8F2-36E9B82E89E6}"/>
              </a:ext>
            </a:extLst>
          </p:cNvPr>
          <p:cNvSpPr/>
          <p:nvPr/>
        </p:nvSpPr>
        <p:spPr>
          <a:xfrm>
            <a:off x="4736966" y="4731263"/>
            <a:ext cx="2463224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대한 내용을 적어요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grpSp>
        <p:nvGrpSpPr>
          <p:cNvPr id="454" name="그룹 453">
            <a:extLst>
              <a:ext uri="{FF2B5EF4-FFF2-40B4-BE49-F238E27FC236}">
                <a16:creationId xmlns:a16="http://schemas.microsoft.com/office/drawing/2014/main" id="{8D633645-B7ED-9F28-0F77-099AD1112404}"/>
              </a:ext>
            </a:extLst>
          </p:cNvPr>
          <p:cNvGrpSpPr/>
          <p:nvPr/>
        </p:nvGrpSpPr>
        <p:grpSpPr>
          <a:xfrm>
            <a:off x="4778688" y="1856717"/>
            <a:ext cx="2233623" cy="2190624"/>
            <a:chOff x="2030831" y="1759943"/>
            <a:chExt cx="2883917" cy="28284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55" name="타원 454">
              <a:extLst>
                <a:ext uri="{FF2B5EF4-FFF2-40B4-BE49-F238E27FC236}">
                  <a16:creationId xmlns:a16="http://schemas.microsoft.com/office/drawing/2014/main" id="{1FA2AF27-6E6D-1BDA-A767-5EC6770BCBE7}"/>
                </a:ext>
              </a:extLst>
            </p:cNvPr>
            <p:cNvSpPr/>
            <p:nvPr/>
          </p:nvSpPr>
          <p:spPr>
            <a:xfrm>
              <a:off x="2376186" y="2031481"/>
              <a:ext cx="2285324" cy="2285324"/>
            </a:xfrm>
            <a:prstGeom prst="ellipse">
              <a:avLst/>
            </a:prstGeom>
            <a:noFill/>
            <a:ln w="34925">
              <a:solidFill>
                <a:schemeClr val="bg1">
                  <a:lumMod val="85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154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56" name="모서리가 둥근 직사각형 37">
              <a:extLst>
                <a:ext uri="{FF2B5EF4-FFF2-40B4-BE49-F238E27FC236}">
                  <a16:creationId xmlns:a16="http://schemas.microsoft.com/office/drawing/2014/main" id="{173FD336-CE06-B491-A67D-942469AC26FF}"/>
                </a:ext>
              </a:extLst>
            </p:cNvPr>
            <p:cNvSpPr/>
            <p:nvPr/>
          </p:nvSpPr>
          <p:spPr>
            <a:xfrm>
              <a:off x="3518846" y="1759943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57" name="모서리가 둥근 직사각형 38">
              <a:extLst>
                <a:ext uri="{FF2B5EF4-FFF2-40B4-BE49-F238E27FC236}">
                  <a16:creationId xmlns:a16="http://schemas.microsoft.com/office/drawing/2014/main" id="{090A5321-A038-D765-36A7-4BB0B8C337EB}"/>
                </a:ext>
              </a:extLst>
            </p:cNvPr>
            <p:cNvSpPr/>
            <p:nvPr/>
          </p:nvSpPr>
          <p:spPr>
            <a:xfrm rot="5400000">
              <a:off x="4823837" y="3044463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58" name="모서리가 둥근 직사각형 39">
              <a:extLst>
                <a:ext uri="{FF2B5EF4-FFF2-40B4-BE49-F238E27FC236}">
                  <a16:creationId xmlns:a16="http://schemas.microsoft.com/office/drawing/2014/main" id="{0A2323D3-09FA-ECF4-3877-A53FCBCB8606}"/>
                </a:ext>
              </a:extLst>
            </p:cNvPr>
            <p:cNvSpPr/>
            <p:nvPr/>
          </p:nvSpPr>
          <p:spPr>
            <a:xfrm rot="5400000">
              <a:off x="2085743" y="3044463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59" name="모서리가 둥근 직사각형 40">
              <a:extLst>
                <a:ext uri="{FF2B5EF4-FFF2-40B4-BE49-F238E27FC236}">
                  <a16:creationId xmlns:a16="http://schemas.microsoft.com/office/drawing/2014/main" id="{34A4BE7D-C6F5-9CCF-354A-345D77CBBCD5}"/>
                </a:ext>
              </a:extLst>
            </p:cNvPr>
            <p:cNvSpPr/>
            <p:nvPr/>
          </p:nvSpPr>
          <p:spPr>
            <a:xfrm>
              <a:off x="3518846" y="4442520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0" name="모서리가 둥근 직사각형 48">
              <a:extLst>
                <a:ext uri="{FF2B5EF4-FFF2-40B4-BE49-F238E27FC236}">
                  <a16:creationId xmlns:a16="http://schemas.microsoft.com/office/drawing/2014/main" id="{1D965F2E-5BF3-EC6E-0C56-B83D990ADB9D}"/>
                </a:ext>
              </a:extLst>
            </p:cNvPr>
            <p:cNvSpPr/>
            <p:nvPr/>
          </p:nvSpPr>
          <p:spPr>
            <a:xfrm rot="2700000">
              <a:off x="2547141" y="4101767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1" name="모서리가 둥근 직사각형 49">
              <a:extLst>
                <a:ext uri="{FF2B5EF4-FFF2-40B4-BE49-F238E27FC236}">
                  <a16:creationId xmlns:a16="http://schemas.microsoft.com/office/drawing/2014/main" id="{A6F1E502-70DB-938A-A69E-D69338CA3829}"/>
                </a:ext>
              </a:extLst>
            </p:cNvPr>
            <p:cNvSpPr/>
            <p:nvPr/>
          </p:nvSpPr>
          <p:spPr>
            <a:xfrm rot="2700000">
              <a:off x="4454555" y="2138455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2" name="모서리가 둥근 직사각형 50">
              <a:extLst>
                <a:ext uri="{FF2B5EF4-FFF2-40B4-BE49-F238E27FC236}">
                  <a16:creationId xmlns:a16="http://schemas.microsoft.com/office/drawing/2014/main" id="{D9573271-7AF2-BAA0-D2FE-F7FFFC729D7C}"/>
                </a:ext>
              </a:extLst>
            </p:cNvPr>
            <p:cNvSpPr/>
            <p:nvPr/>
          </p:nvSpPr>
          <p:spPr>
            <a:xfrm rot="18900000">
              <a:off x="4464909" y="4101766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3" name="모서리가 둥근 직사각형 51">
              <a:extLst>
                <a:ext uri="{FF2B5EF4-FFF2-40B4-BE49-F238E27FC236}">
                  <a16:creationId xmlns:a16="http://schemas.microsoft.com/office/drawing/2014/main" id="{CD2E18DF-6711-B9AD-FC87-8C0BF3C6E4D5}"/>
                </a:ext>
              </a:extLst>
            </p:cNvPr>
            <p:cNvSpPr/>
            <p:nvPr/>
          </p:nvSpPr>
          <p:spPr>
            <a:xfrm rot="18900000">
              <a:off x="2547141" y="2138946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64" name="원호 463">
            <a:extLst>
              <a:ext uri="{FF2B5EF4-FFF2-40B4-BE49-F238E27FC236}">
                <a16:creationId xmlns:a16="http://schemas.microsoft.com/office/drawing/2014/main" id="{0DC6E73A-AAC6-A40C-F2B2-8310A27174F2}"/>
              </a:ext>
            </a:extLst>
          </p:cNvPr>
          <p:cNvSpPr/>
          <p:nvPr/>
        </p:nvSpPr>
        <p:spPr>
          <a:xfrm>
            <a:off x="5040004" y="2067026"/>
            <a:ext cx="1770007" cy="1770007"/>
          </a:xfrm>
          <a:prstGeom prst="arc">
            <a:avLst>
              <a:gd name="adj1" fmla="val 16200000"/>
              <a:gd name="adj2" fmla="val 11077619"/>
            </a:avLst>
          </a:prstGeom>
          <a:ln w="31750">
            <a:solidFill>
              <a:schemeClr val="tx1">
                <a:lumMod val="85000"/>
                <a:lumOff val="1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rgbClr val="F154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5" name="모서리가 둥근 직사각형 53">
            <a:extLst>
              <a:ext uri="{FF2B5EF4-FFF2-40B4-BE49-F238E27FC236}">
                <a16:creationId xmlns:a16="http://schemas.microsoft.com/office/drawing/2014/main" id="{5994DDC1-E788-96D7-1184-FE61F3F7C2CD}"/>
              </a:ext>
            </a:extLst>
          </p:cNvPr>
          <p:cNvSpPr/>
          <p:nvPr/>
        </p:nvSpPr>
        <p:spPr>
          <a:xfrm>
            <a:off x="5222103" y="4384805"/>
            <a:ext cx="1446018" cy="28616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  <a:round/>
            <a:tailEnd type="oval" w="lg" len="lg"/>
          </a:ln>
          <a:effectLst>
            <a:outerShdw dist="50800" dir="2700000" algn="tl" rotWithShape="0">
              <a:schemeClr val="tx1">
                <a:alpha val="13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6" name="직사각형 465">
            <a:extLst>
              <a:ext uri="{FF2B5EF4-FFF2-40B4-BE49-F238E27FC236}">
                <a16:creationId xmlns:a16="http://schemas.microsoft.com/office/drawing/2014/main" id="{FD848479-369A-6D32-C1D4-4FC4E2E4CB7B}"/>
              </a:ext>
            </a:extLst>
          </p:cNvPr>
          <p:cNvSpPr/>
          <p:nvPr/>
        </p:nvSpPr>
        <p:spPr>
          <a:xfrm>
            <a:off x="8383881" y="2445251"/>
            <a:ext cx="137773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first quarter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75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%</a:t>
            </a:r>
            <a:endParaRPr kumimoji="0" lang="en-US" altLang="ko-KR" sz="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haroni" panose="02010803020104030203" pitchFamily="2" charset="-79"/>
            </a:endParaRPr>
          </a:p>
        </p:txBody>
      </p:sp>
      <p:sp>
        <p:nvSpPr>
          <p:cNvPr id="467" name="직사각형 466">
            <a:extLst>
              <a:ext uri="{FF2B5EF4-FFF2-40B4-BE49-F238E27FC236}">
                <a16:creationId xmlns:a16="http://schemas.microsoft.com/office/drawing/2014/main" id="{5F3AF8AB-BFF9-90B2-7B5C-0C5D0565F3F2}"/>
              </a:ext>
            </a:extLst>
          </p:cNvPr>
          <p:cNvSpPr/>
          <p:nvPr/>
        </p:nvSpPr>
        <p:spPr>
          <a:xfrm>
            <a:off x="7877534" y="4731263"/>
            <a:ext cx="2463224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대한 내용을 적어요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grpSp>
        <p:nvGrpSpPr>
          <p:cNvPr id="468" name="그룹 467">
            <a:extLst>
              <a:ext uri="{FF2B5EF4-FFF2-40B4-BE49-F238E27FC236}">
                <a16:creationId xmlns:a16="http://schemas.microsoft.com/office/drawing/2014/main" id="{119CC713-3A15-BE94-D08F-A27455EEAD84}"/>
              </a:ext>
            </a:extLst>
          </p:cNvPr>
          <p:cNvGrpSpPr/>
          <p:nvPr/>
        </p:nvGrpSpPr>
        <p:grpSpPr>
          <a:xfrm>
            <a:off x="7919256" y="1856717"/>
            <a:ext cx="2233623" cy="2190624"/>
            <a:chOff x="2030831" y="1759943"/>
            <a:chExt cx="2883917" cy="28284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69" name="타원 468">
              <a:extLst>
                <a:ext uri="{FF2B5EF4-FFF2-40B4-BE49-F238E27FC236}">
                  <a16:creationId xmlns:a16="http://schemas.microsoft.com/office/drawing/2014/main" id="{BD5A038E-78FC-489D-D933-F3A462AA0281}"/>
                </a:ext>
              </a:extLst>
            </p:cNvPr>
            <p:cNvSpPr/>
            <p:nvPr/>
          </p:nvSpPr>
          <p:spPr>
            <a:xfrm>
              <a:off x="2376186" y="2031481"/>
              <a:ext cx="2285324" cy="2285324"/>
            </a:xfrm>
            <a:prstGeom prst="ellipse">
              <a:avLst/>
            </a:prstGeom>
            <a:noFill/>
            <a:ln w="34925">
              <a:solidFill>
                <a:schemeClr val="bg1">
                  <a:lumMod val="85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154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0" name="모서리가 둥근 직사각형 37">
              <a:extLst>
                <a:ext uri="{FF2B5EF4-FFF2-40B4-BE49-F238E27FC236}">
                  <a16:creationId xmlns:a16="http://schemas.microsoft.com/office/drawing/2014/main" id="{DFEA91AF-2A55-BC7D-9BC3-88345E701EC3}"/>
                </a:ext>
              </a:extLst>
            </p:cNvPr>
            <p:cNvSpPr/>
            <p:nvPr/>
          </p:nvSpPr>
          <p:spPr>
            <a:xfrm>
              <a:off x="3518846" y="1759943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1" name="모서리가 둥근 직사각형 38">
              <a:extLst>
                <a:ext uri="{FF2B5EF4-FFF2-40B4-BE49-F238E27FC236}">
                  <a16:creationId xmlns:a16="http://schemas.microsoft.com/office/drawing/2014/main" id="{93B24BDD-B735-0041-295A-67C25D4E39C7}"/>
                </a:ext>
              </a:extLst>
            </p:cNvPr>
            <p:cNvSpPr/>
            <p:nvPr/>
          </p:nvSpPr>
          <p:spPr>
            <a:xfrm rot="5400000">
              <a:off x="4823837" y="3044463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2" name="모서리가 둥근 직사각형 39">
              <a:extLst>
                <a:ext uri="{FF2B5EF4-FFF2-40B4-BE49-F238E27FC236}">
                  <a16:creationId xmlns:a16="http://schemas.microsoft.com/office/drawing/2014/main" id="{769089A9-944F-13FC-39DB-D847F2D283AE}"/>
                </a:ext>
              </a:extLst>
            </p:cNvPr>
            <p:cNvSpPr/>
            <p:nvPr/>
          </p:nvSpPr>
          <p:spPr>
            <a:xfrm rot="5400000">
              <a:off x="2085743" y="3044463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3" name="모서리가 둥근 직사각형 40">
              <a:extLst>
                <a:ext uri="{FF2B5EF4-FFF2-40B4-BE49-F238E27FC236}">
                  <a16:creationId xmlns:a16="http://schemas.microsoft.com/office/drawing/2014/main" id="{EA4043D8-C3FE-CEC7-B0A4-8821428DF165}"/>
                </a:ext>
              </a:extLst>
            </p:cNvPr>
            <p:cNvSpPr/>
            <p:nvPr/>
          </p:nvSpPr>
          <p:spPr>
            <a:xfrm>
              <a:off x="3518846" y="4442520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4" name="모서리가 둥근 직사각형 48">
              <a:extLst>
                <a:ext uri="{FF2B5EF4-FFF2-40B4-BE49-F238E27FC236}">
                  <a16:creationId xmlns:a16="http://schemas.microsoft.com/office/drawing/2014/main" id="{CAD061A3-4937-5A1B-B037-2BB9767304AB}"/>
                </a:ext>
              </a:extLst>
            </p:cNvPr>
            <p:cNvSpPr/>
            <p:nvPr/>
          </p:nvSpPr>
          <p:spPr>
            <a:xfrm rot="2700000">
              <a:off x="2547141" y="4101767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5" name="모서리가 둥근 직사각형 49">
              <a:extLst>
                <a:ext uri="{FF2B5EF4-FFF2-40B4-BE49-F238E27FC236}">
                  <a16:creationId xmlns:a16="http://schemas.microsoft.com/office/drawing/2014/main" id="{FB0A03AF-5BCE-CAEA-52F6-4FB068B1C30A}"/>
                </a:ext>
              </a:extLst>
            </p:cNvPr>
            <p:cNvSpPr/>
            <p:nvPr/>
          </p:nvSpPr>
          <p:spPr>
            <a:xfrm rot="2700000">
              <a:off x="4454555" y="2138455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6" name="모서리가 둥근 직사각형 50">
              <a:extLst>
                <a:ext uri="{FF2B5EF4-FFF2-40B4-BE49-F238E27FC236}">
                  <a16:creationId xmlns:a16="http://schemas.microsoft.com/office/drawing/2014/main" id="{E560B25A-4CB8-1C49-5F98-A8C2C0AAEE59}"/>
                </a:ext>
              </a:extLst>
            </p:cNvPr>
            <p:cNvSpPr/>
            <p:nvPr/>
          </p:nvSpPr>
          <p:spPr>
            <a:xfrm rot="18900000">
              <a:off x="4464909" y="4101766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7" name="모서리가 둥근 직사각형 51">
              <a:extLst>
                <a:ext uri="{FF2B5EF4-FFF2-40B4-BE49-F238E27FC236}">
                  <a16:creationId xmlns:a16="http://schemas.microsoft.com/office/drawing/2014/main" id="{91B21D1A-9A1B-F8DD-D006-3CF0D0A6CD7C}"/>
                </a:ext>
              </a:extLst>
            </p:cNvPr>
            <p:cNvSpPr/>
            <p:nvPr/>
          </p:nvSpPr>
          <p:spPr>
            <a:xfrm rot="18900000">
              <a:off x="2547141" y="2138946"/>
              <a:ext cx="36000" cy="145823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78" name="원호 477">
            <a:extLst>
              <a:ext uri="{FF2B5EF4-FFF2-40B4-BE49-F238E27FC236}">
                <a16:creationId xmlns:a16="http://schemas.microsoft.com/office/drawing/2014/main" id="{A917A4E0-EF35-A15D-B314-EC064EF5B1D5}"/>
              </a:ext>
            </a:extLst>
          </p:cNvPr>
          <p:cNvSpPr/>
          <p:nvPr/>
        </p:nvSpPr>
        <p:spPr>
          <a:xfrm>
            <a:off x="8180572" y="2067026"/>
            <a:ext cx="1770007" cy="1770007"/>
          </a:xfrm>
          <a:prstGeom prst="arc">
            <a:avLst>
              <a:gd name="adj1" fmla="val 16200000"/>
              <a:gd name="adj2" fmla="val 11077619"/>
            </a:avLst>
          </a:prstGeom>
          <a:ln w="31750">
            <a:solidFill>
              <a:schemeClr val="tx1">
                <a:lumMod val="85000"/>
                <a:lumOff val="1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rgbClr val="F154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9" name="모서리가 둥근 직사각형 53">
            <a:extLst>
              <a:ext uri="{FF2B5EF4-FFF2-40B4-BE49-F238E27FC236}">
                <a16:creationId xmlns:a16="http://schemas.microsoft.com/office/drawing/2014/main" id="{B1AA0ECE-D512-100E-C1AC-63A0B2D03315}"/>
              </a:ext>
            </a:extLst>
          </p:cNvPr>
          <p:cNvSpPr/>
          <p:nvPr/>
        </p:nvSpPr>
        <p:spPr>
          <a:xfrm>
            <a:off x="8362671" y="4384805"/>
            <a:ext cx="1446018" cy="286165"/>
          </a:xfrm>
          <a:prstGeom prst="roundRect">
            <a:avLst>
              <a:gd name="adj" fmla="val 50000"/>
            </a:avLst>
          </a:prstGeom>
          <a:solidFill>
            <a:srgbClr val="239B82"/>
          </a:solidFill>
          <a:ln w="25400">
            <a:solidFill>
              <a:schemeClr val="tx1">
                <a:lumMod val="75000"/>
                <a:lumOff val="25000"/>
              </a:schemeClr>
            </a:solidFill>
            <a:round/>
            <a:tailEnd type="oval" w="lg" len="lg"/>
          </a:ln>
          <a:effectLst>
            <a:outerShdw dist="50800" dir="2700000" algn="tl" rotWithShape="0">
              <a:schemeClr val="tx1">
                <a:alpha val="13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8294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B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769283-0313-6DBD-5749-6A4D862DB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그룹 436">
            <a:extLst>
              <a:ext uri="{FF2B5EF4-FFF2-40B4-BE49-F238E27FC236}">
                <a16:creationId xmlns:a16="http://schemas.microsoft.com/office/drawing/2014/main" id="{562DF6B9-F6E9-41CC-0B88-2289AC42FA3B}"/>
              </a:ext>
            </a:extLst>
          </p:cNvPr>
          <p:cNvGrpSpPr/>
          <p:nvPr/>
        </p:nvGrpSpPr>
        <p:grpSpPr>
          <a:xfrm>
            <a:off x="219073" y="171450"/>
            <a:ext cx="11744327" cy="6515101"/>
            <a:chOff x="219073" y="171450"/>
            <a:chExt cx="11744327" cy="6515101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FBDD01FB-389B-A934-264C-B04C01502FBB}"/>
                </a:ext>
              </a:extLst>
            </p:cNvPr>
            <p:cNvSpPr/>
            <p:nvPr/>
          </p:nvSpPr>
          <p:spPr>
            <a:xfrm>
              <a:off x="219075" y="171451"/>
              <a:ext cx="11744325" cy="6515100"/>
            </a:xfrm>
            <a:prstGeom prst="roundRect">
              <a:avLst>
                <a:gd name="adj" fmla="val 3353"/>
              </a:avLst>
            </a:prstGeom>
            <a:pattFill prst="dotGrid">
              <a:fgClr>
                <a:srgbClr val="F6EBBE"/>
              </a:fgClr>
              <a:bgClr>
                <a:schemeClr val="bg1"/>
              </a:bgClr>
            </a:pattFill>
            <a:ln w="28575">
              <a:solidFill>
                <a:srgbClr val="145849"/>
              </a:solidFill>
            </a:ln>
            <a:effectLst>
              <a:outerShdw dist="889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사각형: 둥근 위쪽 모서리 3">
              <a:extLst>
                <a:ext uri="{FF2B5EF4-FFF2-40B4-BE49-F238E27FC236}">
                  <a16:creationId xmlns:a16="http://schemas.microsoft.com/office/drawing/2014/main" id="{34F6B97C-C24B-DABD-A0FB-0691B40E56A8}"/>
                </a:ext>
              </a:extLst>
            </p:cNvPr>
            <p:cNvSpPr/>
            <p:nvPr/>
          </p:nvSpPr>
          <p:spPr>
            <a:xfrm>
              <a:off x="219073" y="171450"/>
              <a:ext cx="11744325" cy="504825"/>
            </a:xfrm>
            <a:prstGeom prst="round2SameRect">
              <a:avLst>
                <a:gd name="adj1" fmla="val 43082"/>
                <a:gd name="adj2" fmla="val 0"/>
              </a:avLst>
            </a:prstGeom>
            <a:solidFill>
              <a:srgbClr val="239B82"/>
            </a:solidFill>
            <a:ln w="28575">
              <a:solidFill>
                <a:srgbClr val="145849"/>
              </a:solidFill>
            </a:ln>
            <a:effectLst>
              <a:innerShdw dist="76200" dir="13500000">
                <a:srgbClr val="46B88F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 marR="0" lvl="2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200" b="0" i="1" u="none" strike="noStrike" kern="0" cap="none" spc="0" normalizeH="0" baseline="0" noProof="0" dirty="0">
                  <a:ln w="107950"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PPT</a:t>
              </a:r>
              <a:r>
                <a:rPr kumimoji="0" lang="ko-KR" altLang="en-US" sz="2200" b="0" i="1" u="none" strike="noStrike" kern="0" cap="none" spc="0" normalizeH="0" baseline="0" noProof="0" dirty="0">
                  <a:ln w="107950"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 </a:t>
              </a:r>
              <a:r>
                <a:rPr kumimoji="0" lang="en-US" altLang="ko-KR" sz="2200" b="0" i="1" u="none" strike="noStrike" kern="0" cap="none" spc="0" normalizeH="0" baseline="0" noProof="0" dirty="0">
                  <a:ln w="107950"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PRESENTATION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Enjoy your stylish business and campus life with BIZCAM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B377A3E6-3895-D654-5142-0BFB7252DA29}"/>
                </a:ext>
              </a:extLst>
            </p:cNvPr>
            <p:cNvGrpSpPr/>
            <p:nvPr/>
          </p:nvGrpSpPr>
          <p:grpSpPr>
            <a:xfrm>
              <a:off x="11544147" y="314448"/>
              <a:ext cx="218827" cy="218827"/>
              <a:chOff x="11615737" y="189136"/>
              <a:chExt cx="285541" cy="285541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6B61AF9D-322F-ECB0-95FD-345968F78022}"/>
                  </a:ext>
                </a:extLst>
              </p:cNvPr>
              <p:cNvSpPr/>
              <p:nvPr/>
            </p:nvSpPr>
            <p:spPr>
              <a:xfrm>
                <a:off x="11615737" y="189136"/>
                <a:ext cx="285541" cy="285541"/>
              </a:xfrm>
              <a:prstGeom prst="roundRect">
                <a:avLst/>
              </a:prstGeom>
              <a:solidFill>
                <a:srgbClr val="F0654E"/>
              </a:solidFill>
              <a:ln w="28575">
                <a:solidFill>
                  <a:srgbClr val="14584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25" name="그룹 124">
                <a:extLst>
                  <a:ext uri="{FF2B5EF4-FFF2-40B4-BE49-F238E27FC236}">
                    <a16:creationId xmlns:a16="http://schemas.microsoft.com/office/drawing/2014/main" id="{0B94A713-601D-BC56-A67F-EDF2F208B243}"/>
                  </a:ext>
                </a:extLst>
              </p:cNvPr>
              <p:cNvGrpSpPr/>
              <p:nvPr/>
            </p:nvGrpSpPr>
            <p:grpSpPr>
              <a:xfrm>
                <a:off x="11669712" y="241906"/>
                <a:ext cx="180000" cy="180000"/>
                <a:chOff x="11669712" y="241906"/>
                <a:chExt cx="180000" cy="180000"/>
              </a:xfrm>
            </p:grpSpPr>
            <p:cxnSp>
              <p:nvCxnSpPr>
                <p:cNvPr id="126" name="직선 연결선 125">
                  <a:extLst>
                    <a:ext uri="{FF2B5EF4-FFF2-40B4-BE49-F238E27FC236}">
                      <a16:creationId xmlns:a16="http://schemas.microsoft.com/office/drawing/2014/main" id="{DE9E0115-31FF-A175-E087-192CB105C5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900000">
                  <a:off x="11669712" y="331907"/>
                  <a:ext cx="180000" cy="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직선 연결선 126">
                  <a:extLst>
                    <a:ext uri="{FF2B5EF4-FFF2-40B4-BE49-F238E27FC236}">
                      <a16:creationId xmlns:a16="http://schemas.microsoft.com/office/drawing/2014/main" id="{995E6DEA-8F55-46C3-04A3-004BDA90E1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700000">
                  <a:off x="11669712" y="331906"/>
                  <a:ext cx="180000" cy="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34" name="그룹 433">
              <a:extLst>
                <a:ext uri="{FF2B5EF4-FFF2-40B4-BE49-F238E27FC236}">
                  <a16:creationId xmlns:a16="http://schemas.microsoft.com/office/drawing/2014/main" id="{43BDE60F-2585-C1A9-BC0A-48DE83FAA77E}"/>
                </a:ext>
              </a:extLst>
            </p:cNvPr>
            <p:cNvGrpSpPr/>
            <p:nvPr/>
          </p:nvGrpSpPr>
          <p:grpSpPr>
            <a:xfrm>
              <a:off x="379105" y="251463"/>
              <a:ext cx="344796" cy="344796"/>
              <a:chOff x="836609" y="1426368"/>
              <a:chExt cx="489973" cy="489973"/>
            </a:xfrm>
          </p:grpSpPr>
          <p:sp>
            <p:nvSpPr>
              <p:cNvPr id="435" name="모서리가 둥근 직사각형 2">
                <a:extLst>
                  <a:ext uri="{FF2B5EF4-FFF2-40B4-BE49-F238E27FC236}">
                    <a16:creationId xmlns:a16="http://schemas.microsoft.com/office/drawing/2014/main" id="{FFB0166A-BA13-9DAC-CAA0-A359D7267E0C}"/>
                  </a:ext>
                </a:extLst>
              </p:cNvPr>
              <p:cNvSpPr/>
              <p:nvPr/>
            </p:nvSpPr>
            <p:spPr>
              <a:xfrm>
                <a:off x="907256" y="1490663"/>
                <a:ext cx="350044" cy="357187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pic>
            <p:nvPicPr>
              <p:cNvPr id="436" name="그림 435">
                <a:extLst>
                  <a:ext uri="{FF2B5EF4-FFF2-40B4-BE49-F238E27FC236}">
                    <a16:creationId xmlns:a16="http://schemas.microsoft.com/office/drawing/2014/main" id="{C7D84A34-F36E-F6DB-D555-5F9D050103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36609" y="1426368"/>
                <a:ext cx="489973" cy="489973"/>
              </a:xfrm>
              <a:prstGeom prst="rect">
                <a:avLst/>
              </a:prstGeom>
            </p:spPr>
          </p:pic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7622C365-5453-11AB-65E1-E0DA7B521AC0}"/>
              </a:ext>
            </a:extLst>
          </p:cNvPr>
          <p:cNvGrpSpPr/>
          <p:nvPr/>
        </p:nvGrpSpPr>
        <p:grpSpPr>
          <a:xfrm>
            <a:off x="4520840" y="1683389"/>
            <a:ext cx="1296000" cy="1296000"/>
            <a:chOff x="10667724" y="2019434"/>
            <a:chExt cx="1296000" cy="1296000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25C5A292-309C-65E2-3124-56012695FFE5}"/>
                </a:ext>
              </a:extLst>
            </p:cNvPr>
            <p:cNvGrpSpPr/>
            <p:nvPr/>
          </p:nvGrpSpPr>
          <p:grpSpPr>
            <a:xfrm>
              <a:off x="10667724" y="2019434"/>
              <a:ext cx="1296000" cy="1296000"/>
              <a:chOff x="2547739" y="4231535"/>
              <a:chExt cx="1296000" cy="129600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00A96BD-BCB2-7873-DB6E-8B03D30667AA}"/>
                  </a:ext>
                </a:extLst>
              </p:cNvPr>
              <p:cNvSpPr/>
              <p:nvPr/>
            </p:nvSpPr>
            <p:spPr>
              <a:xfrm>
                <a:off x="2547739" y="4231535"/>
                <a:ext cx="1296000" cy="1296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E4DC0472-8EBD-7C76-8CE8-F4741641D3D9}"/>
                  </a:ext>
                </a:extLst>
              </p:cNvPr>
              <p:cNvSpPr/>
              <p:nvPr/>
            </p:nvSpPr>
            <p:spPr>
              <a:xfrm>
                <a:off x="3565584" y="4308273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v</a:t>
                </a:r>
              </a:p>
            </p:txBody>
          </p:sp>
        </p:grp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A4E8B6F-28E7-FCA4-8751-E32B04327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60809" y="2338407"/>
              <a:ext cx="957399" cy="957399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5C9D9E55-5CD7-DF28-F456-395A5C577FF1}"/>
              </a:ext>
            </a:extLst>
          </p:cNvPr>
          <p:cNvGrpSpPr/>
          <p:nvPr/>
        </p:nvGrpSpPr>
        <p:grpSpPr>
          <a:xfrm>
            <a:off x="6041169" y="1686222"/>
            <a:ext cx="1296000" cy="1296000"/>
            <a:chOff x="2547739" y="4231535"/>
            <a:chExt cx="1296000" cy="12960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28F916B-0D18-8ACB-C4BB-F123E382FB0B}"/>
                </a:ext>
              </a:extLst>
            </p:cNvPr>
            <p:cNvSpPr/>
            <p:nvPr/>
          </p:nvSpPr>
          <p:spPr>
            <a:xfrm>
              <a:off x="2547739" y="4231535"/>
              <a:ext cx="1296000" cy="12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8D34B89-888F-D9DB-03CD-AE919FCC9776}"/>
                </a:ext>
              </a:extLst>
            </p:cNvPr>
            <p:cNvSpPr/>
            <p:nvPr/>
          </p:nvSpPr>
          <p:spPr>
            <a:xfrm>
              <a:off x="3565584" y="4308273"/>
              <a:ext cx="216000" cy="216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F8DC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2" name="Group 58">
            <a:extLst>
              <a:ext uri="{FF2B5EF4-FFF2-40B4-BE49-F238E27FC236}">
                <a16:creationId xmlns:a16="http://schemas.microsoft.com/office/drawing/2014/main" id="{04F684B1-86C3-5CCE-38B4-C15870D9C66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63392" y="1991625"/>
            <a:ext cx="762444" cy="978872"/>
            <a:chOff x="648" y="958"/>
            <a:chExt cx="1078" cy="1384"/>
          </a:xfrm>
        </p:grpSpPr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301CD2B6-3089-815E-5A88-6B20965A8508}"/>
                </a:ext>
              </a:extLst>
            </p:cNvPr>
            <p:cNvSpPr>
              <a:spLocks/>
            </p:cNvSpPr>
            <p:nvPr/>
          </p:nvSpPr>
          <p:spPr bwMode="auto">
            <a:xfrm>
              <a:off x="804" y="1821"/>
              <a:ext cx="383" cy="430"/>
            </a:xfrm>
            <a:custGeom>
              <a:avLst/>
              <a:gdLst>
                <a:gd name="T0" fmla="*/ 1149 w 1149"/>
                <a:gd name="T1" fmla="*/ 1275 h 1291"/>
                <a:gd name="T2" fmla="*/ 1137 w 1149"/>
                <a:gd name="T3" fmla="*/ 1277 h 1291"/>
                <a:gd name="T4" fmla="*/ 1101 w 1149"/>
                <a:gd name="T5" fmla="*/ 1279 h 1291"/>
                <a:gd name="T6" fmla="*/ 1047 w 1149"/>
                <a:gd name="T7" fmla="*/ 1282 h 1291"/>
                <a:gd name="T8" fmla="*/ 977 w 1149"/>
                <a:gd name="T9" fmla="*/ 1286 h 1291"/>
                <a:gd name="T10" fmla="*/ 898 w 1149"/>
                <a:gd name="T11" fmla="*/ 1288 h 1291"/>
                <a:gd name="T12" fmla="*/ 810 w 1149"/>
                <a:gd name="T13" fmla="*/ 1289 h 1291"/>
                <a:gd name="T14" fmla="*/ 719 w 1149"/>
                <a:gd name="T15" fmla="*/ 1291 h 1291"/>
                <a:gd name="T16" fmla="*/ 629 w 1149"/>
                <a:gd name="T17" fmla="*/ 1288 h 1291"/>
                <a:gd name="T18" fmla="*/ 543 w 1149"/>
                <a:gd name="T19" fmla="*/ 1283 h 1291"/>
                <a:gd name="T20" fmla="*/ 466 w 1149"/>
                <a:gd name="T21" fmla="*/ 1274 h 1291"/>
                <a:gd name="T22" fmla="*/ 401 w 1149"/>
                <a:gd name="T23" fmla="*/ 1262 h 1291"/>
                <a:gd name="T24" fmla="*/ 352 w 1149"/>
                <a:gd name="T25" fmla="*/ 1244 h 1291"/>
                <a:gd name="T26" fmla="*/ 324 w 1149"/>
                <a:gd name="T27" fmla="*/ 1221 h 1291"/>
                <a:gd name="T28" fmla="*/ 319 w 1149"/>
                <a:gd name="T29" fmla="*/ 1192 h 1291"/>
                <a:gd name="T30" fmla="*/ 343 w 1149"/>
                <a:gd name="T31" fmla="*/ 1156 h 1291"/>
                <a:gd name="T32" fmla="*/ 410 w 1149"/>
                <a:gd name="T33" fmla="*/ 1070 h 1291"/>
                <a:gd name="T34" fmla="*/ 453 w 1149"/>
                <a:gd name="T35" fmla="*/ 981 h 1291"/>
                <a:gd name="T36" fmla="*/ 476 w 1149"/>
                <a:gd name="T37" fmla="*/ 895 h 1291"/>
                <a:gd name="T38" fmla="*/ 485 w 1149"/>
                <a:gd name="T39" fmla="*/ 816 h 1291"/>
                <a:gd name="T40" fmla="*/ 485 w 1149"/>
                <a:gd name="T41" fmla="*/ 754 h 1291"/>
                <a:gd name="T42" fmla="*/ 480 w 1149"/>
                <a:gd name="T43" fmla="*/ 712 h 1291"/>
                <a:gd name="T44" fmla="*/ 477 w 1149"/>
                <a:gd name="T45" fmla="*/ 697 h 1291"/>
                <a:gd name="T46" fmla="*/ 439 w 1149"/>
                <a:gd name="T47" fmla="*/ 782 h 1291"/>
                <a:gd name="T48" fmla="*/ 393 w 1149"/>
                <a:gd name="T49" fmla="*/ 852 h 1291"/>
                <a:gd name="T50" fmla="*/ 338 w 1149"/>
                <a:gd name="T51" fmla="*/ 907 h 1291"/>
                <a:gd name="T52" fmla="*/ 283 w 1149"/>
                <a:gd name="T53" fmla="*/ 948 h 1291"/>
                <a:gd name="T54" fmla="*/ 231 w 1149"/>
                <a:gd name="T55" fmla="*/ 974 h 1291"/>
                <a:gd name="T56" fmla="*/ 184 w 1149"/>
                <a:gd name="T57" fmla="*/ 986 h 1291"/>
                <a:gd name="T58" fmla="*/ 148 w 1149"/>
                <a:gd name="T59" fmla="*/ 986 h 1291"/>
                <a:gd name="T60" fmla="*/ 128 w 1149"/>
                <a:gd name="T61" fmla="*/ 970 h 1291"/>
                <a:gd name="T62" fmla="*/ 128 w 1149"/>
                <a:gd name="T63" fmla="*/ 944 h 1291"/>
                <a:gd name="T64" fmla="*/ 150 w 1149"/>
                <a:gd name="T65" fmla="*/ 905 h 1291"/>
                <a:gd name="T66" fmla="*/ 193 w 1149"/>
                <a:gd name="T67" fmla="*/ 834 h 1291"/>
                <a:gd name="T68" fmla="*/ 215 w 1149"/>
                <a:gd name="T69" fmla="*/ 762 h 1291"/>
                <a:gd name="T70" fmla="*/ 224 w 1149"/>
                <a:gd name="T71" fmla="*/ 693 h 1291"/>
                <a:gd name="T72" fmla="*/ 222 w 1149"/>
                <a:gd name="T73" fmla="*/ 635 h 1291"/>
                <a:gd name="T74" fmla="*/ 215 w 1149"/>
                <a:gd name="T75" fmla="*/ 592 h 1291"/>
                <a:gd name="T76" fmla="*/ 210 w 1149"/>
                <a:gd name="T77" fmla="*/ 568 h 1291"/>
                <a:gd name="T78" fmla="*/ 198 w 1149"/>
                <a:gd name="T79" fmla="*/ 574 h 1291"/>
                <a:gd name="T80" fmla="*/ 170 w 1149"/>
                <a:gd name="T81" fmla="*/ 596 h 1291"/>
                <a:gd name="T82" fmla="*/ 136 w 1149"/>
                <a:gd name="T83" fmla="*/ 617 h 1291"/>
                <a:gd name="T84" fmla="*/ 99 w 1149"/>
                <a:gd name="T85" fmla="*/ 635 h 1291"/>
                <a:gd name="T86" fmla="*/ 64 w 1149"/>
                <a:gd name="T87" fmla="*/ 647 h 1291"/>
                <a:gd name="T88" fmla="*/ 33 w 1149"/>
                <a:gd name="T89" fmla="*/ 652 h 1291"/>
                <a:gd name="T90" fmla="*/ 12 w 1149"/>
                <a:gd name="T91" fmla="*/ 644 h 1291"/>
                <a:gd name="T92" fmla="*/ 0 w 1149"/>
                <a:gd name="T93" fmla="*/ 625 h 1291"/>
                <a:gd name="T94" fmla="*/ 4 w 1149"/>
                <a:gd name="T95" fmla="*/ 588 h 1291"/>
                <a:gd name="T96" fmla="*/ 33 w 1149"/>
                <a:gd name="T97" fmla="*/ 509 h 1291"/>
                <a:gd name="T98" fmla="*/ 56 w 1149"/>
                <a:gd name="T99" fmla="*/ 401 h 1291"/>
                <a:gd name="T100" fmla="*/ 61 w 1149"/>
                <a:gd name="T101" fmla="*/ 305 h 1291"/>
                <a:gd name="T102" fmla="*/ 53 w 1149"/>
                <a:gd name="T103" fmla="*/ 221 h 1291"/>
                <a:gd name="T104" fmla="*/ 40 w 1149"/>
                <a:gd name="T105" fmla="*/ 154 h 1291"/>
                <a:gd name="T106" fmla="*/ 24 w 1149"/>
                <a:gd name="T107" fmla="*/ 106 h 1291"/>
                <a:gd name="T108" fmla="*/ 14 w 1149"/>
                <a:gd name="T109" fmla="*/ 81 h 1291"/>
                <a:gd name="T110" fmla="*/ 1149 w 1149"/>
                <a:gd name="T111" fmla="*/ 0 h 1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49" h="1291">
                  <a:moveTo>
                    <a:pt x="1149" y="0"/>
                  </a:moveTo>
                  <a:lnTo>
                    <a:pt x="1149" y="1275"/>
                  </a:lnTo>
                  <a:lnTo>
                    <a:pt x="1146" y="1275"/>
                  </a:lnTo>
                  <a:lnTo>
                    <a:pt x="1137" y="1277"/>
                  </a:lnTo>
                  <a:lnTo>
                    <a:pt x="1122" y="1278"/>
                  </a:lnTo>
                  <a:lnTo>
                    <a:pt x="1101" y="1279"/>
                  </a:lnTo>
                  <a:lnTo>
                    <a:pt x="1076" y="1280"/>
                  </a:lnTo>
                  <a:lnTo>
                    <a:pt x="1047" y="1282"/>
                  </a:lnTo>
                  <a:lnTo>
                    <a:pt x="1014" y="1283"/>
                  </a:lnTo>
                  <a:lnTo>
                    <a:pt x="977" y="1286"/>
                  </a:lnTo>
                  <a:lnTo>
                    <a:pt x="939" y="1287"/>
                  </a:lnTo>
                  <a:lnTo>
                    <a:pt x="898" y="1288"/>
                  </a:lnTo>
                  <a:lnTo>
                    <a:pt x="855" y="1289"/>
                  </a:lnTo>
                  <a:lnTo>
                    <a:pt x="810" y="1289"/>
                  </a:lnTo>
                  <a:lnTo>
                    <a:pt x="765" y="1291"/>
                  </a:lnTo>
                  <a:lnTo>
                    <a:pt x="719" y="1291"/>
                  </a:lnTo>
                  <a:lnTo>
                    <a:pt x="674" y="1289"/>
                  </a:lnTo>
                  <a:lnTo>
                    <a:pt x="629" y="1288"/>
                  </a:lnTo>
                  <a:lnTo>
                    <a:pt x="585" y="1286"/>
                  </a:lnTo>
                  <a:lnTo>
                    <a:pt x="543" y="1283"/>
                  </a:lnTo>
                  <a:lnTo>
                    <a:pt x="504" y="1279"/>
                  </a:lnTo>
                  <a:lnTo>
                    <a:pt x="466" y="1274"/>
                  </a:lnTo>
                  <a:lnTo>
                    <a:pt x="432" y="1269"/>
                  </a:lnTo>
                  <a:lnTo>
                    <a:pt x="401" y="1262"/>
                  </a:lnTo>
                  <a:lnTo>
                    <a:pt x="375" y="1254"/>
                  </a:lnTo>
                  <a:lnTo>
                    <a:pt x="352" y="1244"/>
                  </a:lnTo>
                  <a:lnTo>
                    <a:pt x="336" y="1234"/>
                  </a:lnTo>
                  <a:lnTo>
                    <a:pt x="324" y="1221"/>
                  </a:lnTo>
                  <a:lnTo>
                    <a:pt x="318" y="1208"/>
                  </a:lnTo>
                  <a:lnTo>
                    <a:pt x="319" y="1192"/>
                  </a:lnTo>
                  <a:lnTo>
                    <a:pt x="327" y="1175"/>
                  </a:lnTo>
                  <a:lnTo>
                    <a:pt x="343" y="1156"/>
                  </a:lnTo>
                  <a:lnTo>
                    <a:pt x="380" y="1115"/>
                  </a:lnTo>
                  <a:lnTo>
                    <a:pt x="410" y="1070"/>
                  </a:lnTo>
                  <a:lnTo>
                    <a:pt x="434" y="1025"/>
                  </a:lnTo>
                  <a:lnTo>
                    <a:pt x="453" y="981"/>
                  </a:lnTo>
                  <a:lnTo>
                    <a:pt x="467" y="936"/>
                  </a:lnTo>
                  <a:lnTo>
                    <a:pt x="476" y="895"/>
                  </a:lnTo>
                  <a:lnTo>
                    <a:pt x="482" y="854"/>
                  </a:lnTo>
                  <a:lnTo>
                    <a:pt x="485" y="816"/>
                  </a:lnTo>
                  <a:lnTo>
                    <a:pt x="485" y="783"/>
                  </a:lnTo>
                  <a:lnTo>
                    <a:pt x="485" y="754"/>
                  </a:lnTo>
                  <a:lnTo>
                    <a:pt x="482" y="730"/>
                  </a:lnTo>
                  <a:lnTo>
                    <a:pt x="480" y="712"/>
                  </a:lnTo>
                  <a:lnTo>
                    <a:pt x="479" y="701"/>
                  </a:lnTo>
                  <a:lnTo>
                    <a:pt x="477" y="697"/>
                  </a:lnTo>
                  <a:lnTo>
                    <a:pt x="460" y="741"/>
                  </a:lnTo>
                  <a:lnTo>
                    <a:pt x="439" y="782"/>
                  </a:lnTo>
                  <a:lnTo>
                    <a:pt x="417" y="819"/>
                  </a:lnTo>
                  <a:lnTo>
                    <a:pt x="393" y="852"/>
                  </a:lnTo>
                  <a:lnTo>
                    <a:pt x="366" y="882"/>
                  </a:lnTo>
                  <a:lnTo>
                    <a:pt x="338" y="907"/>
                  </a:lnTo>
                  <a:lnTo>
                    <a:pt x="310" y="929"/>
                  </a:lnTo>
                  <a:lnTo>
                    <a:pt x="283" y="948"/>
                  </a:lnTo>
                  <a:lnTo>
                    <a:pt x="256" y="963"/>
                  </a:lnTo>
                  <a:lnTo>
                    <a:pt x="231" y="974"/>
                  </a:lnTo>
                  <a:lnTo>
                    <a:pt x="207" y="982"/>
                  </a:lnTo>
                  <a:lnTo>
                    <a:pt x="184" y="986"/>
                  </a:lnTo>
                  <a:lnTo>
                    <a:pt x="165" y="987"/>
                  </a:lnTo>
                  <a:lnTo>
                    <a:pt x="148" y="986"/>
                  </a:lnTo>
                  <a:lnTo>
                    <a:pt x="137" y="979"/>
                  </a:lnTo>
                  <a:lnTo>
                    <a:pt x="128" y="970"/>
                  </a:lnTo>
                  <a:lnTo>
                    <a:pt x="126" y="959"/>
                  </a:lnTo>
                  <a:lnTo>
                    <a:pt x="128" y="944"/>
                  </a:lnTo>
                  <a:lnTo>
                    <a:pt x="136" y="926"/>
                  </a:lnTo>
                  <a:lnTo>
                    <a:pt x="150" y="905"/>
                  </a:lnTo>
                  <a:lnTo>
                    <a:pt x="175" y="869"/>
                  </a:lnTo>
                  <a:lnTo>
                    <a:pt x="193" y="834"/>
                  </a:lnTo>
                  <a:lnTo>
                    <a:pt x="207" y="797"/>
                  </a:lnTo>
                  <a:lnTo>
                    <a:pt x="215" y="762"/>
                  </a:lnTo>
                  <a:lnTo>
                    <a:pt x="222" y="726"/>
                  </a:lnTo>
                  <a:lnTo>
                    <a:pt x="224" y="693"/>
                  </a:lnTo>
                  <a:lnTo>
                    <a:pt x="224" y="663"/>
                  </a:lnTo>
                  <a:lnTo>
                    <a:pt x="222" y="635"/>
                  </a:lnTo>
                  <a:lnTo>
                    <a:pt x="219" y="612"/>
                  </a:lnTo>
                  <a:lnTo>
                    <a:pt x="215" y="592"/>
                  </a:lnTo>
                  <a:lnTo>
                    <a:pt x="213" y="577"/>
                  </a:lnTo>
                  <a:lnTo>
                    <a:pt x="210" y="568"/>
                  </a:lnTo>
                  <a:lnTo>
                    <a:pt x="209" y="564"/>
                  </a:lnTo>
                  <a:lnTo>
                    <a:pt x="198" y="574"/>
                  </a:lnTo>
                  <a:lnTo>
                    <a:pt x="185" y="586"/>
                  </a:lnTo>
                  <a:lnTo>
                    <a:pt x="170" y="596"/>
                  </a:lnTo>
                  <a:lnTo>
                    <a:pt x="153" y="607"/>
                  </a:lnTo>
                  <a:lnTo>
                    <a:pt x="136" y="617"/>
                  </a:lnTo>
                  <a:lnTo>
                    <a:pt x="118" y="626"/>
                  </a:lnTo>
                  <a:lnTo>
                    <a:pt x="99" y="635"/>
                  </a:lnTo>
                  <a:lnTo>
                    <a:pt x="81" y="641"/>
                  </a:lnTo>
                  <a:lnTo>
                    <a:pt x="64" y="647"/>
                  </a:lnTo>
                  <a:lnTo>
                    <a:pt x="48" y="650"/>
                  </a:lnTo>
                  <a:lnTo>
                    <a:pt x="33" y="652"/>
                  </a:lnTo>
                  <a:lnTo>
                    <a:pt x="22" y="649"/>
                  </a:lnTo>
                  <a:lnTo>
                    <a:pt x="12" y="644"/>
                  </a:lnTo>
                  <a:lnTo>
                    <a:pt x="4" y="636"/>
                  </a:lnTo>
                  <a:lnTo>
                    <a:pt x="0" y="625"/>
                  </a:lnTo>
                  <a:lnTo>
                    <a:pt x="0" y="609"/>
                  </a:lnTo>
                  <a:lnTo>
                    <a:pt x="4" y="588"/>
                  </a:lnTo>
                  <a:lnTo>
                    <a:pt x="13" y="564"/>
                  </a:lnTo>
                  <a:lnTo>
                    <a:pt x="33" y="509"/>
                  </a:lnTo>
                  <a:lnTo>
                    <a:pt x="47" y="453"/>
                  </a:lnTo>
                  <a:lnTo>
                    <a:pt x="56" y="401"/>
                  </a:lnTo>
                  <a:lnTo>
                    <a:pt x="60" y="352"/>
                  </a:lnTo>
                  <a:lnTo>
                    <a:pt x="61" y="305"/>
                  </a:lnTo>
                  <a:lnTo>
                    <a:pt x="59" y="261"/>
                  </a:lnTo>
                  <a:lnTo>
                    <a:pt x="53" y="221"/>
                  </a:lnTo>
                  <a:lnTo>
                    <a:pt x="47" y="185"/>
                  </a:lnTo>
                  <a:lnTo>
                    <a:pt x="40" y="154"/>
                  </a:lnTo>
                  <a:lnTo>
                    <a:pt x="32" y="128"/>
                  </a:lnTo>
                  <a:lnTo>
                    <a:pt x="24" y="106"/>
                  </a:lnTo>
                  <a:lnTo>
                    <a:pt x="18" y="91"/>
                  </a:lnTo>
                  <a:lnTo>
                    <a:pt x="14" y="81"/>
                  </a:lnTo>
                  <a:lnTo>
                    <a:pt x="13" y="78"/>
                  </a:lnTo>
                  <a:lnTo>
                    <a:pt x="1149" y="0"/>
                  </a:lnTo>
                  <a:close/>
                </a:path>
              </a:pathLst>
            </a:custGeom>
            <a:solidFill>
              <a:srgbClr val="684B3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AD6FE148-017A-12BD-DE6A-40D3B81D3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2" y="1821"/>
              <a:ext cx="383" cy="430"/>
            </a:xfrm>
            <a:custGeom>
              <a:avLst/>
              <a:gdLst>
                <a:gd name="T0" fmla="*/ 1137 w 1150"/>
                <a:gd name="T1" fmla="*/ 78 h 1291"/>
                <a:gd name="T2" fmla="*/ 1132 w 1150"/>
                <a:gd name="T3" fmla="*/ 91 h 1291"/>
                <a:gd name="T4" fmla="*/ 1118 w 1150"/>
                <a:gd name="T5" fmla="*/ 128 h 1291"/>
                <a:gd name="T6" fmla="*/ 1103 w 1150"/>
                <a:gd name="T7" fmla="*/ 185 h 1291"/>
                <a:gd name="T8" fmla="*/ 1091 w 1150"/>
                <a:gd name="T9" fmla="*/ 261 h 1291"/>
                <a:gd name="T10" fmla="*/ 1090 w 1150"/>
                <a:gd name="T11" fmla="*/ 352 h 1291"/>
                <a:gd name="T12" fmla="*/ 1103 w 1150"/>
                <a:gd name="T13" fmla="*/ 453 h 1291"/>
                <a:gd name="T14" fmla="*/ 1137 w 1150"/>
                <a:gd name="T15" fmla="*/ 564 h 1291"/>
                <a:gd name="T16" fmla="*/ 1150 w 1150"/>
                <a:gd name="T17" fmla="*/ 609 h 1291"/>
                <a:gd name="T18" fmla="*/ 1146 w 1150"/>
                <a:gd name="T19" fmla="*/ 636 h 1291"/>
                <a:gd name="T20" fmla="*/ 1128 w 1150"/>
                <a:gd name="T21" fmla="*/ 649 h 1291"/>
                <a:gd name="T22" fmla="*/ 1101 w 1150"/>
                <a:gd name="T23" fmla="*/ 650 h 1291"/>
                <a:gd name="T24" fmla="*/ 1069 w 1150"/>
                <a:gd name="T25" fmla="*/ 641 h 1291"/>
                <a:gd name="T26" fmla="*/ 1032 w 1150"/>
                <a:gd name="T27" fmla="*/ 626 h 1291"/>
                <a:gd name="T28" fmla="*/ 996 w 1150"/>
                <a:gd name="T29" fmla="*/ 607 h 1291"/>
                <a:gd name="T30" fmla="*/ 965 w 1150"/>
                <a:gd name="T31" fmla="*/ 586 h 1291"/>
                <a:gd name="T32" fmla="*/ 941 w 1150"/>
                <a:gd name="T33" fmla="*/ 564 h 1291"/>
                <a:gd name="T34" fmla="*/ 937 w 1150"/>
                <a:gd name="T35" fmla="*/ 577 h 1291"/>
                <a:gd name="T36" fmla="*/ 931 w 1150"/>
                <a:gd name="T37" fmla="*/ 612 h 1291"/>
                <a:gd name="T38" fmla="*/ 926 w 1150"/>
                <a:gd name="T39" fmla="*/ 663 h 1291"/>
                <a:gd name="T40" fmla="*/ 928 w 1150"/>
                <a:gd name="T41" fmla="*/ 726 h 1291"/>
                <a:gd name="T42" fmla="*/ 943 w 1150"/>
                <a:gd name="T43" fmla="*/ 797 h 1291"/>
                <a:gd name="T44" fmla="*/ 975 w 1150"/>
                <a:gd name="T45" fmla="*/ 869 h 1291"/>
                <a:gd name="T46" fmla="*/ 1014 w 1150"/>
                <a:gd name="T47" fmla="*/ 926 h 1291"/>
                <a:gd name="T48" fmla="*/ 1024 w 1150"/>
                <a:gd name="T49" fmla="*/ 959 h 1291"/>
                <a:gd name="T50" fmla="*/ 1013 w 1150"/>
                <a:gd name="T51" fmla="*/ 979 h 1291"/>
                <a:gd name="T52" fmla="*/ 985 w 1150"/>
                <a:gd name="T53" fmla="*/ 987 h 1291"/>
                <a:gd name="T54" fmla="*/ 943 w 1150"/>
                <a:gd name="T55" fmla="*/ 982 h 1291"/>
                <a:gd name="T56" fmla="*/ 894 w 1150"/>
                <a:gd name="T57" fmla="*/ 963 h 1291"/>
                <a:gd name="T58" fmla="*/ 840 w 1150"/>
                <a:gd name="T59" fmla="*/ 929 h 1291"/>
                <a:gd name="T60" fmla="*/ 784 w 1150"/>
                <a:gd name="T61" fmla="*/ 882 h 1291"/>
                <a:gd name="T62" fmla="*/ 733 w 1150"/>
                <a:gd name="T63" fmla="*/ 819 h 1291"/>
                <a:gd name="T64" fmla="*/ 690 w 1150"/>
                <a:gd name="T65" fmla="*/ 741 h 1291"/>
                <a:gd name="T66" fmla="*/ 671 w 1150"/>
                <a:gd name="T67" fmla="*/ 701 h 1291"/>
                <a:gd name="T68" fmla="*/ 667 w 1150"/>
                <a:gd name="T69" fmla="*/ 730 h 1291"/>
                <a:gd name="T70" fmla="*/ 665 w 1150"/>
                <a:gd name="T71" fmla="*/ 783 h 1291"/>
                <a:gd name="T72" fmla="*/ 667 w 1150"/>
                <a:gd name="T73" fmla="*/ 854 h 1291"/>
                <a:gd name="T74" fmla="*/ 683 w 1150"/>
                <a:gd name="T75" fmla="*/ 936 h 1291"/>
                <a:gd name="T76" fmla="*/ 715 w 1150"/>
                <a:gd name="T77" fmla="*/ 1025 h 1291"/>
                <a:gd name="T78" fmla="*/ 770 w 1150"/>
                <a:gd name="T79" fmla="*/ 1115 h 1291"/>
                <a:gd name="T80" fmla="*/ 823 w 1150"/>
                <a:gd name="T81" fmla="*/ 1175 h 1291"/>
                <a:gd name="T82" fmla="*/ 832 w 1150"/>
                <a:gd name="T83" fmla="*/ 1208 h 1291"/>
                <a:gd name="T84" fmla="*/ 814 w 1150"/>
                <a:gd name="T85" fmla="*/ 1234 h 1291"/>
                <a:gd name="T86" fmla="*/ 775 w 1150"/>
                <a:gd name="T87" fmla="*/ 1254 h 1291"/>
                <a:gd name="T88" fmla="*/ 718 w 1150"/>
                <a:gd name="T89" fmla="*/ 1269 h 1291"/>
                <a:gd name="T90" fmla="*/ 646 w 1150"/>
                <a:gd name="T91" fmla="*/ 1279 h 1291"/>
                <a:gd name="T92" fmla="*/ 565 w 1150"/>
                <a:gd name="T93" fmla="*/ 1286 h 1291"/>
                <a:gd name="T94" fmla="*/ 476 w 1150"/>
                <a:gd name="T95" fmla="*/ 1289 h 1291"/>
                <a:gd name="T96" fmla="*/ 385 w 1150"/>
                <a:gd name="T97" fmla="*/ 1291 h 1291"/>
                <a:gd name="T98" fmla="*/ 295 w 1150"/>
                <a:gd name="T99" fmla="*/ 1289 h 1291"/>
                <a:gd name="T100" fmla="*/ 210 w 1150"/>
                <a:gd name="T101" fmla="*/ 1287 h 1291"/>
                <a:gd name="T102" fmla="*/ 136 w 1150"/>
                <a:gd name="T103" fmla="*/ 1283 h 1291"/>
                <a:gd name="T104" fmla="*/ 74 w 1150"/>
                <a:gd name="T105" fmla="*/ 1280 h 1291"/>
                <a:gd name="T106" fmla="*/ 28 w 1150"/>
                <a:gd name="T107" fmla="*/ 1278 h 1291"/>
                <a:gd name="T108" fmla="*/ 4 w 1150"/>
                <a:gd name="T109" fmla="*/ 1275 h 1291"/>
                <a:gd name="T110" fmla="*/ 0 w 1150"/>
                <a:gd name="T111" fmla="*/ 0 h 1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50" h="1291">
                  <a:moveTo>
                    <a:pt x="0" y="0"/>
                  </a:moveTo>
                  <a:lnTo>
                    <a:pt x="1137" y="78"/>
                  </a:lnTo>
                  <a:lnTo>
                    <a:pt x="1136" y="81"/>
                  </a:lnTo>
                  <a:lnTo>
                    <a:pt x="1132" y="91"/>
                  </a:lnTo>
                  <a:lnTo>
                    <a:pt x="1126" y="106"/>
                  </a:lnTo>
                  <a:lnTo>
                    <a:pt x="1118" y="128"/>
                  </a:lnTo>
                  <a:lnTo>
                    <a:pt x="1110" y="154"/>
                  </a:lnTo>
                  <a:lnTo>
                    <a:pt x="1103" y="185"/>
                  </a:lnTo>
                  <a:lnTo>
                    <a:pt x="1096" y="221"/>
                  </a:lnTo>
                  <a:lnTo>
                    <a:pt x="1091" y="261"/>
                  </a:lnTo>
                  <a:lnTo>
                    <a:pt x="1089" y="305"/>
                  </a:lnTo>
                  <a:lnTo>
                    <a:pt x="1090" y="352"/>
                  </a:lnTo>
                  <a:lnTo>
                    <a:pt x="1094" y="401"/>
                  </a:lnTo>
                  <a:lnTo>
                    <a:pt x="1103" y="453"/>
                  </a:lnTo>
                  <a:lnTo>
                    <a:pt x="1117" y="509"/>
                  </a:lnTo>
                  <a:lnTo>
                    <a:pt x="1137" y="564"/>
                  </a:lnTo>
                  <a:lnTo>
                    <a:pt x="1146" y="588"/>
                  </a:lnTo>
                  <a:lnTo>
                    <a:pt x="1150" y="609"/>
                  </a:lnTo>
                  <a:lnTo>
                    <a:pt x="1150" y="625"/>
                  </a:lnTo>
                  <a:lnTo>
                    <a:pt x="1146" y="636"/>
                  </a:lnTo>
                  <a:lnTo>
                    <a:pt x="1138" y="644"/>
                  </a:lnTo>
                  <a:lnTo>
                    <a:pt x="1128" y="649"/>
                  </a:lnTo>
                  <a:lnTo>
                    <a:pt x="1117" y="652"/>
                  </a:lnTo>
                  <a:lnTo>
                    <a:pt x="1101" y="650"/>
                  </a:lnTo>
                  <a:lnTo>
                    <a:pt x="1085" y="647"/>
                  </a:lnTo>
                  <a:lnTo>
                    <a:pt x="1069" y="641"/>
                  </a:lnTo>
                  <a:lnTo>
                    <a:pt x="1051" y="635"/>
                  </a:lnTo>
                  <a:lnTo>
                    <a:pt x="1032" y="626"/>
                  </a:lnTo>
                  <a:lnTo>
                    <a:pt x="1014" y="617"/>
                  </a:lnTo>
                  <a:lnTo>
                    <a:pt x="996" y="607"/>
                  </a:lnTo>
                  <a:lnTo>
                    <a:pt x="980" y="596"/>
                  </a:lnTo>
                  <a:lnTo>
                    <a:pt x="965" y="586"/>
                  </a:lnTo>
                  <a:lnTo>
                    <a:pt x="952" y="574"/>
                  </a:lnTo>
                  <a:lnTo>
                    <a:pt x="941" y="564"/>
                  </a:lnTo>
                  <a:lnTo>
                    <a:pt x="939" y="568"/>
                  </a:lnTo>
                  <a:lnTo>
                    <a:pt x="937" y="577"/>
                  </a:lnTo>
                  <a:lnTo>
                    <a:pt x="934" y="592"/>
                  </a:lnTo>
                  <a:lnTo>
                    <a:pt x="931" y="612"/>
                  </a:lnTo>
                  <a:lnTo>
                    <a:pt x="928" y="635"/>
                  </a:lnTo>
                  <a:lnTo>
                    <a:pt x="926" y="663"/>
                  </a:lnTo>
                  <a:lnTo>
                    <a:pt x="926" y="693"/>
                  </a:lnTo>
                  <a:lnTo>
                    <a:pt x="928" y="726"/>
                  </a:lnTo>
                  <a:lnTo>
                    <a:pt x="934" y="762"/>
                  </a:lnTo>
                  <a:lnTo>
                    <a:pt x="943" y="797"/>
                  </a:lnTo>
                  <a:lnTo>
                    <a:pt x="957" y="834"/>
                  </a:lnTo>
                  <a:lnTo>
                    <a:pt x="975" y="869"/>
                  </a:lnTo>
                  <a:lnTo>
                    <a:pt x="1000" y="905"/>
                  </a:lnTo>
                  <a:lnTo>
                    <a:pt x="1014" y="926"/>
                  </a:lnTo>
                  <a:lnTo>
                    <a:pt x="1022" y="944"/>
                  </a:lnTo>
                  <a:lnTo>
                    <a:pt x="1024" y="959"/>
                  </a:lnTo>
                  <a:lnTo>
                    <a:pt x="1022" y="970"/>
                  </a:lnTo>
                  <a:lnTo>
                    <a:pt x="1013" y="979"/>
                  </a:lnTo>
                  <a:lnTo>
                    <a:pt x="1002" y="986"/>
                  </a:lnTo>
                  <a:lnTo>
                    <a:pt x="985" y="987"/>
                  </a:lnTo>
                  <a:lnTo>
                    <a:pt x="966" y="986"/>
                  </a:lnTo>
                  <a:lnTo>
                    <a:pt x="943" y="982"/>
                  </a:lnTo>
                  <a:lnTo>
                    <a:pt x="919" y="974"/>
                  </a:lnTo>
                  <a:lnTo>
                    <a:pt x="894" y="963"/>
                  </a:lnTo>
                  <a:lnTo>
                    <a:pt x="867" y="948"/>
                  </a:lnTo>
                  <a:lnTo>
                    <a:pt x="840" y="929"/>
                  </a:lnTo>
                  <a:lnTo>
                    <a:pt x="812" y="907"/>
                  </a:lnTo>
                  <a:lnTo>
                    <a:pt x="784" y="882"/>
                  </a:lnTo>
                  <a:lnTo>
                    <a:pt x="757" y="852"/>
                  </a:lnTo>
                  <a:lnTo>
                    <a:pt x="733" y="819"/>
                  </a:lnTo>
                  <a:lnTo>
                    <a:pt x="710" y="782"/>
                  </a:lnTo>
                  <a:lnTo>
                    <a:pt x="690" y="741"/>
                  </a:lnTo>
                  <a:lnTo>
                    <a:pt x="672" y="697"/>
                  </a:lnTo>
                  <a:lnTo>
                    <a:pt x="671" y="701"/>
                  </a:lnTo>
                  <a:lnTo>
                    <a:pt x="670" y="712"/>
                  </a:lnTo>
                  <a:lnTo>
                    <a:pt x="667" y="730"/>
                  </a:lnTo>
                  <a:lnTo>
                    <a:pt x="665" y="754"/>
                  </a:lnTo>
                  <a:lnTo>
                    <a:pt x="665" y="783"/>
                  </a:lnTo>
                  <a:lnTo>
                    <a:pt x="665" y="816"/>
                  </a:lnTo>
                  <a:lnTo>
                    <a:pt x="667" y="854"/>
                  </a:lnTo>
                  <a:lnTo>
                    <a:pt x="674" y="895"/>
                  </a:lnTo>
                  <a:lnTo>
                    <a:pt x="683" y="936"/>
                  </a:lnTo>
                  <a:lnTo>
                    <a:pt x="696" y="981"/>
                  </a:lnTo>
                  <a:lnTo>
                    <a:pt x="715" y="1025"/>
                  </a:lnTo>
                  <a:lnTo>
                    <a:pt x="740" y="1070"/>
                  </a:lnTo>
                  <a:lnTo>
                    <a:pt x="770" y="1115"/>
                  </a:lnTo>
                  <a:lnTo>
                    <a:pt x="807" y="1156"/>
                  </a:lnTo>
                  <a:lnTo>
                    <a:pt x="823" y="1175"/>
                  </a:lnTo>
                  <a:lnTo>
                    <a:pt x="831" y="1192"/>
                  </a:lnTo>
                  <a:lnTo>
                    <a:pt x="832" y="1208"/>
                  </a:lnTo>
                  <a:lnTo>
                    <a:pt x="826" y="1221"/>
                  </a:lnTo>
                  <a:lnTo>
                    <a:pt x="814" y="1234"/>
                  </a:lnTo>
                  <a:lnTo>
                    <a:pt x="798" y="1244"/>
                  </a:lnTo>
                  <a:lnTo>
                    <a:pt x="775" y="1254"/>
                  </a:lnTo>
                  <a:lnTo>
                    <a:pt x="748" y="1262"/>
                  </a:lnTo>
                  <a:lnTo>
                    <a:pt x="718" y="1269"/>
                  </a:lnTo>
                  <a:lnTo>
                    <a:pt x="684" y="1274"/>
                  </a:lnTo>
                  <a:lnTo>
                    <a:pt x="646" y="1279"/>
                  </a:lnTo>
                  <a:lnTo>
                    <a:pt x="607" y="1283"/>
                  </a:lnTo>
                  <a:lnTo>
                    <a:pt x="565" y="1286"/>
                  </a:lnTo>
                  <a:lnTo>
                    <a:pt x="521" y="1288"/>
                  </a:lnTo>
                  <a:lnTo>
                    <a:pt x="476" y="1289"/>
                  </a:lnTo>
                  <a:lnTo>
                    <a:pt x="431" y="1291"/>
                  </a:lnTo>
                  <a:lnTo>
                    <a:pt x="385" y="1291"/>
                  </a:lnTo>
                  <a:lnTo>
                    <a:pt x="340" y="1289"/>
                  </a:lnTo>
                  <a:lnTo>
                    <a:pt x="295" y="1289"/>
                  </a:lnTo>
                  <a:lnTo>
                    <a:pt x="252" y="1288"/>
                  </a:lnTo>
                  <a:lnTo>
                    <a:pt x="210" y="1287"/>
                  </a:lnTo>
                  <a:lnTo>
                    <a:pt x="173" y="1286"/>
                  </a:lnTo>
                  <a:lnTo>
                    <a:pt x="136" y="1283"/>
                  </a:lnTo>
                  <a:lnTo>
                    <a:pt x="103" y="1282"/>
                  </a:lnTo>
                  <a:lnTo>
                    <a:pt x="74" y="1280"/>
                  </a:lnTo>
                  <a:lnTo>
                    <a:pt x="48" y="1279"/>
                  </a:lnTo>
                  <a:lnTo>
                    <a:pt x="28" y="1278"/>
                  </a:lnTo>
                  <a:lnTo>
                    <a:pt x="13" y="1277"/>
                  </a:lnTo>
                  <a:lnTo>
                    <a:pt x="4" y="1275"/>
                  </a:lnTo>
                  <a:lnTo>
                    <a:pt x="0" y="1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3C2A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" name="Rectangle 62">
              <a:extLst>
                <a:ext uri="{FF2B5EF4-FFF2-40B4-BE49-F238E27FC236}">
                  <a16:creationId xmlns:a16="http://schemas.microsoft.com/office/drawing/2014/main" id="{EA47D392-E686-3F57-15B4-7409DAFD2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" y="2020"/>
              <a:ext cx="188" cy="211"/>
            </a:xfrm>
            <a:prstGeom prst="rect">
              <a:avLst/>
            </a:prstGeom>
            <a:solidFill>
              <a:srgbClr val="FDCC9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F5BA14DF-7B54-EB64-7B21-A15FD39EF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" y="2020"/>
              <a:ext cx="188" cy="66"/>
            </a:xfrm>
            <a:custGeom>
              <a:avLst/>
              <a:gdLst>
                <a:gd name="T0" fmla="*/ 0 w 565"/>
                <a:gd name="T1" fmla="*/ 0 h 197"/>
                <a:gd name="T2" fmla="*/ 565 w 565"/>
                <a:gd name="T3" fmla="*/ 0 h 197"/>
                <a:gd name="T4" fmla="*/ 565 w 565"/>
                <a:gd name="T5" fmla="*/ 191 h 197"/>
                <a:gd name="T6" fmla="*/ 504 w 565"/>
                <a:gd name="T7" fmla="*/ 197 h 197"/>
                <a:gd name="T8" fmla="*/ 447 w 565"/>
                <a:gd name="T9" fmla="*/ 197 h 197"/>
                <a:gd name="T10" fmla="*/ 391 w 565"/>
                <a:gd name="T11" fmla="*/ 194 h 197"/>
                <a:gd name="T12" fmla="*/ 338 w 565"/>
                <a:gd name="T13" fmla="*/ 188 h 197"/>
                <a:gd name="T14" fmla="*/ 289 w 565"/>
                <a:gd name="T15" fmla="*/ 180 h 197"/>
                <a:gd name="T16" fmla="*/ 242 w 565"/>
                <a:gd name="T17" fmla="*/ 170 h 197"/>
                <a:gd name="T18" fmla="*/ 199 w 565"/>
                <a:gd name="T19" fmla="*/ 159 h 197"/>
                <a:gd name="T20" fmla="*/ 160 w 565"/>
                <a:gd name="T21" fmla="*/ 147 h 197"/>
                <a:gd name="T22" fmla="*/ 124 w 565"/>
                <a:gd name="T23" fmla="*/ 133 h 197"/>
                <a:gd name="T24" fmla="*/ 93 w 565"/>
                <a:gd name="T25" fmla="*/ 122 h 197"/>
                <a:gd name="T26" fmla="*/ 65 w 565"/>
                <a:gd name="T27" fmla="*/ 109 h 197"/>
                <a:gd name="T28" fmla="*/ 42 w 565"/>
                <a:gd name="T29" fmla="*/ 98 h 197"/>
                <a:gd name="T30" fmla="*/ 24 w 565"/>
                <a:gd name="T31" fmla="*/ 89 h 197"/>
                <a:gd name="T32" fmla="*/ 12 w 565"/>
                <a:gd name="T33" fmla="*/ 81 h 197"/>
                <a:gd name="T34" fmla="*/ 3 w 565"/>
                <a:gd name="T35" fmla="*/ 78 h 197"/>
                <a:gd name="T36" fmla="*/ 0 w 565"/>
                <a:gd name="T37" fmla="*/ 75 h 197"/>
                <a:gd name="T38" fmla="*/ 0 w 565"/>
                <a:gd name="T39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5" h="197">
                  <a:moveTo>
                    <a:pt x="0" y="0"/>
                  </a:moveTo>
                  <a:lnTo>
                    <a:pt x="565" y="0"/>
                  </a:lnTo>
                  <a:lnTo>
                    <a:pt x="565" y="191"/>
                  </a:lnTo>
                  <a:lnTo>
                    <a:pt x="504" y="197"/>
                  </a:lnTo>
                  <a:lnTo>
                    <a:pt x="447" y="197"/>
                  </a:lnTo>
                  <a:lnTo>
                    <a:pt x="391" y="194"/>
                  </a:lnTo>
                  <a:lnTo>
                    <a:pt x="338" y="188"/>
                  </a:lnTo>
                  <a:lnTo>
                    <a:pt x="289" y="180"/>
                  </a:lnTo>
                  <a:lnTo>
                    <a:pt x="242" y="170"/>
                  </a:lnTo>
                  <a:lnTo>
                    <a:pt x="199" y="159"/>
                  </a:lnTo>
                  <a:lnTo>
                    <a:pt x="160" y="147"/>
                  </a:lnTo>
                  <a:lnTo>
                    <a:pt x="124" y="133"/>
                  </a:lnTo>
                  <a:lnTo>
                    <a:pt x="93" y="122"/>
                  </a:lnTo>
                  <a:lnTo>
                    <a:pt x="65" y="109"/>
                  </a:lnTo>
                  <a:lnTo>
                    <a:pt x="42" y="98"/>
                  </a:lnTo>
                  <a:lnTo>
                    <a:pt x="24" y="89"/>
                  </a:lnTo>
                  <a:lnTo>
                    <a:pt x="12" y="81"/>
                  </a:lnTo>
                  <a:lnTo>
                    <a:pt x="3" y="78"/>
                  </a:lnTo>
                  <a:lnTo>
                    <a:pt x="0" y="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C9A3ECC8-8666-131B-CACB-60484E4B6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" y="1589"/>
              <a:ext cx="184" cy="209"/>
            </a:xfrm>
            <a:custGeom>
              <a:avLst/>
              <a:gdLst>
                <a:gd name="T0" fmla="*/ 276 w 552"/>
                <a:gd name="T1" fmla="*/ 0 h 628"/>
                <a:gd name="T2" fmla="*/ 317 w 552"/>
                <a:gd name="T3" fmla="*/ 3 h 628"/>
                <a:gd name="T4" fmla="*/ 356 w 552"/>
                <a:gd name="T5" fmla="*/ 13 h 628"/>
                <a:gd name="T6" fmla="*/ 393 w 552"/>
                <a:gd name="T7" fmla="*/ 29 h 628"/>
                <a:gd name="T8" fmla="*/ 426 w 552"/>
                <a:gd name="T9" fmla="*/ 51 h 628"/>
                <a:gd name="T10" fmla="*/ 457 w 552"/>
                <a:gd name="T11" fmla="*/ 76 h 628"/>
                <a:gd name="T12" fmla="*/ 484 w 552"/>
                <a:gd name="T13" fmla="*/ 108 h 628"/>
                <a:gd name="T14" fmla="*/ 507 w 552"/>
                <a:gd name="T15" fmla="*/ 143 h 628"/>
                <a:gd name="T16" fmla="*/ 526 w 552"/>
                <a:gd name="T17" fmla="*/ 181 h 628"/>
                <a:gd name="T18" fmla="*/ 540 w 552"/>
                <a:gd name="T19" fmla="*/ 223 h 628"/>
                <a:gd name="T20" fmla="*/ 548 w 552"/>
                <a:gd name="T21" fmla="*/ 267 h 628"/>
                <a:gd name="T22" fmla="*/ 552 w 552"/>
                <a:gd name="T23" fmla="*/ 314 h 628"/>
                <a:gd name="T24" fmla="*/ 548 w 552"/>
                <a:gd name="T25" fmla="*/ 361 h 628"/>
                <a:gd name="T26" fmla="*/ 540 w 552"/>
                <a:gd name="T27" fmla="*/ 405 h 628"/>
                <a:gd name="T28" fmla="*/ 526 w 552"/>
                <a:gd name="T29" fmla="*/ 447 h 628"/>
                <a:gd name="T30" fmla="*/ 507 w 552"/>
                <a:gd name="T31" fmla="*/ 485 h 628"/>
                <a:gd name="T32" fmla="*/ 484 w 552"/>
                <a:gd name="T33" fmla="*/ 520 h 628"/>
                <a:gd name="T34" fmla="*/ 457 w 552"/>
                <a:gd name="T35" fmla="*/ 551 h 628"/>
                <a:gd name="T36" fmla="*/ 426 w 552"/>
                <a:gd name="T37" fmla="*/ 577 h 628"/>
                <a:gd name="T38" fmla="*/ 393 w 552"/>
                <a:gd name="T39" fmla="*/ 599 h 628"/>
                <a:gd name="T40" fmla="*/ 356 w 552"/>
                <a:gd name="T41" fmla="*/ 615 h 628"/>
                <a:gd name="T42" fmla="*/ 317 w 552"/>
                <a:gd name="T43" fmla="*/ 624 h 628"/>
                <a:gd name="T44" fmla="*/ 276 w 552"/>
                <a:gd name="T45" fmla="*/ 628 h 628"/>
                <a:gd name="T46" fmla="*/ 236 w 552"/>
                <a:gd name="T47" fmla="*/ 624 h 628"/>
                <a:gd name="T48" fmla="*/ 197 w 552"/>
                <a:gd name="T49" fmla="*/ 615 h 628"/>
                <a:gd name="T50" fmla="*/ 160 w 552"/>
                <a:gd name="T51" fmla="*/ 599 h 628"/>
                <a:gd name="T52" fmla="*/ 126 w 552"/>
                <a:gd name="T53" fmla="*/ 577 h 628"/>
                <a:gd name="T54" fmla="*/ 95 w 552"/>
                <a:gd name="T55" fmla="*/ 551 h 628"/>
                <a:gd name="T56" fmla="*/ 69 w 552"/>
                <a:gd name="T57" fmla="*/ 520 h 628"/>
                <a:gd name="T58" fmla="*/ 45 w 552"/>
                <a:gd name="T59" fmla="*/ 485 h 628"/>
                <a:gd name="T60" fmla="*/ 26 w 552"/>
                <a:gd name="T61" fmla="*/ 447 h 628"/>
                <a:gd name="T62" fmla="*/ 12 w 552"/>
                <a:gd name="T63" fmla="*/ 405 h 628"/>
                <a:gd name="T64" fmla="*/ 4 w 552"/>
                <a:gd name="T65" fmla="*/ 361 h 628"/>
                <a:gd name="T66" fmla="*/ 0 w 552"/>
                <a:gd name="T67" fmla="*/ 314 h 628"/>
                <a:gd name="T68" fmla="*/ 4 w 552"/>
                <a:gd name="T69" fmla="*/ 267 h 628"/>
                <a:gd name="T70" fmla="*/ 12 w 552"/>
                <a:gd name="T71" fmla="*/ 223 h 628"/>
                <a:gd name="T72" fmla="*/ 26 w 552"/>
                <a:gd name="T73" fmla="*/ 181 h 628"/>
                <a:gd name="T74" fmla="*/ 45 w 552"/>
                <a:gd name="T75" fmla="*/ 143 h 628"/>
                <a:gd name="T76" fmla="*/ 69 w 552"/>
                <a:gd name="T77" fmla="*/ 108 h 628"/>
                <a:gd name="T78" fmla="*/ 95 w 552"/>
                <a:gd name="T79" fmla="*/ 76 h 628"/>
                <a:gd name="T80" fmla="*/ 126 w 552"/>
                <a:gd name="T81" fmla="*/ 51 h 628"/>
                <a:gd name="T82" fmla="*/ 160 w 552"/>
                <a:gd name="T83" fmla="*/ 29 h 628"/>
                <a:gd name="T84" fmla="*/ 197 w 552"/>
                <a:gd name="T85" fmla="*/ 13 h 628"/>
                <a:gd name="T86" fmla="*/ 236 w 552"/>
                <a:gd name="T87" fmla="*/ 3 h 628"/>
                <a:gd name="T88" fmla="*/ 276 w 552"/>
                <a:gd name="T89" fmla="*/ 0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628">
                  <a:moveTo>
                    <a:pt x="276" y="0"/>
                  </a:moveTo>
                  <a:lnTo>
                    <a:pt x="317" y="3"/>
                  </a:lnTo>
                  <a:lnTo>
                    <a:pt x="356" y="13"/>
                  </a:lnTo>
                  <a:lnTo>
                    <a:pt x="393" y="29"/>
                  </a:lnTo>
                  <a:lnTo>
                    <a:pt x="426" y="51"/>
                  </a:lnTo>
                  <a:lnTo>
                    <a:pt x="457" y="76"/>
                  </a:lnTo>
                  <a:lnTo>
                    <a:pt x="484" y="108"/>
                  </a:lnTo>
                  <a:lnTo>
                    <a:pt x="507" y="143"/>
                  </a:lnTo>
                  <a:lnTo>
                    <a:pt x="526" y="181"/>
                  </a:lnTo>
                  <a:lnTo>
                    <a:pt x="540" y="223"/>
                  </a:lnTo>
                  <a:lnTo>
                    <a:pt x="548" y="267"/>
                  </a:lnTo>
                  <a:lnTo>
                    <a:pt x="552" y="314"/>
                  </a:lnTo>
                  <a:lnTo>
                    <a:pt x="548" y="361"/>
                  </a:lnTo>
                  <a:lnTo>
                    <a:pt x="540" y="405"/>
                  </a:lnTo>
                  <a:lnTo>
                    <a:pt x="526" y="447"/>
                  </a:lnTo>
                  <a:lnTo>
                    <a:pt x="507" y="485"/>
                  </a:lnTo>
                  <a:lnTo>
                    <a:pt x="484" y="520"/>
                  </a:lnTo>
                  <a:lnTo>
                    <a:pt x="457" y="551"/>
                  </a:lnTo>
                  <a:lnTo>
                    <a:pt x="426" y="577"/>
                  </a:lnTo>
                  <a:lnTo>
                    <a:pt x="393" y="599"/>
                  </a:lnTo>
                  <a:lnTo>
                    <a:pt x="356" y="615"/>
                  </a:lnTo>
                  <a:lnTo>
                    <a:pt x="317" y="624"/>
                  </a:lnTo>
                  <a:lnTo>
                    <a:pt x="276" y="628"/>
                  </a:lnTo>
                  <a:lnTo>
                    <a:pt x="236" y="624"/>
                  </a:lnTo>
                  <a:lnTo>
                    <a:pt x="197" y="615"/>
                  </a:lnTo>
                  <a:lnTo>
                    <a:pt x="160" y="599"/>
                  </a:lnTo>
                  <a:lnTo>
                    <a:pt x="126" y="577"/>
                  </a:lnTo>
                  <a:lnTo>
                    <a:pt x="95" y="551"/>
                  </a:lnTo>
                  <a:lnTo>
                    <a:pt x="69" y="520"/>
                  </a:lnTo>
                  <a:lnTo>
                    <a:pt x="45" y="485"/>
                  </a:lnTo>
                  <a:lnTo>
                    <a:pt x="26" y="447"/>
                  </a:lnTo>
                  <a:lnTo>
                    <a:pt x="12" y="405"/>
                  </a:lnTo>
                  <a:lnTo>
                    <a:pt x="4" y="361"/>
                  </a:lnTo>
                  <a:lnTo>
                    <a:pt x="0" y="314"/>
                  </a:lnTo>
                  <a:lnTo>
                    <a:pt x="4" y="267"/>
                  </a:lnTo>
                  <a:lnTo>
                    <a:pt x="12" y="223"/>
                  </a:lnTo>
                  <a:lnTo>
                    <a:pt x="26" y="181"/>
                  </a:lnTo>
                  <a:lnTo>
                    <a:pt x="45" y="143"/>
                  </a:lnTo>
                  <a:lnTo>
                    <a:pt x="69" y="108"/>
                  </a:lnTo>
                  <a:lnTo>
                    <a:pt x="95" y="76"/>
                  </a:lnTo>
                  <a:lnTo>
                    <a:pt x="126" y="51"/>
                  </a:lnTo>
                  <a:lnTo>
                    <a:pt x="160" y="29"/>
                  </a:lnTo>
                  <a:lnTo>
                    <a:pt x="197" y="13"/>
                  </a:lnTo>
                  <a:lnTo>
                    <a:pt x="236" y="3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D3C3CA73-5F5A-A6E7-A2BC-958034840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" y="1589"/>
              <a:ext cx="184" cy="209"/>
            </a:xfrm>
            <a:custGeom>
              <a:avLst/>
              <a:gdLst>
                <a:gd name="T0" fmla="*/ 275 w 551"/>
                <a:gd name="T1" fmla="*/ 0 h 628"/>
                <a:gd name="T2" fmla="*/ 316 w 551"/>
                <a:gd name="T3" fmla="*/ 3 h 628"/>
                <a:gd name="T4" fmla="*/ 355 w 551"/>
                <a:gd name="T5" fmla="*/ 13 h 628"/>
                <a:gd name="T6" fmla="*/ 392 w 551"/>
                <a:gd name="T7" fmla="*/ 29 h 628"/>
                <a:gd name="T8" fmla="*/ 426 w 551"/>
                <a:gd name="T9" fmla="*/ 51 h 628"/>
                <a:gd name="T10" fmla="*/ 456 w 551"/>
                <a:gd name="T11" fmla="*/ 76 h 628"/>
                <a:gd name="T12" fmla="*/ 483 w 551"/>
                <a:gd name="T13" fmla="*/ 108 h 628"/>
                <a:gd name="T14" fmla="*/ 507 w 551"/>
                <a:gd name="T15" fmla="*/ 143 h 628"/>
                <a:gd name="T16" fmla="*/ 525 w 551"/>
                <a:gd name="T17" fmla="*/ 181 h 628"/>
                <a:gd name="T18" fmla="*/ 539 w 551"/>
                <a:gd name="T19" fmla="*/ 223 h 628"/>
                <a:gd name="T20" fmla="*/ 548 w 551"/>
                <a:gd name="T21" fmla="*/ 267 h 628"/>
                <a:gd name="T22" fmla="*/ 551 w 551"/>
                <a:gd name="T23" fmla="*/ 314 h 628"/>
                <a:gd name="T24" fmla="*/ 548 w 551"/>
                <a:gd name="T25" fmla="*/ 361 h 628"/>
                <a:gd name="T26" fmla="*/ 539 w 551"/>
                <a:gd name="T27" fmla="*/ 405 h 628"/>
                <a:gd name="T28" fmla="*/ 525 w 551"/>
                <a:gd name="T29" fmla="*/ 447 h 628"/>
                <a:gd name="T30" fmla="*/ 507 w 551"/>
                <a:gd name="T31" fmla="*/ 485 h 628"/>
                <a:gd name="T32" fmla="*/ 483 w 551"/>
                <a:gd name="T33" fmla="*/ 520 h 628"/>
                <a:gd name="T34" fmla="*/ 456 w 551"/>
                <a:gd name="T35" fmla="*/ 551 h 628"/>
                <a:gd name="T36" fmla="*/ 426 w 551"/>
                <a:gd name="T37" fmla="*/ 577 h 628"/>
                <a:gd name="T38" fmla="*/ 392 w 551"/>
                <a:gd name="T39" fmla="*/ 599 h 628"/>
                <a:gd name="T40" fmla="*/ 355 w 551"/>
                <a:gd name="T41" fmla="*/ 615 h 628"/>
                <a:gd name="T42" fmla="*/ 316 w 551"/>
                <a:gd name="T43" fmla="*/ 624 h 628"/>
                <a:gd name="T44" fmla="*/ 275 w 551"/>
                <a:gd name="T45" fmla="*/ 628 h 628"/>
                <a:gd name="T46" fmla="*/ 235 w 551"/>
                <a:gd name="T47" fmla="*/ 624 h 628"/>
                <a:gd name="T48" fmla="*/ 196 w 551"/>
                <a:gd name="T49" fmla="*/ 615 h 628"/>
                <a:gd name="T50" fmla="*/ 159 w 551"/>
                <a:gd name="T51" fmla="*/ 599 h 628"/>
                <a:gd name="T52" fmla="*/ 126 w 551"/>
                <a:gd name="T53" fmla="*/ 577 h 628"/>
                <a:gd name="T54" fmla="*/ 94 w 551"/>
                <a:gd name="T55" fmla="*/ 551 h 628"/>
                <a:gd name="T56" fmla="*/ 68 w 551"/>
                <a:gd name="T57" fmla="*/ 520 h 628"/>
                <a:gd name="T58" fmla="*/ 44 w 551"/>
                <a:gd name="T59" fmla="*/ 485 h 628"/>
                <a:gd name="T60" fmla="*/ 26 w 551"/>
                <a:gd name="T61" fmla="*/ 447 h 628"/>
                <a:gd name="T62" fmla="*/ 12 w 551"/>
                <a:gd name="T63" fmla="*/ 405 h 628"/>
                <a:gd name="T64" fmla="*/ 3 w 551"/>
                <a:gd name="T65" fmla="*/ 361 h 628"/>
                <a:gd name="T66" fmla="*/ 0 w 551"/>
                <a:gd name="T67" fmla="*/ 314 h 628"/>
                <a:gd name="T68" fmla="*/ 3 w 551"/>
                <a:gd name="T69" fmla="*/ 267 h 628"/>
                <a:gd name="T70" fmla="*/ 12 w 551"/>
                <a:gd name="T71" fmla="*/ 223 h 628"/>
                <a:gd name="T72" fmla="*/ 26 w 551"/>
                <a:gd name="T73" fmla="*/ 181 h 628"/>
                <a:gd name="T74" fmla="*/ 44 w 551"/>
                <a:gd name="T75" fmla="*/ 143 h 628"/>
                <a:gd name="T76" fmla="*/ 68 w 551"/>
                <a:gd name="T77" fmla="*/ 108 h 628"/>
                <a:gd name="T78" fmla="*/ 94 w 551"/>
                <a:gd name="T79" fmla="*/ 76 h 628"/>
                <a:gd name="T80" fmla="*/ 126 w 551"/>
                <a:gd name="T81" fmla="*/ 51 h 628"/>
                <a:gd name="T82" fmla="*/ 159 w 551"/>
                <a:gd name="T83" fmla="*/ 29 h 628"/>
                <a:gd name="T84" fmla="*/ 196 w 551"/>
                <a:gd name="T85" fmla="*/ 13 h 628"/>
                <a:gd name="T86" fmla="*/ 235 w 551"/>
                <a:gd name="T87" fmla="*/ 3 h 628"/>
                <a:gd name="T88" fmla="*/ 275 w 551"/>
                <a:gd name="T89" fmla="*/ 0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1" h="628">
                  <a:moveTo>
                    <a:pt x="275" y="0"/>
                  </a:moveTo>
                  <a:lnTo>
                    <a:pt x="316" y="3"/>
                  </a:lnTo>
                  <a:lnTo>
                    <a:pt x="355" y="13"/>
                  </a:lnTo>
                  <a:lnTo>
                    <a:pt x="392" y="29"/>
                  </a:lnTo>
                  <a:lnTo>
                    <a:pt x="426" y="51"/>
                  </a:lnTo>
                  <a:lnTo>
                    <a:pt x="456" y="76"/>
                  </a:lnTo>
                  <a:lnTo>
                    <a:pt x="483" y="108"/>
                  </a:lnTo>
                  <a:lnTo>
                    <a:pt x="507" y="143"/>
                  </a:lnTo>
                  <a:lnTo>
                    <a:pt x="525" y="181"/>
                  </a:lnTo>
                  <a:lnTo>
                    <a:pt x="539" y="223"/>
                  </a:lnTo>
                  <a:lnTo>
                    <a:pt x="548" y="267"/>
                  </a:lnTo>
                  <a:lnTo>
                    <a:pt x="551" y="314"/>
                  </a:lnTo>
                  <a:lnTo>
                    <a:pt x="548" y="361"/>
                  </a:lnTo>
                  <a:lnTo>
                    <a:pt x="539" y="405"/>
                  </a:lnTo>
                  <a:lnTo>
                    <a:pt x="525" y="447"/>
                  </a:lnTo>
                  <a:lnTo>
                    <a:pt x="507" y="485"/>
                  </a:lnTo>
                  <a:lnTo>
                    <a:pt x="483" y="520"/>
                  </a:lnTo>
                  <a:lnTo>
                    <a:pt x="456" y="551"/>
                  </a:lnTo>
                  <a:lnTo>
                    <a:pt x="426" y="577"/>
                  </a:lnTo>
                  <a:lnTo>
                    <a:pt x="392" y="599"/>
                  </a:lnTo>
                  <a:lnTo>
                    <a:pt x="355" y="615"/>
                  </a:lnTo>
                  <a:lnTo>
                    <a:pt x="316" y="624"/>
                  </a:lnTo>
                  <a:lnTo>
                    <a:pt x="275" y="628"/>
                  </a:lnTo>
                  <a:lnTo>
                    <a:pt x="235" y="624"/>
                  </a:lnTo>
                  <a:lnTo>
                    <a:pt x="196" y="615"/>
                  </a:lnTo>
                  <a:lnTo>
                    <a:pt x="159" y="599"/>
                  </a:lnTo>
                  <a:lnTo>
                    <a:pt x="126" y="577"/>
                  </a:lnTo>
                  <a:lnTo>
                    <a:pt x="94" y="551"/>
                  </a:lnTo>
                  <a:lnTo>
                    <a:pt x="68" y="520"/>
                  </a:lnTo>
                  <a:lnTo>
                    <a:pt x="44" y="485"/>
                  </a:lnTo>
                  <a:lnTo>
                    <a:pt x="26" y="447"/>
                  </a:lnTo>
                  <a:lnTo>
                    <a:pt x="12" y="405"/>
                  </a:lnTo>
                  <a:lnTo>
                    <a:pt x="3" y="361"/>
                  </a:lnTo>
                  <a:lnTo>
                    <a:pt x="0" y="314"/>
                  </a:lnTo>
                  <a:lnTo>
                    <a:pt x="3" y="267"/>
                  </a:lnTo>
                  <a:lnTo>
                    <a:pt x="12" y="223"/>
                  </a:lnTo>
                  <a:lnTo>
                    <a:pt x="26" y="181"/>
                  </a:lnTo>
                  <a:lnTo>
                    <a:pt x="44" y="143"/>
                  </a:lnTo>
                  <a:lnTo>
                    <a:pt x="68" y="108"/>
                  </a:lnTo>
                  <a:lnTo>
                    <a:pt x="94" y="76"/>
                  </a:lnTo>
                  <a:lnTo>
                    <a:pt x="126" y="51"/>
                  </a:lnTo>
                  <a:lnTo>
                    <a:pt x="159" y="29"/>
                  </a:lnTo>
                  <a:lnTo>
                    <a:pt x="196" y="13"/>
                  </a:lnTo>
                  <a:lnTo>
                    <a:pt x="235" y="3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95E4479F-0492-B273-7819-E919B2012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" y="1226"/>
              <a:ext cx="731" cy="828"/>
            </a:xfrm>
            <a:custGeom>
              <a:avLst/>
              <a:gdLst>
                <a:gd name="T0" fmla="*/ 1196 w 2192"/>
                <a:gd name="T1" fmla="*/ 2 h 2484"/>
                <a:gd name="T2" fmla="*/ 1382 w 2192"/>
                <a:gd name="T3" fmla="*/ 19 h 2484"/>
                <a:gd name="T4" fmla="*/ 1548 w 2192"/>
                <a:gd name="T5" fmla="*/ 50 h 2484"/>
                <a:gd name="T6" fmla="*/ 1694 w 2192"/>
                <a:gd name="T7" fmla="*/ 96 h 2484"/>
                <a:gd name="T8" fmla="*/ 1820 w 2192"/>
                <a:gd name="T9" fmla="*/ 155 h 2484"/>
                <a:gd name="T10" fmla="*/ 1928 w 2192"/>
                <a:gd name="T11" fmla="*/ 228 h 2484"/>
                <a:gd name="T12" fmla="*/ 2017 w 2192"/>
                <a:gd name="T13" fmla="*/ 311 h 2484"/>
                <a:gd name="T14" fmla="*/ 2086 w 2192"/>
                <a:gd name="T15" fmla="*/ 405 h 2484"/>
                <a:gd name="T16" fmla="*/ 2138 w 2192"/>
                <a:gd name="T17" fmla="*/ 507 h 2484"/>
                <a:gd name="T18" fmla="*/ 2172 w 2192"/>
                <a:gd name="T19" fmla="*/ 620 h 2484"/>
                <a:gd name="T20" fmla="*/ 2190 w 2192"/>
                <a:gd name="T21" fmla="*/ 739 h 2484"/>
                <a:gd name="T22" fmla="*/ 2191 w 2192"/>
                <a:gd name="T23" fmla="*/ 839 h 2484"/>
                <a:gd name="T24" fmla="*/ 2192 w 2192"/>
                <a:gd name="T25" fmla="*/ 921 h 2484"/>
                <a:gd name="T26" fmla="*/ 2192 w 2192"/>
                <a:gd name="T27" fmla="*/ 1012 h 2484"/>
                <a:gd name="T28" fmla="*/ 2191 w 2192"/>
                <a:gd name="T29" fmla="*/ 1112 h 2484"/>
                <a:gd name="T30" fmla="*/ 2187 w 2192"/>
                <a:gd name="T31" fmla="*/ 1218 h 2484"/>
                <a:gd name="T32" fmla="*/ 2180 w 2192"/>
                <a:gd name="T33" fmla="*/ 1330 h 2484"/>
                <a:gd name="T34" fmla="*/ 2168 w 2192"/>
                <a:gd name="T35" fmla="*/ 1444 h 2484"/>
                <a:gd name="T36" fmla="*/ 2151 w 2192"/>
                <a:gd name="T37" fmla="*/ 1559 h 2484"/>
                <a:gd name="T38" fmla="*/ 2127 w 2192"/>
                <a:gd name="T39" fmla="*/ 1674 h 2484"/>
                <a:gd name="T40" fmla="*/ 2094 w 2192"/>
                <a:gd name="T41" fmla="*/ 1788 h 2484"/>
                <a:gd name="T42" fmla="*/ 2052 w 2192"/>
                <a:gd name="T43" fmla="*/ 1899 h 2484"/>
                <a:gd name="T44" fmla="*/ 2000 w 2192"/>
                <a:gd name="T45" fmla="*/ 2004 h 2484"/>
                <a:gd name="T46" fmla="*/ 1938 w 2192"/>
                <a:gd name="T47" fmla="*/ 2103 h 2484"/>
                <a:gd name="T48" fmla="*/ 1863 w 2192"/>
                <a:gd name="T49" fmla="*/ 2195 h 2484"/>
                <a:gd name="T50" fmla="*/ 1775 w 2192"/>
                <a:gd name="T51" fmla="*/ 2276 h 2484"/>
                <a:gd name="T52" fmla="*/ 1672 w 2192"/>
                <a:gd name="T53" fmla="*/ 2347 h 2484"/>
                <a:gd name="T54" fmla="*/ 1555 w 2192"/>
                <a:gd name="T55" fmla="*/ 2404 h 2484"/>
                <a:gd name="T56" fmla="*/ 1419 w 2192"/>
                <a:gd name="T57" fmla="*/ 2447 h 2484"/>
                <a:gd name="T58" fmla="*/ 1267 w 2192"/>
                <a:gd name="T59" fmla="*/ 2474 h 2484"/>
                <a:gd name="T60" fmla="*/ 1096 w 2192"/>
                <a:gd name="T61" fmla="*/ 2484 h 2484"/>
                <a:gd name="T62" fmla="*/ 926 w 2192"/>
                <a:gd name="T63" fmla="*/ 2474 h 2484"/>
                <a:gd name="T64" fmla="*/ 774 w 2192"/>
                <a:gd name="T65" fmla="*/ 2447 h 2484"/>
                <a:gd name="T66" fmla="*/ 638 w 2192"/>
                <a:gd name="T67" fmla="*/ 2404 h 2484"/>
                <a:gd name="T68" fmla="*/ 521 w 2192"/>
                <a:gd name="T69" fmla="*/ 2347 h 2484"/>
                <a:gd name="T70" fmla="*/ 418 w 2192"/>
                <a:gd name="T71" fmla="*/ 2276 h 2484"/>
                <a:gd name="T72" fmla="*/ 329 w 2192"/>
                <a:gd name="T73" fmla="*/ 2195 h 2484"/>
                <a:gd name="T74" fmla="*/ 255 w 2192"/>
                <a:gd name="T75" fmla="*/ 2103 h 2484"/>
                <a:gd name="T76" fmla="*/ 191 w 2192"/>
                <a:gd name="T77" fmla="*/ 2004 h 2484"/>
                <a:gd name="T78" fmla="*/ 141 w 2192"/>
                <a:gd name="T79" fmla="*/ 1899 h 2484"/>
                <a:gd name="T80" fmla="*/ 99 w 2192"/>
                <a:gd name="T81" fmla="*/ 1788 h 2484"/>
                <a:gd name="T82" fmla="*/ 66 w 2192"/>
                <a:gd name="T83" fmla="*/ 1674 h 2484"/>
                <a:gd name="T84" fmla="*/ 42 w 2192"/>
                <a:gd name="T85" fmla="*/ 1559 h 2484"/>
                <a:gd name="T86" fmla="*/ 24 w 2192"/>
                <a:gd name="T87" fmla="*/ 1444 h 2484"/>
                <a:gd name="T88" fmla="*/ 12 w 2192"/>
                <a:gd name="T89" fmla="*/ 1330 h 2484"/>
                <a:gd name="T90" fmla="*/ 5 w 2192"/>
                <a:gd name="T91" fmla="*/ 1218 h 2484"/>
                <a:gd name="T92" fmla="*/ 2 w 2192"/>
                <a:gd name="T93" fmla="*/ 1112 h 2484"/>
                <a:gd name="T94" fmla="*/ 0 w 2192"/>
                <a:gd name="T95" fmla="*/ 1012 h 2484"/>
                <a:gd name="T96" fmla="*/ 0 w 2192"/>
                <a:gd name="T97" fmla="*/ 921 h 2484"/>
                <a:gd name="T98" fmla="*/ 2 w 2192"/>
                <a:gd name="T99" fmla="*/ 839 h 2484"/>
                <a:gd name="T100" fmla="*/ 3 w 2192"/>
                <a:gd name="T101" fmla="*/ 739 h 2484"/>
                <a:gd name="T102" fmla="*/ 21 w 2192"/>
                <a:gd name="T103" fmla="*/ 620 h 2484"/>
                <a:gd name="T104" fmla="*/ 55 w 2192"/>
                <a:gd name="T105" fmla="*/ 507 h 2484"/>
                <a:gd name="T106" fmla="*/ 107 w 2192"/>
                <a:gd name="T107" fmla="*/ 405 h 2484"/>
                <a:gd name="T108" fmla="*/ 176 w 2192"/>
                <a:gd name="T109" fmla="*/ 311 h 2484"/>
                <a:gd name="T110" fmla="*/ 265 w 2192"/>
                <a:gd name="T111" fmla="*/ 228 h 2484"/>
                <a:gd name="T112" fmla="*/ 372 w 2192"/>
                <a:gd name="T113" fmla="*/ 155 h 2484"/>
                <a:gd name="T114" fmla="*/ 499 w 2192"/>
                <a:gd name="T115" fmla="*/ 96 h 2484"/>
                <a:gd name="T116" fmla="*/ 645 w 2192"/>
                <a:gd name="T117" fmla="*/ 50 h 2484"/>
                <a:gd name="T118" fmla="*/ 810 w 2192"/>
                <a:gd name="T119" fmla="*/ 19 h 2484"/>
                <a:gd name="T120" fmla="*/ 996 w 2192"/>
                <a:gd name="T121" fmla="*/ 2 h 2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192" h="2484">
                  <a:moveTo>
                    <a:pt x="1096" y="0"/>
                  </a:moveTo>
                  <a:lnTo>
                    <a:pt x="1196" y="2"/>
                  </a:lnTo>
                  <a:lnTo>
                    <a:pt x="1293" y="9"/>
                  </a:lnTo>
                  <a:lnTo>
                    <a:pt x="1382" y="19"/>
                  </a:lnTo>
                  <a:lnTo>
                    <a:pt x="1468" y="33"/>
                  </a:lnTo>
                  <a:lnTo>
                    <a:pt x="1548" y="50"/>
                  </a:lnTo>
                  <a:lnTo>
                    <a:pt x="1624" y="72"/>
                  </a:lnTo>
                  <a:lnTo>
                    <a:pt x="1694" y="96"/>
                  </a:lnTo>
                  <a:lnTo>
                    <a:pt x="1760" y="124"/>
                  </a:lnTo>
                  <a:lnTo>
                    <a:pt x="1820" y="155"/>
                  </a:lnTo>
                  <a:lnTo>
                    <a:pt x="1876" y="190"/>
                  </a:lnTo>
                  <a:lnTo>
                    <a:pt x="1928" y="228"/>
                  </a:lnTo>
                  <a:lnTo>
                    <a:pt x="1973" y="268"/>
                  </a:lnTo>
                  <a:lnTo>
                    <a:pt x="2017" y="311"/>
                  </a:lnTo>
                  <a:lnTo>
                    <a:pt x="2053" y="357"/>
                  </a:lnTo>
                  <a:lnTo>
                    <a:pt x="2086" y="405"/>
                  </a:lnTo>
                  <a:lnTo>
                    <a:pt x="2114" y="455"/>
                  </a:lnTo>
                  <a:lnTo>
                    <a:pt x="2138" y="507"/>
                  </a:lnTo>
                  <a:lnTo>
                    <a:pt x="2157" y="563"/>
                  </a:lnTo>
                  <a:lnTo>
                    <a:pt x="2172" y="620"/>
                  </a:lnTo>
                  <a:lnTo>
                    <a:pt x="2184" y="678"/>
                  </a:lnTo>
                  <a:lnTo>
                    <a:pt x="2190" y="739"/>
                  </a:lnTo>
                  <a:lnTo>
                    <a:pt x="2191" y="802"/>
                  </a:lnTo>
                  <a:lnTo>
                    <a:pt x="2191" y="839"/>
                  </a:lnTo>
                  <a:lnTo>
                    <a:pt x="2192" y="878"/>
                  </a:lnTo>
                  <a:lnTo>
                    <a:pt x="2192" y="921"/>
                  </a:lnTo>
                  <a:lnTo>
                    <a:pt x="2192" y="965"/>
                  </a:lnTo>
                  <a:lnTo>
                    <a:pt x="2192" y="1012"/>
                  </a:lnTo>
                  <a:lnTo>
                    <a:pt x="2192" y="1062"/>
                  </a:lnTo>
                  <a:lnTo>
                    <a:pt x="2191" y="1112"/>
                  </a:lnTo>
                  <a:lnTo>
                    <a:pt x="2190" y="1165"/>
                  </a:lnTo>
                  <a:lnTo>
                    <a:pt x="2187" y="1218"/>
                  </a:lnTo>
                  <a:lnTo>
                    <a:pt x="2185" y="1273"/>
                  </a:lnTo>
                  <a:lnTo>
                    <a:pt x="2180" y="1330"/>
                  </a:lnTo>
                  <a:lnTo>
                    <a:pt x="2175" y="1386"/>
                  </a:lnTo>
                  <a:lnTo>
                    <a:pt x="2168" y="1444"/>
                  </a:lnTo>
                  <a:lnTo>
                    <a:pt x="2161" y="1501"/>
                  </a:lnTo>
                  <a:lnTo>
                    <a:pt x="2151" y="1559"/>
                  </a:lnTo>
                  <a:lnTo>
                    <a:pt x="2139" y="1617"/>
                  </a:lnTo>
                  <a:lnTo>
                    <a:pt x="2127" y="1674"/>
                  </a:lnTo>
                  <a:lnTo>
                    <a:pt x="2111" y="1731"/>
                  </a:lnTo>
                  <a:lnTo>
                    <a:pt x="2094" y="1788"/>
                  </a:lnTo>
                  <a:lnTo>
                    <a:pt x="2075" y="1844"/>
                  </a:lnTo>
                  <a:lnTo>
                    <a:pt x="2052" y="1899"/>
                  </a:lnTo>
                  <a:lnTo>
                    <a:pt x="2028" y="1952"/>
                  </a:lnTo>
                  <a:lnTo>
                    <a:pt x="2000" y="2004"/>
                  </a:lnTo>
                  <a:lnTo>
                    <a:pt x="1971" y="2055"/>
                  </a:lnTo>
                  <a:lnTo>
                    <a:pt x="1938" y="2103"/>
                  </a:lnTo>
                  <a:lnTo>
                    <a:pt x="1903" y="2150"/>
                  </a:lnTo>
                  <a:lnTo>
                    <a:pt x="1863" y="2195"/>
                  </a:lnTo>
                  <a:lnTo>
                    <a:pt x="1820" y="2237"/>
                  </a:lnTo>
                  <a:lnTo>
                    <a:pt x="1775" y="2276"/>
                  </a:lnTo>
                  <a:lnTo>
                    <a:pt x="1725" y="2313"/>
                  </a:lnTo>
                  <a:lnTo>
                    <a:pt x="1672" y="2347"/>
                  </a:lnTo>
                  <a:lnTo>
                    <a:pt x="1615" y="2378"/>
                  </a:lnTo>
                  <a:lnTo>
                    <a:pt x="1555" y="2404"/>
                  </a:lnTo>
                  <a:lnTo>
                    <a:pt x="1489" y="2427"/>
                  </a:lnTo>
                  <a:lnTo>
                    <a:pt x="1419" y="2447"/>
                  </a:lnTo>
                  <a:lnTo>
                    <a:pt x="1346" y="2462"/>
                  </a:lnTo>
                  <a:lnTo>
                    <a:pt x="1267" y="2474"/>
                  </a:lnTo>
                  <a:lnTo>
                    <a:pt x="1184" y="2481"/>
                  </a:lnTo>
                  <a:lnTo>
                    <a:pt x="1096" y="2484"/>
                  </a:lnTo>
                  <a:lnTo>
                    <a:pt x="1009" y="2481"/>
                  </a:lnTo>
                  <a:lnTo>
                    <a:pt x="926" y="2474"/>
                  </a:lnTo>
                  <a:lnTo>
                    <a:pt x="847" y="2462"/>
                  </a:lnTo>
                  <a:lnTo>
                    <a:pt x="774" y="2447"/>
                  </a:lnTo>
                  <a:lnTo>
                    <a:pt x="704" y="2427"/>
                  </a:lnTo>
                  <a:lnTo>
                    <a:pt x="638" y="2404"/>
                  </a:lnTo>
                  <a:lnTo>
                    <a:pt x="577" y="2378"/>
                  </a:lnTo>
                  <a:lnTo>
                    <a:pt x="521" y="2347"/>
                  </a:lnTo>
                  <a:lnTo>
                    <a:pt x="467" y="2313"/>
                  </a:lnTo>
                  <a:lnTo>
                    <a:pt x="418" y="2276"/>
                  </a:lnTo>
                  <a:lnTo>
                    <a:pt x="372" y="2237"/>
                  </a:lnTo>
                  <a:lnTo>
                    <a:pt x="329" y="2195"/>
                  </a:lnTo>
                  <a:lnTo>
                    <a:pt x="290" y="2150"/>
                  </a:lnTo>
                  <a:lnTo>
                    <a:pt x="255" y="2103"/>
                  </a:lnTo>
                  <a:lnTo>
                    <a:pt x="222" y="2055"/>
                  </a:lnTo>
                  <a:lnTo>
                    <a:pt x="191" y="2004"/>
                  </a:lnTo>
                  <a:lnTo>
                    <a:pt x="165" y="1952"/>
                  </a:lnTo>
                  <a:lnTo>
                    <a:pt x="141" y="1899"/>
                  </a:lnTo>
                  <a:lnTo>
                    <a:pt x="118" y="1844"/>
                  </a:lnTo>
                  <a:lnTo>
                    <a:pt x="99" y="1788"/>
                  </a:lnTo>
                  <a:lnTo>
                    <a:pt x="81" y="1731"/>
                  </a:lnTo>
                  <a:lnTo>
                    <a:pt x="66" y="1674"/>
                  </a:lnTo>
                  <a:lnTo>
                    <a:pt x="54" y="1617"/>
                  </a:lnTo>
                  <a:lnTo>
                    <a:pt x="42" y="1559"/>
                  </a:lnTo>
                  <a:lnTo>
                    <a:pt x="32" y="1501"/>
                  </a:lnTo>
                  <a:lnTo>
                    <a:pt x="24" y="1444"/>
                  </a:lnTo>
                  <a:lnTo>
                    <a:pt x="18" y="1386"/>
                  </a:lnTo>
                  <a:lnTo>
                    <a:pt x="12" y="1330"/>
                  </a:lnTo>
                  <a:lnTo>
                    <a:pt x="8" y="1273"/>
                  </a:lnTo>
                  <a:lnTo>
                    <a:pt x="5" y="1218"/>
                  </a:lnTo>
                  <a:lnTo>
                    <a:pt x="3" y="1165"/>
                  </a:lnTo>
                  <a:lnTo>
                    <a:pt x="2" y="1112"/>
                  </a:lnTo>
                  <a:lnTo>
                    <a:pt x="0" y="1062"/>
                  </a:lnTo>
                  <a:lnTo>
                    <a:pt x="0" y="1012"/>
                  </a:lnTo>
                  <a:lnTo>
                    <a:pt x="0" y="965"/>
                  </a:lnTo>
                  <a:lnTo>
                    <a:pt x="0" y="921"/>
                  </a:lnTo>
                  <a:lnTo>
                    <a:pt x="0" y="878"/>
                  </a:lnTo>
                  <a:lnTo>
                    <a:pt x="2" y="839"/>
                  </a:lnTo>
                  <a:lnTo>
                    <a:pt x="2" y="802"/>
                  </a:lnTo>
                  <a:lnTo>
                    <a:pt x="3" y="739"/>
                  </a:lnTo>
                  <a:lnTo>
                    <a:pt x="9" y="678"/>
                  </a:lnTo>
                  <a:lnTo>
                    <a:pt x="21" y="620"/>
                  </a:lnTo>
                  <a:lnTo>
                    <a:pt x="36" y="563"/>
                  </a:lnTo>
                  <a:lnTo>
                    <a:pt x="55" y="507"/>
                  </a:lnTo>
                  <a:lnTo>
                    <a:pt x="79" y="455"/>
                  </a:lnTo>
                  <a:lnTo>
                    <a:pt x="107" y="405"/>
                  </a:lnTo>
                  <a:lnTo>
                    <a:pt x="140" y="357"/>
                  </a:lnTo>
                  <a:lnTo>
                    <a:pt x="176" y="311"/>
                  </a:lnTo>
                  <a:lnTo>
                    <a:pt x="218" y="268"/>
                  </a:lnTo>
                  <a:lnTo>
                    <a:pt x="265" y="228"/>
                  </a:lnTo>
                  <a:lnTo>
                    <a:pt x="317" y="190"/>
                  </a:lnTo>
                  <a:lnTo>
                    <a:pt x="372" y="155"/>
                  </a:lnTo>
                  <a:lnTo>
                    <a:pt x="433" y="124"/>
                  </a:lnTo>
                  <a:lnTo>
                    <a:pt x="499" y="96"/>
                  </a:lnTo>
                  <a:lnTo>
                    <a:pt x="569" y="72"/>
                  </a:lnTo>
                  <a:lnTo>
                    <a:pt x="645" y="50"/>
                  </a:lnTo>
                  <a:lnTo>
                    <a:pt x="724" y="33"/>
                  </a:lnTo>
                  <a:lnTo>
                    <a:pt x="810" y="19"/>
                  </a:lnTo>
                  <a:lnTo>
                    <a:pt x="900" y="9"/>
                  </a:lnTo>
                  <a:lnTo>
                    <a:pt x="996" y="2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FDCC9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5270BA1C-5F34-71F3-2746-7C10FDD3C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975" y="1625"/>
              <a:ext cx="78" cy="87"/>
            </a:xfrm>
            <a:custGeom>
              <a:avLst/>
              <a:gdLst>
                <a:gd name="T0" fmla="*/ 119 w 236"/>
                <a:gd name="T1" fmla="*/ 0 h 259"/>
                <a:gd name="T2" fmla="*/ 145 w 236"/>
                <a:gd name="T3" fmla="*/ 4 h 259"/>
                <a:gd name="T4" fmla="*/ 170 w 236"/>
                <a:gd name="T5" fmla="*/ 13 h 259"/>
                <a:gd name="T6" fmla="*/ 192 w 236"/>
                <a:gd name="T7" fmla="*/ 28 h 259"/>
                <a:gd name="T8" fmla="*/ 211 w 236"/>
                <a:gd name="T9" fmla="*/ 48 h 259"/>
                <a:gd name="T10" fmla="*/ 225 w 236"/>
                <a:gd name="T11" fmla="*/ 72 h 259"/>
                <a:gd name="T12" fmla="*/ 234 w 236"/>
                <a:gd name="T13" fmla="*/ 100 h 259"/>
                <a:gd name="T14" fmla="*/ 236 w 236"/>
                <a:gd name="T15" fmla="*/ 129 h 259"/>
                <a:gd name="T16" fmla="*/ 234 w 236"/>
                <a:gd name="T17" fmla="*/ 159 h 259"/>
                <a:gd name="T18" fmla="*/ 225 w 236"/>
                <a:gd name="T19" fmla="*/ 187 h 259"/>
                <a:gd name="T20" fmla="*/ 211 w 236"/>
                <a:gd name="T21" fmla="*/ 211 h 259"/>
                <a:gd name="T22" fmla="*/ 192 w 236"/>
                <a:gd name="T23" fmla="*/ 230 h 259"/>
                <a:gd name="T24" fmla="*/ 170 w 236"/>
                <a:gd name="T25" fmla="*/ 247 h 259"/>
                <a:gd name="T26" fmla="*/ 145 w 236"/>
                <a:gd name="T27" fmla="*/ 256 h 259"/>
                <a:gd name="T28" fmla="*/ 119 w 236"/>
                <a:gd name="T29" fmla="*/ 259 h 259"/>
                <a:gd name="T30" fmla="*/ 91 w 236"/>
                <a:gd name="T31" fmla="*/ 256 h 259"/>
                <a:gd name="T32" fmla="*/ 65 w 236"/>
                <a:gd name="T33" fmla="*/ 247 h 259"/>
                <a:gd name="T34" fmla="*/ 44 w 236"/>
                <a:gd name="T35" fmla="*/ 230 h 259"/>
                <a:gd name="T36" fmla="*/ 25 w 236"/>
                <a:gd name="T37" fmla="*/ 211 h 259"/>
                <a:gd name="T38" fmla="*/ 11 w 236"/>
                <a:gd name="T39" fmla="*/ 187 h 259"/>
                <a:gd name="T40" fmla="*/ 2 w 236"/>
                <a:gd name="T41" fmla="*/ 159 h 259"/>
                <a:gd name="T42" fmla="*/ 0 w 236"/>
                <a:gd name="T43" fmla="*/ 129 h 259"/>
                <a:gd name="T44" fmla="*/ 2 w 236"/>
                <a:gd name="T45" fmla="*/ 100 h 259"/>
                <a:gd name="T46" fmla="*/ 11 w 236"/>
                <a:gd name="T47" fmla="*/ 72 h 259"/>
                <a:gd name="T48" fmla="*/ 25 w 236"/>
                <a:gd name="T49" fmla="*/ 48 h 259"/>
                <a:gd name="T50" fmla="*/ 44 w 236"/>
                <a:gd name="T51" fmla="*/ 28 h 259"/>
                <a:gd name="T52" fmla="*/ 65 w 236"/>
                <a:gd name="T53" fmla="*/ 13 h 259"/>
                <a:gd name="T54" fmla="*/ 91 w 236"/>
                <a:gd name="T55" fmla="*/ 4 h 259"/>
                <a:gd name="T56" fmla="*/ 119 w 236"/>
                <a:gd name="T57" fmla="*/ 0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259">
                  <a:moveTo>
                    <a:pt x="119" y="0"/>
                  </a:moveTo>
                  <a:lnTo>
                    <a:pt x="145" y="4"/>
                  </a:lnTo>
                  <a:lnTo>
                    <a:pt x="170" y="13"/>
                  </a:lnTo>
                  <a:lnTo>
                    <a:pt x="192" y="28"/>
                  </a:lnTo>
                  <a:lnTo>
                    <a:pt x="211" y="48"/>
                  </a:lnTo>
                  <a:lnTo>
                    <a:pt x="225" y="72"/>
                  </a:lnTo>
                  <a:lnTo>
                    <a:pt x="234" y="100"/>
                  </a:lnTo>
                  <a:lnTo>
                    <a:pt x="236" y="129"/>
                  </a:lnTo>
                  <a:lnTo>
                    <a:pt x="234" y="159"/>
                  </a:lnTo>
                  <a:lnTo>
                    <a:pt x="225" y="187"/>
                  </a:lnTo>
                  <a:lnTo>
                    <a:pt x="211" y="211"/>
                  </a:lnTo>
                  <a:lnTo>
                    <a:pt x="192" y="230"/>
                  </a:lnTo>
                  <a:lnTo>
                    <a:pt x="170" y="247"/>
                  </a:lnTo>
                  <a:lnTo>
                    <a:pt x="145" y="256"/>
                  </a:lnTo>
                  <a:lnTo>
                    <a:pt x="119" y="259"/>
                  </a:lnTo>
                  <a:lnTo>
                    <a:pt x="91" y="256"/>
                  </a:lnTo>
                  <a:lnTo>
                    <a:pt x="65" y="247"/>
                  </a:lnTo>
                  <a:lnTo>
                    <a:pt x="44" y="230"/>
                  </a:lnTo>
                  <a:lnTo>
                    <a:pt x="25" y="211"/>
                  </a:lnTo>
                  <a:lnTo>
                    <a:pt x="11" y="187"/>
                  </a:lnTo>
                  <a:lnTo>
                    <a:pt x="2" y="159"/>
                  </a:lnTo>
                  <a:lnTo>
                    <a:pt x="0" y="129"/>
                  </a:lnTo>
                  <a:lnTo>
                    <a:pt x="2" y="100"/>
                  </a:lnTo>
                  <a:lnTo>
                    <a:pt x="11" y="72"/>
                  </a:lnTo>
                  <a:lnTo>
                    <a:pt x="25" y="48"/>
                  </a:lnTo>
                  <a:lnTo>
                    <a:pt x="44" y="28"/>
                  </a:lnTo>
                  <a:lnTo>
                    <a:pt x="65" y="13"/>
                  </a:lnTo>
                  <a:lnTo>
                    <a:pt x="91" y="4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3B25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F3976915-E3A2-C747-0DEA-4F0C1DAA3365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" y="1638"/>
              <a:ext cx="24" cy="23"/>
            </a:xfrm>
            <a:custGeom>
              <a:avLst/>
              <a:gdLst>
                <a:gd name="T0" fmla="*/ 36 w 71"/>
                <a:gd name="T1" fmla="*/ 0 h 71"/>
                <a:gd name="T2" fmla="*/ 50 w 71"/>
                <a:gd name="T3" fmla="*/ 2 h 71"/>
                <a:gd name="T4" fmla="*/ 60 w 71"/>
                <a:gd name="T5" fmla="*/ 10 h 71"/>
                <a:gd name="T6" fmla="*/ 67 w 71"/>
                <a:gd name="T7" fmla="*/ 21 h 71"/>
                <a:gd name="T8" fmla="*/ 71 w 71"/>
                <a:gd name="T9" fmla="*/ 35 h 71"/>
                <a:gd name="T10" fmla="*/ 67 w 71"/>
                <a:gd name="T11" fmla="*/ 48 h 71"/>
                <a:gd name="T12" fmla="*/ 60 w 71"/>
                <a:gd name="T13" fmla="*/ 60 h 71"/>
                <a:gd name="T14" fmla="*/ 50 w 71"/>
                <a:gd name="T15" fmla="*/ 68 h 71"/>
                <a:gd name="T16" fmla="*/ 36 w 71"/>
                <a:gd name="T17" fmla="*/ 71 h 71"/>
                <a:gd name="T18" fmla="*/ 22 w 71"/>
                <a:gd name="T19" fmla="*/ 68 h 71"/>
                <a:gd name="T20" fmla="*/ 10 w 71"/>
                <a:gd name="T21" fmla="*/ 60 h 71"/>
                <a:gd name="T22" fmla="*/ 3 w 71"/>
                <a:gd name="T23" fmla="*/ 48 h 71"/>
                <a:gd name="T24" fmla="*/ 0 w 71"/>
                <a:gd name="T25" fmla="*/ 35 h 71"/>
                <a:gd name="T26" fmla="*/ 3 w 71"/>
                <a:gd name="T27" fmla="*/ 21 h 71"/>
                <a:gd name="T28" fmla="*/ 10 w 71"/>
                <a:gd name="T29" fmla="*/ 10 h 71"/>
                <a:gd name="T30" fmla="*/ 22 w 71"/>
                <a:gd name="T31" fmla="*/ 2 h 71"/>
                <a:gd name="T32" fmla="*/ 36 w 71"/>
                <a:gd name="T33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1" h="71">
                  <a:moveTo>
                    <a:pt x="36" y="0"/>
                  </a:moveTo>
                  <a:lnTo>
                    <a:pt x="50" y="2"/>
                  </a:lnTo>
                  <a:lnTo>
                    <a:pt x="60" y="10"/>
                  </a:lnTo>
                  <a:lnTo>
                    <a:pt x="67" y="21"/>
                  </a:lnTo>
                  <a:lnTo>
                    <a:pt x="71" y="35"/>
                  </a:lnTo>
                  <a:lnTo>
                    <a:pt x="67" y="48"/>
                  </a:lnTo>
                  <a:lnTo>
                    <a:pt x="60" y="60"/>
                  </a:lnTo>
                  <a:lnTo>
                    <a:pt x="50" y="68"/>
                  </a:lnTo>
                  <a:lnTo>
                    <a:pt x="36" y="71"/>
                  </a:lnTo>
                  <a:lnTo>
                    <a:pt x="22" y="68"/>
                  </a:lnTo>
                  <a:lnTo>
                    <a:pt x="10" y="60"/>
                  </a:lnTo>
                  <a:lnTo>
                    <a:pt x="3" y="48"/>
                  </a:lnTo>
                  <a:lnTo>
                    <a:pt x="0" y="35"/>
                  </a:lnTo>
                  <a:lnTo>
                    <a:pt x="3" y="21"/>
                  </a:lnTo>
                  <a:lnTo>
                    <a:pt x="10" y="10"/>
                  </a:lnTo>
                  <a:lnTo>
                    <a:pt x="22" y="2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1E5C4329-7008-ADD8-22B5-C56656869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" y="1510"/>
              <a:ext cx="129" cy="56"/>
            </a:xfrm>
            <a:custGeom>
              <a:avLst/>
              <a:gdLst>
                <a:gd name="T0" fmla="*/ 203 w 388"/>
                <a:gd name="T1" fmla="*/ 0 h 169"/>
                <a:gd name="T2" fmla="*/ 241 w 388"/>
                <a:gd name="T3" fmla="*/ 1 h 169"/>
                <a:gd name="T4" fmla="*/ 275 w 388"/>
                <a:gd name="T5" fmla="*/ 8 h 169"/>
                <a:gd name="T6" fmla="*/ 303 w 388"/>
                <a:gd name="T7" fmla="*/ 17 h 169"/>
                <a:gd name="T8" fmla="*/ 326 w 388"/>
                <a:gd name="T9" fmla="*/ 28 h 169"/>
                <a:gd name="T10" fmla="*/ 346 w 388"/>
                <a:gd name="T11" fmla="*/ 42 h 169"/>
                <a:gd name="T12" fmla="*/ 361 w 388"/>
                <a:gd name="T13" fmla="*/ 57 h 169"/>
                <a:gd name="T14" fmla="*/ 372 w 388"/>
                <a:gd name="T15" fmla="*/ 74 h 169"/>
                <a:gd name="T16" fmla="*/ 380 w 388"/>
                <a:gd name="T17" fmla="*/ 90 h 169"/>
                <a:gd name="T18" fmla="*/ 385 w 388"/>
                <a:gd name="T19" fmla="*/ 107 h 169"/>
                <a:gd name="T20" fmla="*/ 388 w 388"/>
                <a:gd name="T21" fmla="*/ 123 h 169"/>
                <a:gd name="T22" fmla="*/ 388 w 388"/>
                <a:gd name="T23" fmla="*/ 137 h 169"/>
                <a:gd name="T24" fmla="*/ 385 w 388"/>
                <a:gd name="T25" fmla="*/ 150 h 169"/>
                <a:gd name="T26" fmla="*/ 381 w 388"/>
                <a:gd name="T27" fmla="*/ 158 h 169"/>
                <a:gd name="T28" fmla="*/ 376 w 388"/>
                <a:gd name="T29" fmla="*/ 165 h 169"/>
                <a:gd name="T30" fmla="*/ 370 w 388"/>
                <a:gd name="T31" fmla="*/ 169 h 169"/>
                <a:gd name="T32" fmla="*/ 364 w 388"/>
                <a:gd name="T33" fmla="*/ 167 h 169"/>
                <a:gd name="T34" fmla="*/ 324 w 388"/>
                <a:gd name="T35" fmla="*/ 148 h 169"/>
                <a:gd name="T36" fmla="*/ 288 w 388"/>
                <a:gd name="T37" fmla="*/ 136 h 169"/>
                <a:gd name="T38" fmla="*/ 253 w 388"/>
                <a:gd name="T39" fmla="*/ 127 h 169"/>
                <a:gd name="T40" fmla="*/ 222 w 388"/>
                <a:gd name="T41" fmla="*/ 123 h 169"/>
                <a:gd name="T42" fmla="*/ 193 w 388"/>
                <a:gd name="T43" fmla="*/ 122 h 169"/>
                <a:gd name="T44" fmla="*/ 166 w 388"/>
                <a:gd name="T45" fmla="*/ 124 h 169"/>
                <a:gd name="T46" fmla="*/ 142 w 388"/>
                <a:gd name="T47" fmla="*/ 128 h 169"/>
                <a:gd name="T48" fmla="*/ 121 w 388"/>
                <a:gd name="T49" fmla="*/ 134 h 169"/>
                <a:gd name="T50" fmla="*/ 100 w 388"/>
                <a:gd name="T51" fmla="*/ 141 h 169"/>
                <a:gd name="T52" fmla="*/ 81 w 388"/>
                <a:gd name="T53" fmla="*/ 147 h 169"/>
                <a:gd name="T54" fmla="*/ 65 w 388"/>
                <a:gd name="T55" fmla="*/ 152 h 169"/>
                <a:gd name="T56" fmla="*/ 50 w 388"/>
                <a:gd name="T57" fmla="*/ 157 h 169"/>
                <a:gd name="T58" fmla="*/ 36 w 388"/>
                <a:gd name="T59" fmla="*/ 158 h 169"/>
                <a:gd name="T60" fmla="*/ 23 w 388"/>
                <a:gd name="T61" fmla="*/ 158 h 169"/>
                <a:gd name="T62" fmla="*/ 12 w 388"/>
                <a:gd name="T63" fmla="*/ 155 h 169"/>
                <a:gd name="T64" fmla="*/ 5 w 388"/>
                <a:gd name="T65" fmla="*/ 150 h 169"/>
                <a:gd name="T66" fmla="*/ 2 w 388"/>
                <a:gd name="T67" fmla="*/ 141 h 169"/>
                <a:gd name="T68" fmla="*/ 0 w 388"/>
                <a:gd name="T69" fmla="*/ 129 h 169"/>
                <a:gd name="T70" fmla="*/ 2 w 388"/>
                <a:gd name="T71" fmla="*/ 117 h 169"/>
                <a:gd name="T72" fmla="*/ 5 w 388"/>
                <a:gd name="T73" fmla="*/ 103 h 169"/>
                <a:gd name="T74" fmla="*/ 12 w 388"/>
                <a:gd name="T75" fmla="*/ 86 h 169"/>
                <a:gd name="T76" fmla="*/ 23 w 388"/>
                <a:gd name="T77" fmla="*/ 71 h 169"/>
                <a:gd name="T78" fmla="*/ 36 w 388"/>
                <a:gd name="T79" fmla="*/ 56 h 169"/>
                <a:gd name="T80" fmla="*/ 53 w 388"/>
                <a:gd name="T81" fmla="*/ 41 h 169"/>
                <a:gd name="T82" fmla="*/ 75 w 388"/>
                <a:gd name="T83" fmla="*/ 28 h 169"/>
                <a:gd name="T84" fmla="*/ 100 w 388"/>
                <a:gd name="T85" fmla="*/ 17 h 169"/>
                <a:gd name="T86" fmla="*/ 129 w 388"/>
                <a:gd name="T87" fmla="*/ 8 h 169"/>
                <a:gd name="T88" fmla="*/ 164 w 388"/>
                <a:gd name="T89" fmla="*/ 1 h 169"/>
                <a:gd name="T90" fmla="*/ 203 w 388"/>
                <a:gd name="T91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88" h="169">
                  <a:moveTo>
                    <a:pt x="203" y="0"/>
                  </a:moveTo>
                  <a:lnTo>
                    <a:pt x="241" y="1"/>
                  </a:lnTo>
                  <a:lnTo>
                    <a:pt x="275" y="8"/>
                  </a:lnTo>
                  <a:lnTo>
                    <a:pt x="303" y="17"/>
                  </a:lnTo>
                  <a:lnTo>
                    <a:pt x="326" y="28"/>
                  </a:lnTo>
                  <a:lnTo>
                    <a:pt x="346" y="42"/>
                  </a:lnTo>
                  <a:lnTo>
                    <a:pt x="361" y="57"/>
                  </a:lnTo>
                  <a:lnTo>
                    <a:pt x="372" y="74"/>
                  </a:lnTo>
                  <a:lnTo>
                    <a:pt x="380" y="90"/>
                  </a:lnTo>
                  <a:lnTo>
                    <a:pt x="385" y="107"/>
                  </a:lnTo>
                  <a:lnTo>
                    <a:pt x="388" y="123"/>
                  </a:lnTo>
                  <a:lnTo>
                    <a:pt x="388" y="137"/>
                  </a:lnTo>
                  <a:lnTo>
                    <a:pt x="385" y="150"/>
                  </a:lnTo>
                  <a:lnTo>
                    <a:pt x="381" y="158"/>
                  </a:lnTo>
                  <a:lnTo>
                    <a:pt x="376" y="165"/>
                  </a:lnTo>
                  <a:lnTo>
                    <a:pt x="370" y="169"/>
                  </a:lnTo>
                  <a:lnTo>
                    <a:pt x="364" y="167"/>
                  </a:lnTo>
                  <a:lnTo>
                    <a:pt x="324" y="148"/>
                  </a:lnTo>
                  <a:lnTo>
                    <a:pt x="288" y="136"/>
                  </a:lnTo>
                  <a:lnTo>
                    <a:pt x="253" y="127"/>
                  </a:lnTo>
                  <a:lnTo>
                    <a:pt x="222" y="123"/>
                  </a:lnTo>
                  <a:lnTo>
                    <a:pt x="193" y="122"/>
                  </a:lnTo>
                  <a:lnTo>
                    <a:pt x="166" y="124"/>
                  </a:lnTo>
                  <a:lnTo>
                    <a:pt x="142" y="128"/>
                  </a:lnTo>
                  <a:lnTo>
                    <a:pt x="121" y="134"/>
                  </a:lnTo>
                  <a:lnTo>
                    <a:pt x="100" y="141"/>
                  </a:lnTo>
                  <a:lnTo>
                    <a:pt x="81" y="147"/>
                  </a:lnTo>
                  <a:lnTo>
                    <a:pt x="65" y="152"/>
                  </a:lnTo>
                  <a:lnTo>
                    <a:pt x="50" y="157"/>
                  </a:lnTo>
                  <a:lnTo>
                    <a:pt x="36" y="158"/>
                  </a:lnTo>
                  <a:lnTo>
                    <a:pt x="23" y="158"/>
                  </a:lnTo>
                  <a:lnTo>
                    <a:pt x="12" y="155"/>
                  </a:lnTo>
                  <a:lnTo>
                    <a:pt x="5" y="150"/>
                  </a:lnTo>
                  <a:lnTo>
                    <a:pt x="2" y="141"/>
                  </a:lnTo>
                  <a:lnTo>
                    <a:pt x="0" y="129"/>
                  </a:lnTo>
                  <a:lnTo>
                    <a:pt x="2" y="117"/>
                  </a:lnTo>
                  <a:lnTo>
                    <a:pt x="5" y="103"/>
                  </a:lnTo>
                  <a:lnTo>
                    <a:pt x="12" y="86"/>
                  </a:lnTo>
                  <a:lnTo>
                    <a:pt x="23" y="71"/>
                  </a:lnTo>
                  <a:lnTo>
                    <a:pt x="36" y="56"/>
                  </a:lnTo>
                  <a:lnTo>
                    <a:pt x="53" y="41"/>
                  </a:lnTo>
                  <a:lnTo>
                    <a:pt x="75" y="28"/>
                  </a:lnTo>
                  <a:lnTo>
                    <a:pt x="100" y="17"/>
                  </a:lnTo>
                  <a:lnTo>
                    <a:pt x="129" y="8"/>
                  </a:lnTo>
                  <a:lnTo>
                    <a:pt x="164" y="1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684B3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216BC8DB-186F-BE46-A03C-45B732F3B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5" y="1625"/>
              <a:ext cx="79" cy="87"/>
            </a:xfrm>
            <a:custGeom>
              <a:avLst/>
              <a:gdLst>
                <a:gd name="T0" fmla="*/ 119 w 238"/>
                <a:gd name="T1" fmla="*/ 0 h 259"/>
                <a:gd name="T2" fmla="*/ 146 w 238"/>
                <a:gd name="T3" fmla="*/ 4 h 259"/>
                <a:gd name="T4" fmla="*/ 171 w 238"/>
                <a:gd name="T5" fmla="*/ 13 h 259"/>
                <a:gd name="T6" fmla="*/ 194 w 238"/>
                <a:gd name="T7" fmla="*/ 28 h 259"/>
                <a:gd name="T8" fmla="*/ 212 w 238"/>
                <a:gd name="T9" fmla="*/ 48 h 259"/>
                <a:gd name="T10" fmla="*/ 226 w 238"/>
                <a:gd name="T11" fmla="*/ 72 h 259"/>
                <a:gd name="T12" fmla="*/ 235 w 238"/>
                <a:gd name="T13" fmla="*/ 100 h 259"/>
                <a:gd name="T14" fmla="*/ 238 w 238"/>
                <a:gd name="T15" fmla="*/ 129 h 259"/>
                <a:gd name="T16" fmla="*/ 235 w 238"/>
                <a:gd name="T17" fmla="*/ 159 h 259"/>
                <a:gd name="T18" fmla="*/ 226 w 238"/>
                <a:gd name="T19" fmla="*/ 187 h 259"/>
                <a:gd name="T20" fmla="*/ 212 w 238"/>
                <a:gd name="T21" fmla="*/ 211 h 259"/>
                <a:gd name="T22" fmla="*/ 194 w 238"/>
                <a:gd name="T23" fmla="*/ 230 h 259"/>
                <a:gd name="T24" fmla="*/ 171 w 238"/>
                <a:gd name="T25" fmla="*/ 247 h 259"/>
                <a:gd name="T26" fmla="*/ 146 w 238"/>
                <a:gd name="T27" fmla="*/ 256 h 259"/>
                <a:gd name="T28" fmla="*/ 119 w 238"/>
                <a:gd name="T29" fmla="*/ 259 h 259"/>
                <a:gd name="T30" fmla="*/ 92 w 238"/>
                <a:gd name="T31" fmla="*/ 256 h 259"/>
                <a:gd name="T32" fmla="*/ 68 w 238"/>
                <a:gd name="T33" fmla="*/ 247 h 259"/>
                <a:gd name="T34" fmla="*/ 45 w 238"/>
                <a:gd name="T35" fmla="*/ 230 h 259"/>
                <a:gd name="T36" fmla="*/ 27 w 238"/>
                <a:gd name="T37" fmla="*/ 211 h 259"/>
                <a:gd name="T38" fmla="*/ 13 w 238"/>
                <a:gd name="T39" fmla="*/ 187 h 259"/>
                <a:gd name="T40" fmla="*/ 4 w 238"/>
                <a:gd name="T41" fmla="*/ 159 h 259"/>
                <a:gd name="T42" fmla="*/ 0 w 238"/>
                <a:gd name="T43" fmla="*/ 129 h 259"/>
                <a:gd name="T44" fmla="*/ 4 w 238"/>
                <a:gd name="T45" fmla="*/ 100 h 259"/>
                <a:gd name="T46" fmla="*/ 13 w 238"/>
                <a:gd name="T47" fmla="*/ 72 h 259"/>
                <a:gd name="T48" fmla="*/ 27 w 238"/>
                <a:gd name="T49" fmla="*/ 48 h 259"/>
                <a:gd name="T50" fmla="*/ 45 w 238"/>
                <a:gd name="T51" fmla="*/ 28 h 259"/>
                <a:gd name="T52" fmla="*/ 68 w 238"/>
                <a:gd name="T53" fmla="*/ 13 h 259"/>
                <a:gd name="T54" fmla="*/ 92 w 238"/>
                <a:gd name="T55" fmla="*/ 4 h 259"/>
                <a:gd name="T56" fmla="*/ 119 w 238"/>
                <a:gd name="T57" fmla="*/ 0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8" h="259">
                  <a:moveTo>
                    <a:pt x="119" y="0"/>
                  </a:moveTo>
                  <a:lnTo>
                    <a:pt x="146" y="4"/>
                  </a:lnTo>
                  <a:lnTo>
                    <a:pt x="171" y="13"/>
                  </a:lnTo>
                  <a:lnTo>
                    <a:pt x="194" y="28"/>
                  </a:lnTo>
                  <a:lnTo>
                    <a:pt x="212" y="48"/>
                  </a:lnTo>
                  <a:lnTo>
                    <a:pt x="226" y="72"/>
                  </a:lnTo>
                  <a:lnTo>
                    <a:pt x="235" y="100"/>
                  </a:lnTo>
                  <a:lnTo>
                    <a:pt x="238" y="129"/>
                  </a:lnTo>
                  <a:lnTo>
                    <a:pt x="235" y="159"/>
                  </a:lnTo>
                  <a:lnTo>
                    <a:pt x="226" y="187"/>
                  </a:lnTo>
                  <a:lnTo>
                    <a:pt x="212" y="211"/>
                  </a:lnTo>
                  <a:lnTo>
                    <a:pt x="194" y="230"/>
                  </a:lnTo>
                  <a:lnTo>
                    <a:pt x="171" y="247"/>
                  </a:lnTo>
                  <a:lnTo>
                    <a:pt x="146" y="256"/>
                  </a:lnTo>
                  <a:lnTo>
                    <a:pt x="119" y="259"/>
                  </a:lnTo>
                  <a:lnTo>
                    <a:pt x="92" y="256"/>
                  </a:lnTo>
                  <a:lnTo>
                    <a:pt x="68" y="247"/>
                  </a:lnTo>
                  <a:lnTo>
                    <a:pt x="45" y="230"/>
                  </a:lnTo>
                  <a:lnTo>
                    <a:pt x="27" y="211"/>
                  </a:lnTo>
                  <a:lnTo>
                    <a:pt x="13" y="187"/>
                  </a:lnTo>
                  <a:lnTo>
                    <a:pt x="4" y="159"/>
                  </a:lnTo>
                  <a:lnTo>
                    <a:pt x="0" y="129"/>
                  </a:lnTo>
                  <a:lnTo>
                    <a:pt x="4" y="100"/>
                  </a:lnTo>
                  <a:lnTo>
                    <a:pt x="13" y="72"/>
                  </a:lnTo>
                  <a:lnTo>
                    <a:pt x="27" y="48"/>
                  </a:lnTo>
                  <a:lnTo>
                    <a:pt x="45" y="28"/>
                  </a:lnTo>
                  <a:lnTo>
                    <a:pt x="68" y="13"/>
                  </a:lnTo>
                  <a:lnTo>
                    <a:pt x="92" y="4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3B25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F1F9DC37-1E0A-FDFE-F054-F3D8314BD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5" y="1638"/>
              <a:ext cx="24" cy="23"/>
            </a:xfrm>
            <a:custGeom>
              <a:avLst/>
              <a:gdLst>
                <a:gd name="T0" fmla="*/ 36 w 71"/>
                <a:gd name="T1" fmla="*/ 0 h 71"/>
                <a:gd name="T2" fmla="*/ 49 w 71"/>
                <a:gd name="T3" fmla="*/ 2 h 71"/>
                <a:gd name="T4" fmla="*/ 61 w 71"/>
                <a:gd name="T5" fmla="*/ 10 h 71"/>
                <a:gd name="T6" fmla="*/ 68 w 71"/>
                <a:gd name="T7" fmla="*/ 21 h 71"/>
                <a:gd name="T8" fmla="*/ 71 w 71"/>
                <a:gd name="T9" fmla="*/ 35 h 71"/>
                <a:gd name="T10" fmla="*/ 68 w 71"/>
                <a:gd name="T11" fmla="*/ 48 h 71"/>
                <a:gd name="T12" fmla="*/ 61 w 71"/>
                <a:gd name="T13" fmla="*/ 60 h 71"/>
                <a:gd name="T14" fmla="*/ 49 w 71"/>
                <a:gd name="T15" fmla="*/ 68 h 71"/>
                <a:gd name="T16" fmla="*/ 36 w 71"/>
                <a:gd name="T17" fmla="*/ 71 h 71"/>
                <a:gd name="T18" fmla="*/ 22 w 71"/>
                <a:gd name="T19" fmla="*/ 68 h 71"/>
                <a:gd name="T20" fmla="*/ 10 w 71"/>
                <a:gd name="T21" fmla="*/ 60 h 71"/>
                <a:gd name="T22" fmla="*/ 3 w 71"/>
                <a:gd name="T23" fmla="*/ 48 h 71"/>
                <a:gd name="T24" fmla="*/ 0 w 71"/>
                <a:gd name="T25" fmla="*/ 35 h 71"/>
                <a:gd name="T26" fmla="*/ 3 w 71"/>
                <a:gd name="T27" fmla="*/ 21 h 71"/>
                <a:gd name="T28" fmla="*/ 10 w 71"/>
                <a:gd name="T29" fmla="*/ 10 h 71"/>
                <a:gd name="T30" fmla="*/ 22 w 71"/>
                <a:gd name="T31" fmla="*/ 2 h 71"/>
                <a:gd name="T32" fmla="*/ 36 w 71"/>
                <a:gd name="T33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1" h="71">
                  <a:moveTo>
                    <a:pt x="36" y="0"/>
                  </a:moveTo>
                  <a:lnTo>
                    <a:pt x="49" y="2"/>
                  </a:lnTo>
                  <a:lnTo>
                    <a:pt x="61" y="10"/>
                  </a:lnTo>
                  <a:lnTo>
                    <a:pt x="68" y="21"/>
                  </a:lnTo>
                  <a:lnTo>
                    <a:pt x="71" y="35"/>
                  </a:lnTo>
                  <a:lnTo>
                    <a:pt x="68" y="48"/>
                  </a:lnTo>
                  <a:lnTo>
                    <a:pt x="61" y="60"/>
                  </a:lnTo>
                  <a:lnTo>
                    <a:pt x="49" y="68"/>
                  </a:lnTo>
                  <a:lnTo>
                    <a:pt x="36" y="71"/>
                  </a:lnTo>
                  <a:lnTo>
                    <a:pt x="22" y="68"/>
                  </a:lnTo>
                  <a:lnTo>
                    <a:pt x="10" y="60"/>
                  </a:lnTo>
                  <a:lnTo>
                    <a:pt x="3" y="48"/>
                  </a:lnTo>
                  <a:lnTo>
                    <a:pt x="0" y="35"/>
                  </a:lnTo>
                  <a:lnTo>
                    <a:pt x="3" y="21"/>
                  </a:lnTo>
                  <a:lnTo>
                    <a:pt x="10" y="10"/>
                  </a:lnTo>
                  <a:lnTo>
                    <a:pt x="22" y="2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AAB0AAF8-3DC4-9372-72FE-1ADACD607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" y="1510"/>
              <a:ext cx="129" cy="56"/>
            </a:xfrm>
            <a:custGeom>
              <a:avLst/>
              <a:gdLst>
                <a:gd name="T0" fmla="*/ 185 w 387"/>
                <a:gd name="T1" fmla="*/ 0 h 169"/>
                <a:gd name="T2" fmla="*/ 224 w 387"/>
                <a:gd name="T3" fmla="*/ 1 h 169"/>
                <a:gd name="T4" fmla="*/ 258 w 387"/>
                <a:gd name="T5" fmla="*/ 8 h 169"/>
                <a:gd name="T6" fmla="*/ 287 w 387"/>
                <a:gd name="T7" fmla="*/ 17 h 169"/>
                <a:gd name="T8" fmla="*/ 313 w 387"/>
                <a:gd name="T9" fmla="*/ 28 h 169"/>
                <a:gd name="T10" fmla="*/ 334 w 387"/>
                <a:gd name="T11" fmla="*/ 41 h 169"/>
                <a:gd name="T12" fmla="*/ 351 w 387"/>
                <a:gd name="T13" fmla="*/ 56 h 169"/>
                <a:gd name="T14" fmla="*/ 365 w 387"/>
                <a:gd name="T15" fmla="*/ 71 h 169"/>
                <a:gd name="T16" fmla="*/ 376 w 387"/>
                <a:gd name="T17" fmla="*/ 86 h 169"/>
                <a:gd name="T18" fmla="*/ 382 w 387"/>
                <a:gd name="T19" fmla="*/ 103 h 169"/>
                <a:gd name="T20" fmla="*/ 386 w 387"/>
                <a:gd name="T21" fmla="*/ 117 h 169"/>
                <a:gd name="T22" fmla="*/ 387 w 387"/>
                <a:gd name="T23" fmla="*/ 129 h 169"/>
                <a:gd name="T24" fmla="*/ 386 w 387"/>
                <a:gd name="T25" fmla="*/ 141 h 169"/>
                <a:gd name="T26" fmla="*/ 382 w 387"/>
                <a:gd name="T27" fmla="*/ 150 h 169"/>
                <a:gd name="T28" fmla="*/ 376 w 387"/>
                <a:gd name="T29" fmla="*/ 155 h 169"/>
                <a:gd name="T30" fmla="*/ 365 w 387"/>
                <a:gd name="T31" fmla="*/ 158 h 169"/>
                <a:gd name="T32" fmla="*/ 352 w 387"/>
                <a:gd name="T33" fmla="*/ 158 h 169"/>
                <a:gd name="T34" fmla="*/ 338 w 387"/>
                <a:gd name="T35" fmla="*/ 157 h 169"/>
                <a:gd name="T36" fmla="*/ 323 w 387"/>
                <a:gd name="T37" fmla="*/ 152 h 169"/>
                <a:gd name="T38" fmla="*/ 306 w 387"/>
                <a:gd name="T39" fmla="*/ 147 h 169"/>
                <a:gd name="T40" fmla="*/ 287 w 387"/>
                <a:gd name="T41" fmla="*/ 141 h 169"/>
                <a:gd name="T42" fmla="*/ 267 w 387"/>
                <a:gd name="T43" fmla="*/ 134 h 169"/>
                <a:gd name="T44" fmla="*/ 246 w 387"/>
                <a:gd name="T45" fmla="*/ 128 h 169"/>
                <a:gd name="T46" fmla="*/ 222 w 387"/>
                <a:gd name="T47" fmla="*/ 124 h 169"/>
                <a:gd name="T48" fmla="*/ 195 w 387"/>
                <a:gd name="T49" fmla="*/ 122 h 169"/>
                <a:gd name="T50" fmla="*/ 166 w 387"/>
                <a:gd name="T51" fmla="*/ 123 h 169"/>
                <a:gd name="T52" fmla="*/ 134 w 387"/>
                <a:gd name="T53" fmla="*/ 127 h 169"/>
                <a:gd name="T54" fmla="*/ 100 w 387"/>
                <a:gd name="T55" fmla="*/ 136 h 169"/>
                <a:gd name="T56" fmla="*/ 63 w 387"/>
                <a:gd name="T57" fmla="*/ 148 h 169"/>
                <a:gd name="T58" fmla="*/ 24 w 387"/>
                <a:gd name="T59" fmla="*/ 167 h 169"/>
                <a:gd name="T60" fmla="*/ 18 w 387"/>
                <a:gd name="T61" fmla="*/ 169 h 169"/>
                <a:gd name="T62" fmla="*/ 12 w 387"/>
                <a:gd name="T63" fmla="*/ 165 h 169"/>
                <a:gd name="T64" fmla="*/ 7 w 387"/>
                <a:gd name="T65" fmla="*/ 158 h 169"/>
                <a:gd name="T66" fmla="*/ 3 w 387"/>
                <a:gd name="T67" fmla="*/ 150 h 169"/>
                <a:gd name="T68" fmla="*/ 0 w 387"/>
                <a:gd name="T69" fmla="*/ 137 h 169"/>
                <a:gd name="T70" fmla="*/ 0 w 387"/>
                <a:gd name="T71" fmla="*/ 123 h 169"/>
                <a:gd name="T72" fmla="*/ 3 w 387"/>
                <a:gd name="T73" fmla="*/ 107 h 169"/>
                <a:gd name="T74" fmla="*/ 8 w 387"/>
                <a:gd name="T75" fmla="*/ 90 h 169"/>
                <a:gd name="T76" fmla="*/ 15 w 387"/>
                <a:gd name="T77" fmla="*/ 74 h 169"/>
                <a:gd name="T78" fmla="*/ 27 w 387"/>
                <a:gd name="T79" fmla="*/ 57 h 169"/>
                <a:gd name="T80" fmla="*/ 42 w 387"/>
                <a:gd name="T81" fmla="*/ 42 h 169"/>
                <a:gd name="T82" fmla="*/ 61 w 387"/>
                <a:gd name="T83" fmla="*/ 28 h 169"/>
                <a:gd name="T84" fmla="*/ 85 w 387"/>
                <a:gd name="T85" fmla="*/ 17 h 169"/>
                <a:gd name="T86" fmla="*/ 113 w 387"/>
                <a:gd name="T87" fmla="*/ 8 h 169"/>
                <a:gd name="T88" fmla="*/ 147 w 387"/>
                <a:gd name="T89" fmla="*/ 1 h 169"/>
                <a:gd name="T90" fmla="*/ 185 w 387"/>
                <a:gd name="T91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87" h="169">
                  <a:moveTo>
                    <a:pt x="185" y="0"/>
                  </a:moveTo>
                  <a:lnTo>
                    <a:pt x="224" y="1"/>
                  </a:lnTo>
                  <a:lnTo>
                    <a:pt x="258" y="8"/>
                  </a:lnTo>
                  <a:lnTo>
                    <a:pt x="287" y="17"/>
                  </a:lnTo>
                  <a:lnTo>
                    <a:pt x="313" y="28"/>
                  </a:lnTo>
                  <a:lnTo>
                    <a:pt x="334" y="41"/>
                  </a:lnTo>
                  <a:lnTo>
                    <a:pt x="351" y="56"/>
                  </a:lnTo>
                  <a:lnTo>
                    <a:pt x="365" y="71"/>
                  </a:lnTo>
                  <a:lnTo>
                    <a:pt x="376" y="86"/>
                  </a:lnTo>
                  <a:lnTo>
                    <a:pt x="382" y="103"/>
                  </a:lnTo>
                  <a:lnTo>
                    <a:pt x="386" y="117"/>
                  </a:lnTo>
                  <a:lnTo>
                    <a:pt x="387" y="129"/>
                  </a:lnTo>
                  <a:lnTo>
                    <a:pt x="386" y="141"/>
                  </a:lnTo>
                  <a:lnTo>
                    <a:pt x="382" y="150"/>
                  </a:lnTo>
                  <a:lnTo>
                    <a:pt x="376" y="155"/>
                  </a:lnTo>
                  <a:lnTo>
                    <a:pt x="365" y="158"/>
                  </a:lnTo>
                  <a:lnTo>
                    <a:pt x="352" y="158"/>
                  </a:lnTo>
                  <a:lnTo>
                    <a:pt x="338" y="157"/>
                  </a:lnTo>
                  <a:lnTo>
                    <a:pt x="323" y="152"/>
                  </a:lnTo>
                  <a:lnTo>
                    <a:pt x="306" y="147"/>
                  </a:lnTo>
                  <a:lnTo>
                    <a:pt x="287" y="141"/>
                  </a:lnTo>
                  <a:lnTo>
                    <a:pt x="267" y="134"/>
                  </a:lnTo>
                  <a:lnTo>
                    <a:pt x="246" y="128"/>
                  </a:lnTo>
                  <a:lnTo>
                    <a:pt x="222" y="124"/>
                  </a:lnTo>
                  <a:lnTo>
                    <a:pt x="195" y="122"/>
                  </a:lnTo>
                  <a:lnTo>
                    <a:pt x="166" y="123"/>
                  </a:lnTo>
                  <a:lnTo>
                    <a:pt x="134" y="127"/>
                  </a:lnTo>
                  <a:lnTo>
                    <a:pt x="100" y="136"/>
                  </a:lnTo>
                  <a:lnTo>
                    <a:pt x="63" y="148"/>
                  </a:lnTo>
                  <a:lnTo>
                    <a:pt x="24" y="167"/>
                  </a:lnTo>
                  <a:lnTo>
                    <a:pt x="18" y="169"/>
                  </a:lnTo>
                  <a:lnTo>
                    <a:pt x="12" y="165"/>
                  </a:lnTo>
                  <a:lnTo>
                    <a:pt x="7" y="158"/>
                  </a:lnTo>
                  <a:lnTo>
                    <a:pt x="3" y="150"/>
                  </a:lnTo>
                  <a:lnTo>
                    <a:pt x="0" y="137"/>
                  </a:lnTo>
                  <a:lnTo>
                    <a:pt x="0" y="123"/>
                  </a:lnTo>
                  <a:lnTo>
                    <a:pt x="3" y="107"/>
                  </a:lnTo>
                  <a:lnTo>
                    <a:pt x="8" y="90"/>
                  </a:lnTo>
                  <a:lnTo>
                    <a:pt x="15" y="74"/>
                  </a:lnTo>
                  <a:lnTo>
                    <a:pt x="27" y="57"/>
                  </a:lnTo>
                  <a:lnTo>
                    <a:pt x="42" y="42"/>
                  </a:lnTo>
                  <a:lnTo>
                    <a:pt x="61" y="28"/>
                  </a:lnTo>
                  <a:lnTo>
                    <a:pt x="85" y="17"/>
                  </a:lnTo>
                  <a:lnTo>
                    <a:pt x="113" y="8"/>
                  </a:lnTo>
                  <a:lnTo>
                    <a:pt x="147" y="1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684B3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C95759E2-C43A-0AF0-C745-1F31C77B3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" y="1802"/>
              <a:ext cx="125" cy="45"/>
            </a:xfrm>
            <a:custGeom>
              <a:avLst/>
              <a:gdLst>
                <a:gd name="T0" fmla="*/ 6 w 375"/>
                <a:gd name="T1" fmla="*/ 0 h 135"/>
                <a:gd name="T2" fmla="*/ 15 w 375"/>
                <a:gd name="T3" fmla="*/ 2 h 135"/>
                <a:gd name="T4" fmla="*/ 27 w 375"/>
                <a:gd name="T5" fmla="*/ 6 h 135"/>
                <a:gd name="T6" fmla="*/ 41 w 375"/>
                <a:gd name="T7" fmla="*/ 14 h 135"/>
                <a:gd name="T8" fmla="*/ 58 w 375"/>
                <a:gd name="T9" fmla="*/ 23 h 135"/>
                <a:gd name="T10" fmla="*/ 80 w 375"/>
                <a:gd name="T11" fmla="*/ 33 h 135"/>
                <a:gd name="T12" fmla="*/ 103 w 375"/>
                <a:gd name="T13" fmla="*/ 42 h 135"/>
                <a:gd name="T14" fmla="*/ 128 w 375"/>
                <a:gd name="T15" fmla="*/ 49 h 135"/>
                <a:gd name="T16" fmla="*/ 157 w 375"/>
                <a:gd name="T17" fmla="*/ 56 h 135"/>
                <a:gd name="T18" fmla="*/ 187 w 375"/>
                <a:gd name="T19" fmla="*/ 57 h 135"/>
                <a:gd name="T20" fmla="*/ 218 w 375"/>
                <a:gd name="T21" fmla="*/ 56 h 135"/>
                <a:gd name="T22" fmla="*/ 247 w 375"/>
                <a:gd name="T23" fmla="*/ 49 h 135"/>
                <a:gd name="T24" fmla="*/ 272 w 375"/>
                <a:gd name="T25" fmla="*/ 42 h 135"/>
                <a:gd name="T26" fmla="*/ 295 w 375"/>
                <a:gd name="T27" fmla="*/ 33 h 135"/>
                <a:gd name="T28" fmla="*/ 316 w 375"/>
                <a:gd name="T29" fmla="*/ 23 h 135"/>
                <a:gd name="T30" fmla="*/ 333 w 375"/>
                <a:gd name="T31" fmla="*/ 14 h 135"/>
                <a:gd name="T32" fmla="*/ 348 w 375"/>
                <a:gd name="T33" fmla="*/ 6 h 135"/>
                <a:gd name="T34" fmla="*/ 360 w 375"/>
                <a:gd name="T35" fmla="*/ 2 h 135"/>
                <a:gd name="T36" fmla="*/ 368 w 375"/>
                <a:gd name="T37" fmla="*/ 0 h 135"/>
                <a:gd name="T38" fmla="*/ 373 w 375"/>
                <a:gd name="T39" fmla="*/ 4 h 135"/>
                <a:gd name="T40" fmla="*/ 375 w 375"/>
                <a:gd name="T41" fmla="*/ 13 h 135"/>
                <a:gd name="T42" fmla="*/ 375 w 375"/>
                <a:gd name="T43" fmla="*/ 24 h 135"/>
                <a:gd name="T44" fmla="*/ 371 w 375"/>
                <a:gd name="T45" fmla="*/ 38 h 135"/>
                <a:gd name="T46" fmla="*/ 366 w 375"/>
                <a:gd name="T47" fmla="*/ 53 h 135"/>
                <a:gd name="T48" fmla="*/ 357 w 375"/>
                <a:gd name="T49" fmla="*/ 67 h 135"/>
                <a:gd name="T50" fmla="*/ 346 w 375"/>
                <a:gd name="T51" fmla="*/ 82 h 135"/>
                <a:gd name="T52" fmla="*/ 330 w 375"/>
                <a:gd name="T53" fmla="*/ 96 h 135"/>
                <a:gd name="T54" fmla="*/ 311 w 375"/>
                <a:gd name="T55" fmla="*/ 109 h 135"/>
                <a:gd name="T56" fmla="*/ 289 w 375"/>
                <a:gd name="T57" fmla="*/ 119 h 135"/>
                <a:gd name="T58" fmla="*/ 260 w 375"/>
                <a:gd name="T59" fmla="*/ 128 h 135"/>
                <a:gd name="T60" fmla="*/ 227 w 375"/>
                <a:gd name="T61" fmla="*/ 133 h 135"/>
                <a:gd name="T62" fmla="*/ 187 w 375"/>
                <a:gd name="T63" fmla="*/ 135 h 135"/>
                <a:gd name="T64" fmla="*/ 148 w 375"/>
                <a:gd name="T65" fmla="*/ 133 h 135"/>
                <a:gd name="T66" fmla="*/ 115 w 375"/>
                <a:gd name="T67" fmla="*/ 128 h 135"/>
                <a:gd name="T68" fmla="*/ 86 w 375"/>
                <a:gd name="T69" fmla="*/ 119 h 135"/>
                <a:gd name="T70" fmla="*/ 63 w 375"/>
                <a:gd name="T71" fmla="*/ 109 h 135"/>
                <a:gd name="T72" fmla="*/ 44 w 375"/>
                <a:gd name="T73" fmla="*/ 96 h 135"/>
                <a:gd name="T74" fmla="*/ 29 w 375"/>
                <a:gd name="T75" fmla="*/ 82 h 135"/>
                <a:gd name="T76" fmla="*/ 18 w 375"/>
                <a:gd name="T77" fmla="*/ 67 h 135"/>
                <a:gd name="T78" fmla="*/ 9 w 375"/>
                <a:gd name="T79" fmla="*/ 53 h 135"/>
                <a:gd name="T80" fmla="*/ 4 w 375"/>
                <a:gd name="T81" fmla="*/ 38 h 135"/>
                <a:gd name="T82" fmla="*/ 0 w 375"/>
                <a:gd name="T83" fmla="*/ 24 h 135"/>
                <a:gd name="T84" fmla="*/ 0 w 375"/>
                <a:gd name="T85" fmla="*/ 13 h 135"/>
                <a:gd name="T86" fmla="*/ 1 w 375"/>
                <a:gd name="T87" fmla="*/ 4 h 135"/>
                <a:gd name="T88" fmla="*/ 6 w 375"/>
                <a:gd name="T89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75" h="135">
                  <a:moveTo>
                    <a:pt x="6" y="0"/>
                  </a:moveTo>
                  <a:lnTo>
                    <a:pt x="15" y="2"/>
                  </a:lnTo>
                  <a:lnTo>
                    <a:pt x="27" y="6"/>
                  </a:lnTo>
                  <a:lnTo>
                    <a:pt x="41" y="14"/>
                  </a:lnTo>
                  <a:lnTo>
                    <a:pt x="58" y="23"/>
                  </a:lnTo>
                  <a:lnTo>
                    <a:pt x="80" y="33"/>
                  </a:lnTo>
                  <a:lnTo>
                    <a:pt x="103" y="42"/>
                  </a:lnTo>
                  <a:lnTo>
                    <a:pt x="128" y="49"/>
                  </a:lnTo>
                  <a:lnTo>
                    <a:pt x="157" y="56"/>
                  </a:lnTo>
                  <a:lnTo>
                    <a:pt x="187" y="57"/>
                  </a:lnTo>
                  <a:lnTo>
                    <a:pt x="218" y="56"/>
                  </a:lnTo>
                  <a:lnTo>
                    <a:pt x="247" y="49"/>
                  </a:lnTo>
                  <a:lnTo>
                    <a:pt x="272" y="42"/>
                  </a:lnTo>
                  <a:lnTo>
                    <a:pt x="295" y="33"/>
                  </a:lnTo>
                  <a:lnTo>
                    <a:pt x="316" y="23"/>
                  </a:lnTo>
                  <a:lnTo>
                    <a:pt x="333" y="14"/>
                  </a:lnTo>
                  <a:lnTo>
                    <a:pt x="348" y="6"/>
                  </a:lnTo>
                  <a:lnTo>
                    <a:pt x="360" y="2"/>
                  </a:lnTo>
                  <a:lnTo>
                    <a:pt x="368" y="0"/>
                  </a:lnTo>
                  <a:lnTo>
                    <a:pt x="373" y="4"/>
                  </a:lnTo>
                  <a:lnTo>
                    <a:pt x="375" y="13"/>
                  </a:lnTo>
                  <a:lnTo>
                    <a:pt x="375" y="24"/>
                  </a:lnTo>
                  <a:lnTo>
                    <a:pt x="371" y="38"/>
                  </a:lnTo>
                  <a:lnTo>
                    <a:pt x="366" y="53"/>
                  </a:lnTo>
                  <a:lnTo>
                    <a:pt x="357" y="67"/>
                  </a:lnTo>
                  <a:lnTo>
                    <a:pt x="346" y="82"/>
                  </a:lnTo>
                  <a:lnTo>
                    <a:pt x="330" y="96"/>
                  </a:lnTo>
                  <a:lnTo>
                    <a:pt x="311" y="109"/>
                  </a:lnTo>
                  <a:lnTo>
                    <a:pt x="289" y="119"/>
                  </a:lnTo>
                  <a:lnTo>
                    <a:pt x="260" y="128"/>
                  </a:lnTo>
                  <a:lnTo>
                    <a:pt x="227" y="133"/>
                  </a:lnTo>
                  <a:lnTo>
                    <a:pt x="187" y="135"/>
                  </a:lnTo>
                  <a:lnTo>
                    <a:pt x="148" y="133"/>
                  </a:lnTo>
                  <a:lnTo>
                    <a:pt x="115" y="128"/>
                  </a:lnTo>
                  <a:lnTo>
                    <a:pt x="86" y="119"/>
                  </a:lnTo>
                  <a:lnTo>
                    <a:pt x="63" y="109"/>
                  </a:lnTo>
                  <a:lnTo>
                    <a:pt x="44" y="96"/>
                  </a:lnTo>
                  <a:lnTo>
                    <a:pt x="29" y="82"/>
                  </a:lnTo>
                  <a:lnTo>
                    <a:pt x="18" y="67"/>
                  </a:lnTo>
                  <a:lnTo>
                    <a:pt x="9" y="53"/>
                  </a:lnTo>
                  <a:lnTo>
                    <a:pt x="4" y="38"/>
                  </a:lnTo>
                  <a:lnTo>
                    <a:pt x="0" y="24"/>
                  </a:lnTo>
                  <a:lnTo>
                    <a:pt x="0" y="13"/>
                  </a:lnTo>
                  <a:lnTo>
                    <a:pt x="1" y="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6FF3E8B9-6B78-099F-3593-23AAD43F3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" y="1944"/>
              <a:ext cx="43" cy="15"/>
            </a:xfrm>
            <a:custGeom>
              <a:avLst/>
              <a:gdLst>
                <a:gd name="T0" fmla="*/ 128 w 129"/>
                <a:gd name="T1" fmla="*/ 0 h 47"/>
                <a:gd name="T2" fmla="*/ 129 w 129"/>
                <a:gd name="T3" fmla="*/ 4 h 47"/>
                <a:gd name="T4" fmla="*/ 129 w 129"/>
                <a:gd name="T5" fmla="*/ 12 h 47"/>
                <a:gd name="T6" fmla="*/ 125 w 129"/>
                <a:gd name="T7" fmla="*/ 19 h 47"/>
                <a:gd name="T8" fmla="*/ 120 w 129"/>
                <a:gd name="T9" fmla="*/ 28 h 47"/>
                <a:gd name="T10" fmla="*/ 112 w 129"/>
                <a:gd name="T11" fmla="*/ 35 h 47"/>
                <a:gd name="T12" fmla="*/ 101 w 129"/>
                <a:gd name="T13" fmla="*/ 41 h 47"/>
                <a:gd name="T14" fmla="*/ 85 w 129"/>
                <a:gd name="T15" fmla="*/ 46 h 47"/>
                <a:gd name="T16" fmla="*/ 64 w 129"/>
                <a:gd name="T17" fmla="*/ 47 h 47"/>
                <a:gd name="T18" fmla="*/ 44 w 129"/>
                <a:gd name="T19" fmla="*/ 46 h 47"/>
                <a:gd name="T20" fmla="*/ 28 w 129"/>
                <a:gd name="T21" fmla="*/ 41 h 47"/>
                <a:gd name="T22" fmla="*/ 16 w 129"/>
                <a:gd name="T23" fmla="*/ 35 h 47"/>
                <a:gd name="T24" fmla="*/ 9 w 129"/>
                <a:gd name="T25" fmla="*/ 28 h 47"/>
                <a:gd name="T26" fmla="*/ 4 w 129"/>
                <a:gd name="T27" fmla="*/ 19 h 47"/>
                <a:gd name="T28" fmla="*/ 0 w 129"/>
                <a:gd name="T29" fmla="*/ 12 h 47"/>
                <a:gd name="T30" fmla="*/ 0 w 129"/>
                <a:gd name="T31" fmla="*/ 4 h 47"/>
                <a:gd name="T32" fmla="*/ 1 w 129"/>
                <a:gd name="T33" fmla="*/ 0 h 47"/>
                <a:gd name="T34" fmla="*/ 5 w 129"/>
                <a:gd name="T35" fmla="*/ 2 h 47"/>
                <a:gd name="T36" fmla="*/ 13 w 129"/>
                <a:gd name="T37" fmla="*/ 4 h 47"/>
                <a:gd name="T38" fmla="*/ 21 w 129"/>
                <a:gd name="T39" fmla="*/ 9 h 47"/>
                <a:gd name="T40" fmla="*/ 34 w 129"/>
                <a:gd name="T41" fmla="*/ 14 h 47"/>
                <a:gd name="T42" fmla="*/ 48 w 129"/>
                <a:gd name="T43" fmla="*/ 18 h 47"/>
                <a:gd name="T44" fmla="*/ 64 w 129"/>
                <a:gd name="T45" fmla="*/ 21 h 47"/>
                <a:gd name="T46" fmla="*/ 81 w 129"/>
                <a:gd name="T47" fmla="*/ 18 h 47"/>
                <a:gd name="T48" fmla="*/ 95 w 129"/>
                <a:gd name="T49" fmla="*/ 14 h 47"/>
                <a:gd name="T50" fmla="*/ 107 w 129"/>
                <a:gd name="T51" fmla="*/ 9 h 47"/>
                <a:gd name="T52" fmla="*/ 116 w 129"/>
                <a:gd name="T53" fmla="*/ 4 h 47"/>
                <a:gd name="T54" fmla="*/ 124 w 129"/>
                <a:gd name="T55" fmla="*/ 2 h 47"/>
                <a:gd name="T56" fmla="*/ 128 w 129"/>
                <a:gd name="T57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47">
                  <a:moveTo>
                    <a:pt x="128" y="0"/>
                  </a:moveTo>
                  <a:lnTo>
                    <a:pt x="129" y="4"/>
                  </a:lnTo>
                  <a:lnTo>
                    <a:pt x="129" y="12"/>
                  </a:lnTo>
                  <a:lnTo>
                    <a:pt x="125" y="19"/>
                  </a:lnTo>
                  <a:lnTo>
                    <a:pt x="120" y="28"/>
                  </a:lnTo>
                  <a:lnTo>
                    <a:pt x="112" y="35"/>
                  </a:lnTo>
                  <a:lnTo>
                    <a:pt x="101" y="41"/>
                  </a:lnTo>
                  <a:lnTo>
                    <a:pt x="85" y="46"/>
                  </a:lnTo>
                  <a:lnTo>
                    <a:pt x="64" y="47"/>
                  </a:lnTo>
                  <a:lnTo>
                    <a:pt x="44" y="46"/>
                  </a:lnTo>
                  <a:lnTo>
                    <a:pt x="28" y="41"/>
                  </a:lnTo>
                  <a:lnTo>
                    <a:pt x="16" y="35"/>
                  </a:lnTo>
                  <a:lnTo>
                    <a:pt x="9" y="28"/>
                  </a:lnTo>
                  <a:lnTo>
                    <a:pt x="4" y="19"/>
                  </a:lnTo>
                  <a:lnTo>
                    <a:pt x="0" y="12"/>
                  </a:lnTo>
                  <a:lnTo>
                    <a:pt x="0" y="4"/>
                  </a:lnTo>
                  <a:lnTo>
                    <a:pt x="1" y="0"/>
                  </a:lnTo>
                  <a:lnTo>
                    <a:pt x="5" y="2"/>
                  </a:lnTo>
                  <a:lnTo>
                    <a:pt x="13" y="4"/>
                  </a:lnTo>
                  <a:lnTo>
                    <a:pt x="21" y="9"/>
                  </a:lnTo>
                  <a:lnTo>
                    <a:pt x="34" y="14"/>
                  </a:lnTo>
                  <a:lnTo>
                    <a:pt x="48" y="18"/>
                  </a:lnTo>
                  <a:lnTo>
                    <a:pt x="64" y="21"/>
                  </a:lnTo>
                  <a:lnTo>
                    <a:pt x="81" y="18"/>
                  </a:lnTo>
                  <a:lnTo>
                    <a:pt x="95" y="14"/>
                  </a:lnTo>
                  <a:lnTo>
                    <a:pt x="107" y="9"/>
                  </a:lnTo>
                  <a:lnTo>
                    <a:pt x="116" y="4"/>
                  </a:lnTo>
                  <a:lnTo>
                    <a:pt x="124" y="2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213699EF-0EDF-3B63-D8EE-A21D56726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" y="1895"/>
              <a:ext cx="198" cy="32"/>
            </a:xfrm>
            <a:custGeom>
              <a:avLst/>
              <a:gdLst>
                <a:gd name="T0" fmla="*/ 3 w 595"/>
                <a:gd name="T1" fmla="*/ 0 h 97"/>
                <a:gd name="T2" fmla="*/ 9 w 595"/>
                <a:gd name="T3" fmla="*/ 0 h 97"/>
                <a:gd name="T4" fmla="*/ 20 w 595"/>
                <a:gd name="T5" fmla="*/ 3 h 97"/>
                <a:gd name="T6" fmla="*/ 35 w 595"/>
                <a:gd name="T7" fmla="*/ 8 h 97"/>
                <a:gd name="T8" fmla="*/ 56 w 595"/>
                <a:gd name="T9" fmla="*/ 15 h 97"/>
                <a:gd name="T10" fmla="*/ 78 w 595"/>
                <a:gd name="T11" fmla="*/ 24 h 97"/>
                <a:gd name="T12" fmla="*/ 106 w 595"/>
                <a:gd name="T13" fmla="*/ 31 h 97"/>
                <a:gd name="T14" fmla="*/ 138 w 595"/>
                <a:gd name="T15" fmla="*/ 40 h 97"/>
                <a:gd name="T16" fmla="*/ 172 w 595"/>
                <a:gd name="T17" fmla="*/ 46 h 97"/>
                <a:gd name="T18" fmla="*/ 211 w 595"/>
                <a:gd name="T19" fmla="*/ 53 h 97"/>
                <a:gd name="T20" fmla="*/ 253 w 595"/>
                <a:gd name="T21" fmla="*/ 57 h 97"/>
                <a:gd name="T22" fmla="*/ 297 w 595"/>
                <a:gd name="T23" fmla="*/ 59 h 97"/>
                <a:gd name="T24" fmla="*/ 342 w 595"/>
                <a:gd name="T25" fmla="*/ 57 h 97"/>
                <a:gd name="T26" fmla="*/ 383 w 595"/>
                <a:gd name="T27" fmla="*/ 53 h 97"/>
                <a:gd name="T28" fmla="*/ 423 w 595"/>
                <a:gd name="T29" fmla="*/ 46 h 97"/>
                <a:gd name="T30" fmla="*/ 457 w 595"/>
                <a:gd name="T31" fmla="*/ 40 h 97"/>
                <a:gd name="T32" fmla="*/ 489 w 595"/>
                <a:gd name="T33" fmla="*/ 31 h 97"/>
                <a:gd name="T34" fmla="*/ 516 w 595"/>
                <a:gd name="T35" fmla="*/ 24 h 97"/>
                <a:gd name="T36" fmla="*/ 539 w 595"/>
                <a:gd name="T37" fmla="*/ 15 h 97"/>
                <a:gd name="T38" fmla="*/ 559 w 595"/>
                <a:gd name="T39" fmla="*/ 8 h 97"/>
                <a:gd name="T40" fmla="*/ 575 w 595"/>
                <a:gd name="T41" fmla="*/ 3 h 97"/>
                <a:gd name="T42" fmla="*/ 586 w 595"/>
                <a:gd name="T43" fmla="*/ 0 h 97"/>
                <a:gd name="T44" fmla="*/ 592 w 595"/>
                <a:gd name="T45" fmla="*/ 0 h 97"/>
                <a:gd name="T46" fmla="*/ 595 w 595"/>
                <a:gd name="T47" fmla="*/ 2 h 97"/>
                <a:gd name="T48" fmla="*/ 594 w 595"/>
                <a:gd name="T49" fmla="*/ 7 h 97"/>
                <a:gd name="T50" fmla="*/ 591 w 595"/>
                <a:gd name="T51" fmla="*/ 15 h 97"/>
                <a:gd name="T52" fmla="*/ 585 w 595"/>
                <a:gd name="T53" fmla="*/ 22 h 97"/>
                <a:gd name="T54" fmla="*/ 576 w 595"/>
                <a:gd name="T55" fmla="*/ 31 h 97"/>
                <a:gd name="T56" fmla="*/ 563 w 595"/>
                <a:gd name="T57" fmla="*/ 41 h 97"/>
                <a:gd name="T58" fmla="*/ 547 w 595"/>
                <a:gd name="T59" fmla="*/ 51 h 97"/>
                <a:gd name="T60" fmla="*/ 526 w 595"/>
                <a:gd name="T61" fmla="*/ 62 h 97"/>
                <a:gd name="T62" fmla="*/ 502 w 595"/>
                <a:gd name="T63" fmla="*/ 70 h 97"/>
                <a:gd name="T64" fmla="*/ 472 w 595"/>
                <a:gd name="T65" fmla="*/ 79 h 97"/>
                <a:gd name="T66" fmla="*/ 438 w 595"/>
                <a:gd name="T67" fmla="*/ 86 h 97"/>
                <a:gd name="T68" fmla="*/ 397 w 595"/>
                <a:gd name="T69" fmla="*/ 92 h 97"/>
                <a:gd name="T70" fmla="*/ 351 w 595"/>
                <a:gd name="T71" fmla="*/ 96 h 97"/>
                <a:gd name="T72" fmla="*/ 297 w 595"/>
                <a:gd name="T73" fmla="*/ 97 h 97"/>
                <a:gd name="T74" fmla="*/ 244 w 595"/>
                <a:gd name="T75" fmla="*/ 96 h 97"/>
                <a:gd name="T76" fmla="*/ 197 w 595"/>
                <a:gd name="T77" fmla="*/ 92 h 97"/>
                <a:gd name="T78" fmla="*/ 157 w 595"/>
                <a:gd name="T79" fmla="*/ 86 h 97"/>
                <a:gd name="T80" fmla="*/ 123 w 595"/>
                <a:gd name="T81" fmla="*/ 79 h 97"/>
                <a:gd name="T82" fmla="*/ 92 w 595"/>
                <a:gd name="T83" fmla="*/ 70 h 97"/>
                <a:gd name="T84" fmla="*/ 68 w 595"/>
                <a:gd name="T85" fmla="*/ 62 h 97"/>
                <a:gd name="T86" fmla="*/ 48 w 595"/>
                <a:gd name="T87" fmla="*/ 51 h 97"/>
                <a:gd name="T88" fmla="*/ 32 w 595"/>
                <a:gd name="T89" fmla="*/ 41 h 97"/>
                <a:gd name="T90" fmla="*/ 19 w 595"/>
                <a:gd name="T91" fmla="*/ 31 h 97"/>
                <a:gd name="T92" fmla="*/ 10 w 595"/>
                <a:gd name="T93" fmla="*/ 22 h 97"/>
                <a:gd name="T94" fmla="*/ 4 w 595"/>
                <a:gd name="T95" fmla="*/ 15 h 97"/>
                <a:gd name="T96" fmla="*/ 1 w 595"/>
                <a:gd name="T97" fmla="*/ 7 h 97"/>
                <a:gd name="T98" fmla="*/ 0 w 595"/>
                <a:gd name="T99" fmla="*/ 2 h 97"/>
                <a:gd name="T100" fmla="*/ 3 w 595"/>
                <a:gd name="T101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95" h="97">
                  <a:moveTo>
                    <a:pt x="3" y="0"/>
                  </a:moveTo>
                  <a:lnTo>
                    <a:pt x="9" y="0"/>
                  </a:lnTo>
                  <a:lnTo>
                    <a:pt x="20" y="3"/>
                  </a:lnTo>
                  <a:lnTo>
                    <a:pt x="35" y="8"/>
                  </a:lnTo>
                  <a:lnTo>
                    <a:pt x="56" y="15"/>
                  </a:lnTo>
                  <a:lnTo>
                    <a:pt x="78" y="24"/>
                  </a:lnTo>
                  <a:lnTo>
                    <a:pt x="106" y="31"/>
                  </a:lnTo>
                  <a:lnTo>
                    <a:pt x="138" y="40"/>
                  </a:lnTo>
                  <a:lnTo>
                    <a:pt x="172" y="46"/>
                  </a:lnTo>
                  <a:lnTo>
                    <a:pt x="211" y="53"/>
                  </a:lnTo>
                  <a:lnTo>
                    <a:pt x="253" y="57"/>
                  </a:lnTo>
                  <a:lnTo>
                    <a:pt x="297" y="59"/>
                  </a:lnTo>
                  <a:lnTo>
                    <a:pt x="342" y="57"/>
                  </a:lnTo>
                  <a:lnTo>
                    <a:pt x="383" y="53"/>
                  </a:lnTo>
                  <a:lnTo>
                    <a:pt x="423" y="46"/>
                  </a:lnTo>
                  <a:lnTo>
                    <a:pt x="457" y="40"/>
                  </a:lnTo>
                  <a:lnTo>
                    <a:pt x="489" y="31"/>
                  </a:lnTo>
                  <a:lnTo>
                    <a:pt x="516" y="24"/>
                  </a:lnTo>
                  <a:lnTo>
                    <a:pt x="539" y="15"/>
                  </a:lnTo>
                  <a:lnTo>
                    <a:pt x="559" y="8"/>
                  </a:lnTo>
                  <a:lnTo>
                    <a:pt x="575" y="3"/>
                  </a:lnTo>
                  <a:lnTo>
                    <a:pt x="586" y="0"/>
                  </a:lnTo>
                  <a:lnTo>
                    <a:pt x="592" y="0"/>
                  </a:lnTo>
                  <a:lnTo>
                    <a:pt x="595" y="2"/>
                  </a:lnTo>
                  <a:lnTo>
                    <a:pt x="594" y="7"/>
                  </a:lnTo>
                  <a:lnTo>
                    <a:pt x="591" y="15"/>
                  </a:lnTo>
                  <a:lnTo>
                    <a:pt x="585" y="22"/>
                  </a:lnTo>
                  <a:lnTo>
                    <a:pt x="576" y="31"/>
                  </a:lnTo>
                  <a:lnTo>
                    <a:pt x="563" y="41"/>
                  </a:lnTo>
                  <a:lnTo>
                    <a:pt x="547" y="51"/>
                  </a:lnTo>
                  <a:lnTo>
                    <a:pt x="526" y="62"/>
                  </a:lnTo>
                  <a:lnTo>
                    <a:pt x="502" y="70"/>
                  </a:lnTo>
                  <a:lnTo>
                    <a:pt x="472" y="79"/>
                  </a:lnTo>
                  <a:lnTo>
                    <a:pt x="438" y="86"/>
                  </a:lnTo>
                  <a:lnTo>
                    <a:pt x="397" y="92"/>
                  </a:lnTo>
                  <a:lnTo>
                    <a:pt x="351" y="96"/>
                  </a:lnTo>
                  <a:lnTo>
                    <a:pt x="297" y="97"/>
                  </a:lnTo>
                  <a:lnTo>
                    <a:pt x="244" y="96"/>
                  </a:lnTo>
                  <a:lnTo>
                    <a:pt x="197" y="92"/>
                  </a:lnTo>
                  <a:lnTo>
                    <a:pt x="157" y="86"/>
                  </a:lnTo>
                  <a:lnTo>
                    <a:pt x="123" y="79"/>
                  </a:lnTo>
                  <a:lnTo>
                    <a:pt x="92" y="70"/>
                  </a:lnTo>
                  <a:lnTo>
                    <a:pt x="68" y="62"/>
                  </a:lnTo>
                  <a:lnTo>
                    <a:pt x="48" y="51"/>
                  </a:lnTo>
                  <a:lnTo>
                    <a:pt x="32" y="41"/>
                  </a:lnTo>
                  <a:lnTo>
                    <a:pt x="19" y="31"/>
                  </a:lnTo>
                  <a:lnTo>
                    <a:pt x="10" y="22"/>
                  </a:lnTo>
                  <a:lnTo>
                    <a:pt x="4" y="15"/>
                  </a:lnTo>
                  <a:lnTo>
                    <a:pt x="1" y="7"/>
                  </a:lnTo>
                  <a:lnTo>
                    <a:pt x="0" y="2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7945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54E3ACA8-2601-D256-710E-4A1595D5A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" y="2105"/>
              <a:ext cx="458" cy="237"/>
            </a:xfrm>
            <a:custGeom>
              <a:avLst/>
              <a:gdLst>
                <a:gd name="T0" fmla="*/ 1372 w 1372"/>
                <a:gd name="T1" fmla="*/ 0 h 711"/>
                <a:gd name="T2" fmla="*/ 1372 w 1372"/>
                <a:gd name="T3" fmla="*/ 711 h 711"/>
                <a:gd name="T4" fmla="*/ 0 w 1372"/>
                <a:gd name="T5" fmla="*/ 711 h 711"/>
                <a:gd name="T6" fmla="*/ 4 w 1372"/>
                <a:gd name="T7" fmla="*/ 673 h 711"/>
                <a:gd name="T8" fmla="*/ 17 w 1372"/>
                <a:gd name="T9" fmla="*/ 634 h 711"/>
                <a:gd name="T10" fmla="*/ 36 w 1372"/>
                <a:gd name="T11" fmla="*/ 593 h 711"/>
                <a:gd name="T12" fmla="*/ 62 w 1372"/>
                <a:gd name="T13" fmla="*/ 552 h 711"/>
                <a:gd name="T14" fmla="*/ 95 w 1372"/>
                <a:gd name="T15" fmla="*/ 510 h 711"/>
                <a:gd name="T16" fmla="*/ 135 w 1372"/>
                <a:gd name="T17" fmla="*/ 468 h 711"/>
                <a:gd name="T18" fmla="*/ 179 w 1372"/>
                <a:gd name="T19" fmla="*/ 426 h 711"/>
                <a:gd name="T20" fmla="*/ 230 w 1372"/>
                <a:gd name="T21" fmla="*/ 384 h 711"/>
                <a:gd name="T22" fmla="*/ 285 w 1372"/>
                <a:gd name="T23" fmla="*/ 344 h 711"/>
                <a:gd name="T24" fmla="*/ 345 w 1372"/>
                <a:gd name="T25" fmla="*/ 305 h 711"/>
                <a:gd name="T26" fmla="*/ 409 w 1372"/>
                <a:gd name="T27" fmla="*/ 267 h 711"/>
                <a:gd name="T28" fmla="*/ 478 w 1372"/>
                <a:gd name="T29" fmla="*/ 229 h 711"/>
                <a:gd name="T30" fmla="*/ 550 w 1372"/>
                <a:gd name="T31" fmla="*/ 193 h 711"/>
                <a:gd name="T32" fmla="*/ 624 w 1372"/>
                <a:gd name="T33" fmla="*/ 160 h 711"/>
                <a:gd name="T34" fmla="*/ 702 w 1372"/>
                <a:gd name="T35" fmla="*/ 130 h 711"/>
                <a:gd name="T36" fmla="*/ 781 w 1372"/>
                <a:gd name="T37" fmla="*/ 102 h 711"/>
                <a:gd name="T38" fmla="*/ 864 w 1372"/>
                <a:gd name="T39" fmla="*/ 77 h 711"/>
                <a:gd name="T40" fmla="*/ 947 w 1372"/>
                <a:gd name="T41" fmla="*/ 54 h 711"/>
                <a:gd name="T42" fmla="*/ 1031 w 1372"/>
                <a:gd name="T43" fmla="*/ 35 h 711"/>
                <a:gd name="T44" fmla="*/ 1117 w 1372"/>
                <a:gd name="T45" fmla="*/ 20 h 711"/>
                <a:gd name="T46" fmla="*/ 1202 w 1372"/>
                <a:gd name="T47" fmla="*/ 9 h 711"/>
                <a:gd name="T48" fmla="*/ 1288 w 1372"/>
                <a:gd name="T49" fmla="*/ 2 h 711"/>
                <a:gd name="T50" fmla="*/ 1372 w 1372"/>
                <a:gd name="T51" fmla="*/ 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72" h="711">
                  <a:moveTo>
                    <a:pt x="1372" y="0"/>
                  </a:moveTo>
                  <a:lnTo>
                    <a:pt x="1372" y="711"/>
                  </a:lnTo>
                  <a:lnTo>
                    <a:pt x="0" y="711"/>
                  </a:lnTo>
                  <a:lnTo>
                    <a:pt x="4" y="673"/>
                  </a:lnTo>
                  <a:lnTo>
                    <a:pt x="17" y="634"/>
                  </a:lnTo>
                  <a:lnTo>
                    <a:pt x="36" y="593"/>
                  </a:lnTo>
                  <a:lnTo>
                    <a:pt x="62" y="552"/>
                  </a:lnTo>
                  <a:lnTo>
                    <a:pt x="95" y="510"/>
                  </a:lnTo>
                  <a:lnTo>
                    <a:pt x="135" y="468"/>
                  </a:lnTo>
                  <a:lnTo>
                    <a:pt x="179" y="426"/>
                  </a:lnTo>
                  <a:lnTo>
                    <a:pt x="230" y="384"/>
                  </a:lnTo>
                  <a:lnTo>
                    <a:pt x="285" y="344"/>
                  </a:lnTo>
                  <a:lnTo>
                    <a:pt x="345" y="305"/>
                  </a:lnTo>
                  <a:lnTo>
                    <a:pt x="409" y="267"/>
                  </a:lnTo>
                  <a:lnTo>
                    <a:pt x="478" y="229"/>
                  </a:lnTo>
                  <a:lnTo>
                    <a:pt x="550" y="193"/>
                  </a:lnTo>
                  <a:lnTo>
                    <a:pt x="624" y="160"/>
                  </a:lnTo>
                  <a:lnTo>
                    <a:pt x="702" y="130"/>
                  </a:lnTo>
                  <a:lnTo>
                    <a:pt x="781" y="102"/>
                  </a:lnTo>
                  <a:lnTo>
                    <a:pt x="864" y="77"/>
                  </a:lnTo>
                  <a:lnTo>
                    <a:pt x="947" y="54"/>
                  </a:lnTo>
                  <a:lnTo>
                    <a:pt x="1031" y="35"/>
                  </a:lnTo>
                  <a:lnTo>
                    <a:pt x="1117" y="20"/>
                  </a:lnTo>
                  <a:lnTo>
                    <a:pt x="1202" y="9"/>
                  </a:lnTo>
                  <a:lnTo>
                    <a:pt x="1288" y="2"/>
                  </a:lnTo>
                  <a:lnTo>
                    <a:pt x="1372" y="0"/>
                  </a:lnTo>
                  <a:close/>
                </a:path>
              </a:pathLst>
            </a:custGeom>
            <a:solidFill>
              <a:srgbClr val="C1B39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6ADABD8E-1642-E1A6-C320-41C5538D5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2" y="2105"/>
              <a:ext cx="457" cy="237"/>
            </a:xfrm>
            <a:custGeom>
              <a:avLst/>
              <a:gdLst>
                <a:gd name="T0" fmla="*/ 0 w 1372"/>
                <a:gd name="T1" fmla="*/ 0 h 711"/>
                <a:gd name="T2" fmla="*/ 85 w 1372"/>
                <a:gd name="T3" fmla="*/ 2 h 711"/>
                <a:gd name="T4" fmla="*/ 171 w 1372"/>
                <a:gd name="T5" fmla="*/ 9 h 711"/>
                <a:gd name="T6" fmla="*/ 256 w 1372"/>
                <a:gd name="T7" fmla="*/ 20 h 711"/>
                <a:gd name="T8" fmla="*/ 342 w 1372"/>
                <a:gd name="T9" fmla="*/ 35 h 711"/>
                <a:gd name="T10" fmla="*/ 426 w 1372"/>
                <a:gd name="T11" fmla="*/ 54 h 711"/>
                <a:gd name="T12" fmla="*/ 509 w 1372"/>
                <a:gd name="T13" fmla="*/ 77 h 711"/>
                <a:gd name="T14" fmla="*/ 591 w 1372"/>
                <a:gd name="T15" fmla="*/ 102 h 711"/>
                <a:gd name="T16" fmla="*/ 671 w 1372"/>
                <a:gd name="T17" fmla="*/ 130 h 711"/>
                <a:gd name="T18" fmla="*/ 748 w 1372"/>
                <a:gd name="T19" fmla="*/ 160 h 711"/>
                <a:gd name="T20" fmla="*/ 823 w 1372"/>
                <a:gd name="T21" fmla="*/ 193 h 711"/>
                <a:gd name="T22" fmla="*/ 895 w 1372"/>
                <a:gd name="T23" fmla="*/ 229 h 711"/>
                <a:gd name="T24" fmla="*/ 964 w 1372"/>
                <a:gd name="T25" fmla="*/ 267 h 711"/>
                <a:gd name="T26" fmla="*/ 1028 w 1372"/>
                <a:gd name="T27" fmla="*/ 305 h 711"/>
                <a:gd name="T28" fmla="*/ 1088 w 1372"/>
                <a:gd name="T29" fmla="*/ 344 h 711"/>
                <a:gd name="T30" fmla="*/ 1143 w 1372"/>
                <a:gd name="T31" fmla="*/ 384 h 711"/>
                <a:gd name="T32" fmla="*/ 1194 w 1372"/>
                <a:gd name="T33" fmla="*/ 426 h 711"/>
                <a:gd name="T34" fmla="*/ 1238 w 1372"/>
                <a:gd name="T35" fmla="*/ 468 h 711"/>
                <a:gd name="T36" fmla="*/ 1277 w 1372"/>
                <a:gd name="T37" fmla="*/ 510 h 711"/>
                <a:gd name="T38" fmla="*/ 1310 w 1372"/>
                <a:gd name="T39" fmla="*/ 552 h 711"/>
                <a:gd name="T40" fmla="*/ 1337 w 1372"/>
                <a:gd name="T41" fmla="*/ 593 h 711"/>
                <a:gd name="T42" fmla="*/ 1356 w 1372"/>
                <a:gd name="T43" fmla="*/ 634 h 711"/>
                <a:gd name="T44" fmla="*/ 1367 w 1372"/>
                <a:gd name="T45" fmla="*/ 673 h 711"/>
                <a:gd name="T46" fmla="*/ 1372 w 1372"/>
                <a:gd name="T47" fmla="*/ 711 h 711"/>
                <a:gd name="T48" fmla="*/ 0 w 1372"/>
                <a:gd name="T49" fmla="*/ 711 h 711"/>
                <a:gd name="T50" fmla="*/ 0 w 1372"/>
                <a:gd name="T51" fmla="*/ 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72" h="711">
                  <a:moveTo>
                    <a:pt x="0" y="0"/>
                  </a:moveTo>
                  <a:lnTo>
                    <a:pt x="85" y="2"/>
                  </a:lnTo>
                  <a:lnTo>
                    <a:pt x="171" y="9"/>
                  </a:lnTo>
                  <a:lnTo>
                    <a:pt x="256" y="20"/>
                  </a:lnTo>
                  <a:lnTo>
                    <a:pt x="342" y="35"/>
                  </a:lnTo>
                  <a:lnTo>
                    <a:pt x="426" y="54"/>
                  </a:lnTo>
                  <a:lnTo>
                    <a:pt x="509" y="77"/>
                  </a:lnTo>
                  <a:lnTo>
                    <a:pt x="591" y="102"/>
                  </a:lnTo>
                  <a:lnTo>
                    <a:pt x="671" y="130"/>
                  </a:lnTo>
                  <a:lnTo>
                    <a:pt x="748" y="160"/>
                  </a:lnTo>
                  <a:lnTo>
                    <a:pt x="823" y="193"/>
                  </a:lnTo>
                  <a:lnTo>
                    <a:pt x="895" y="229"/>
                  </a:lnTo>
                  <a:lnTo>
                    <a:pt x="964" y="267"/>
                  </a:lnTo>
                  <a:lnTo>
                    <a:pt x="1028" y="305"/>
                  </a:lnTo>
                  <a:lnTo>
                    <a:pt x="1088" y="344"/>
                  </a:lnTo>
                  <a:lnTo>
                    <a:pt x="1143" y="384"/>
                  </a:lnTo>
                  <a:lnTo>
                    <a:pt x="1194" y="426"/>
                  </a:lnTo>
                  <a:lnTo>
                    <a:pt x="1238" y="468"/>
                  </a:lnTo>
                  <a:lnTo>
                    <a:pt x="1277" y="510"/>
                  </a:lnTo>
                  <a:lnTo>
                    <a:pt x="1310" y="552"/>
                  </a:lnTo>
                  <a:lnTo>
                    <a:pt x="1337" y="593"/>
                  </a:lnTo>
                  <a:lnTo>
                    <a:pt x="1356" y="634"/>
                  </a:lnTo>
                  <a:lnTo>
                    <a:pt x="1367" y="673"/>
                  </a:lnTo>
                  <a:lnTo>
                    <a:pt x="1372" y="711"/>
                  </a:lnTo>
                  <a:lnTo>
                    <a:pt x="0" y="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1B39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23BAA6B-E39F-D272-0EFC-DE0C2B113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" y="958"/>
              <a:ext cx="1078" cy="947"/>
            </a:xfrm>
            <a:custGeom>
              <a:avLst/>
              <a:gdLst>
                <a:gd name="T0" fmla="*/ 1953 w 3235"/>
                <a:gd name="T1" fmla="*/ 64 h 2839"/>
                <a:gd name="T2" fmla="*/ 2411 w 3235"/>
                <a:gd name="T3" fmla="*/ 263 h 2839"/>
                <a:gd name="T4" fmla="*/ 2748 w 3235"/>
                <a:gd name="T5" fmla="*/ 522 h 2839"/>
                <a:gd name="T6" fmla="*/ 2921 w 3235"/>
                <a:gd name="T7" fmla="*/ 792 h 2839"/>
                <a:gd name="T8" fmla="*/ 3107 w 3235"/>
                <a:gd name="T9" fmla="*/ 1167 h 2839"/>
                <a:gd name="T10" fmla="*/ 3229 w 3235"/>
                <a:gd name="T11" fmla="*/ 1397 h 2839"/>
                <a:gd name="T12" fmla="*/ 3153 w 3235"/>
                <a:gd name="T13" fmla="*/ 1439 h 2839"/>
                <a:gd name="T14" fmla="*/ 3024 w 3235"/>
                <a:gd name="T15" fmla="*/ 1313 h 2839"/>
                <a:gd name="T16" fmla="*/ 3012 w 3235"/>
                <a:gd name="T17" fmla="*/ 1302 h 2839"/>
                <a:gd name="T18" fmla="*/ 3068 w 3235"/>
                <a:gd name="T19" fmla="*/ 1587 h 2839"/>
                <a:gd name="T20" fmla="*/ 3065 w 3235"/>
                <a:gd name="T21" fmla="*/ 2109 h 2839"/>
                <a:gd name="T22" fmla="*/ 2927 w 3235"/>
                <a:gd name="T23" fmla="*/ 2475 h 2839"/>
                <a:gd name="T24" fmla="*/ 2711 w 3235"/>
                <a:gd name="T25" fmla="*/ 2718 h 2839"/>
                <a:gd name="T26" fmla="*/ 2557 w 3235"/>
                <a:gd name="T27" fmla="*/ 2807 h 2839"/>
                <a:gd name="T28" fmla="*/ 2607 w 3235"/>
                <a:gd name="T29" fmla="*/ 2643 h 2839"/>
                <a:gd name="T30" fmla="*/ 2633 w 3235"/>
                <a:gd name="T31" fmla="*/ 2288 h 2839"/>
                <a:gd name="T32" fmla="*/ 2598 w 3235"/>
                <a:gd name="T33" fmla="*/ 2033 h 2839"/>
                <a:gd name="T34" fmla="*/ 2565 w 3235"/>
                <a:gd name="T35" fmla="*/ 2049 h 2839"/>
                <a:gd name="T36" fmla="*/ 2502 w 3235"/>
                <a:gd name="T37" fmla="*/ 2068 h 2839"/>
                <a:gd name="T38" fmla="*/ 2441 w 3235"/>
                <a:gd name="T39" fmla="*/ 1743 h 2839"/>
                <a:gd name="T40" fmla="*/ 2300 w 3235"/>
                <a:gd name="T41" fmla="*/ 1514 h 2839"/>
                <a:gd name="T42" fmla="*/ 2219 w 3235"/>
                <a:gd name="T43" fmla="*/ 1450 h 2839"/>
                <a:gd name="T44" fmla="*/ 2246 w 3235"/>
                <a:gd name="T45" fmla="*/ 1514 h 2839"/>
                <a:gd name="T46" fmla="*/ 2203 w 3235"/>
                <a:gd name="T47" fmla="*/ 1585 h 2839"/>
                <a:gd name="T48" fmla="*/ 1798 w 3235"/>
                <a:gd name="T49" fmla="*/ 1515 h 2839"/>
                <a:gd name="T50" fmla="*/ 1550 w 3235"/>
                <a:gd name="T51" fmla="*/ 1414 h 2839"/>
                <a:gd name="T52" fmla="*/ 1539 w 3235"/>
                <a:gd name="T53" fmla="*/ 1431 h 2839"/>
                <a:gd name="T54" fmla="*/ 1564 w 3235"/>
                <a:gd name="T55" fmla="*/ 1553 h 2839"/>
                <a:gd name="T56" fmla="*/ 1368 w 3235"/>
                <a:gd name="T57" fmla="*/ 1572 h 2839"/>
                <a:gd name="T58" fmla="*/ 1056 w 3235"/>
                <a:gd name="T59" fmla="*/ 1477 h 2839"/>
                <a:gd name="T60" fmla="*/ 900 w 3235"/>
                <a:gd name="T61" fmla="*/ 1401 h 2839"/>
                <a:gd name="T62" fmla="*/ 852 w 3235"/>
                <a:gd name="T63" fmla="*/ 1504 h 2839"/>
                <a:gd name="T64" fmla="*/ 763 w 3235"/>
                <a:gd name="T65" fmla="*/ 1801 h 2839"/>
                <a:gd name="T66" fmla="*/ 733 w 3235"/>
                <a:gd name="T67" fmla="*/ 2039 h 2839"/>
                <a:gd name="T68" fmla="*/ 663 w 3235"/>
                <a:gd name="T69" fmla="*/ 1983 h 2839"/>
                <a:gd name="T70" fmla="*/ 638 w 3235"/>
                <a:gd name="T71" fmla="*/ 1949 h 2839"/>
                <a:gd name="T72" fmla="*/ 613 w 3235"/>
                <a:gd name="T73" fmla="*/ 2225 h 2839"/>
                <a:gd name="T74" fmla="*/ 647 w 3235"/>
                <a:gd name="T75" fmla="*/ 2612 h 2839"/>
                <a:gd name="T76" fmla="*/ 734 w 3235"/>
                <a:gd name="T77" fmla="*/ 2836 h 2839"/>
                <a:gd name="T78" fmla="*/ 611 w 3235"/>
                <a:gd name="T79" fmla="*/ 2779 h 2839"/>
                <a:gd name="T80" fmla="*/ 400 w 3235"/>
                <a:gd name="T81" fmla="*/ 2574 h 2839"/>
                <a:gd name="T82" fmla="*/ 233 w 3235"/>
                <a:gd name="T83" fmla="*/ 2258 h 2839"/>
                <a:gd name="T84" fmla="*/ 163 w 3235"/>
                <a:gd name="T85" fmla="*/ 1654 h 2839"/>
                <a:gd name="T86" fmla="*/ 189 w 3235"/>
                <a:gd name="T87" fmla="*/ 1170 h 2839"/>
                <a:gd name="T88" fmla="*/ 195 w 3235"/>
                <a:gd name="T89" fmla="*/ 914 h 2839"/>
                <a:gd name="T90" fmla="*/ 80 w 3235"/>
                <a:gd name="T91" fmla="*/ 875 h 2839"/>
                <a:gd name="T92" fmla="*/ 0 w 3235"/>
                <a:gd name="T93" fmla="*/ 866 h 2839"/>
                <a:gd name="T94" fmla="*/ 125 w 3235"/>
                <a:gd name="T95" fmla="*/ 734 h 2839"/>
                <a:gd name="T96" fmla="*/ 285 w 3235"/>
                <a:gd name="T97" fmla="*/ 580 h 2839"/>
                <a:gd name="T98" fmla="*/ 334 w 3235"/>
                <a:gd name="T99" fmla="*/ 393 h 2839"/>
                <a:gd name="T100" fmla="*/ 386 w 3235"/>
                <a:gd name="T101" fmla="*/ 313 h 2839"/>
                <a:gd name="T102" fmla="*/ 429 w 3235"/>
                <a:gd name="T103" fmla="*/ 481 h 2839"/>
                <a:gd name="T104" fmla="*/ 397 w 3235"/>
                <a:gd name="T105" fmla="*/ 604 h 2839"/>
                <a:gd name="T106" fmla="*/ 890 w 3235"/>
                <a:gd name="T107" fmla="*/ 156 h 2839"/>
                <a:gd name="T108" fmla="*/ 1426 w 3235"/>
                <a:gd name="T109" fmla="*/ 3 h 2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35" h="2839">
                  <a:moveTo>
                    <a:pt x="1504" y="0"/>
                  </a:moveTo>
                  <a:lnTo>
                    <a:pt x="1581" y="2"/>
                  </a:lnTo>
                  <a:lnTo>
                    <a:pt x="1657" y="7"/>
                  </a:lnTo>
                  <a:lnTo>
                    <a:pt x="1733" y="17"/>
                  </a:lnTo>
                  <a:lnTo>
                    <a:pt x="1807" y="29"/>
                  </a:lnTo>
                  <a:lnTo>
                    <a:pt x="1881" y="45"/>
                  </a:lnTo>
                  <a:lnTo>
                    <a:pt x="1953" y="64"/>
                  </a:lnTo>
                  <a:lnTo>
                    <a:pt x="2024" y="86"/>
                  </a:lnTo>
                  <a:lnTo>
                    <a:pt x="2093" y="110"/>
                  </a:lnTo>
                  <a:lnTo>
                    <a:pt x="2160" y="137"/>
                  </a:lnTo>
                  <a:lnTo>
                    <a:pt x="2226" y="166"/>
                  </a:lnTo>
                  <a:lnTo>
                    <a:pt x="2291" y="196"/>
                  </a:lnTo>
                  <a:lnTo>
                    <a:pt x="2353" y="229"/>
                  </a:lnTo>
                  <a:lnTo>
                    <a:pt x="2411" y="263"/>
                  </a:lnTo>
                  <a:lnTo>
                    <a:pt x="2468" y="298"/>
                  </a:lnTo>
                  <a:lnTo>
                    <a:pt x="2522" y="334"/>
                  </a:lnTo>
                  <a:lnTo>
                    <a:pt x="2574" y="371"/>
                  </a:lnTo>
                  <a:lnTo>
                    <a:pt x="2622" y="408"/>
                  </a:lnTo>
                  <a:lnTo>
                    <a:pt x="2668" y="446"/>
                  </a:lnTo>
                  <a:lnTo>
                    <a:pt x="2710" y="484"/>
                  </a:lnTo>
                  <a:lnTo>
                    <a:pt x="2748" y="522"/>
                  </a:lnTo>
                  <a:lnTo>
                    <a:pt x="2782" y="558"/>
                  </a:lnTo>
                  <a:lnTo>
                    <a:pt x="2813" y="595"/>
                  </a:lnTo>
                  <a:lnTo>
                    <a:pt x="2840" y="630"/>
                  </a:lnTo>
                  <a:lnTo>
                    <a:pt x="2863" y="665"/>
                  </a:lnTo>
                  <a:lnTo>
                    <a:pt x="2882" y="699"/>
                  </a:lnTo>
                  <a:lnTo>
                    <a:pt x="2896" y="730"/>
                  </a:lnTo>
                  <a:lnTo>
                    <a:pt x="2921" y="792"/>
                  </a:lnTo>
                  <a:lnTo>
                    <a:pt x="2946" y="853"/>
                  </a:lnTo>
                  <a:lnTo>
                    <a:pt x="2973" y="911"/>
                  </a:lnTo>
                  <a:lnTo>
                    <a:pt x="3001" y="967"/>
                  </a:lnTo>
                  <a:lnTo>
                    <a:pt x="3027" y="1021"/>
                  </a:lnTo>
                  <a:lnTo>
                    <a:pt x="3055" y="1072"/>
                  </a:lnTo>
                  <a:lnTo>
                    <a:pt x="3082" y="1120"/>
                  </a:lnTo>
                  <a:lnTo>
                    <a:pt x="3107" y="1167"/>
                  </a:lnTo>
                  <a:lnTo>
                    <a:pt x="3131" y="1209"/>
                  </a:lnTo>
                  <a:lnTo>
                    <a:pt x="3154" y="1249"/>
                  </a:lnTo>
                  <a:lnTo>
                    <a:pt x="3174" y="1285"/>
                  </a:lnTo>
                  <a:lnTo>
                    <a:pt x="3193" y="1319"/>
                  </a:lnTo>
                  <a:lnTo>
                    <a:pt x="3208" y="1348"/>
                  </a:lnTo>
                  <a:lnTo>
                    <a:pt x="3220" y="1375"/>
                  </a:lnTo>
                  <a:lnTo>
                    <a:pt x="3229" y="1397"/>
                  </a:lnTo>
                  <a:lnTo>
                    <a:pt x="3234" y="1415"/>
                  </a:lnTo>
                  <a:lnTo>
                    <a:pt x="3235" y="1430"/>
                  </a:lnTo>
                  <a:lnTo>
                    <a:pt x="3231" y="1442"/>
                  </a:lnTo>
                  <a:lnTo>
                    <a:pt x="3222" y="1448"/>
                  </a:lnTo>
                  <a:lnTo>
                    <a:pt x="3208" y="1450"/>
                  </a:lnTo>
                  <a:lnTo>
                    <a:pt x="3181" y="1447"/>
                  </a:lnTo>
                  <a:lnTo>
                    <a:pt x="3153" y="1439"/>
                  </a:lnTo>
                  <a:lnTo>
                    <a:pt x="3129" y="1426"/>
                  </a:lnTo>
                  <a:lnTo>
                    <a:pt x="3106" y="1410"/>
                  </a:lnTo>
                  <a:lnTo>
                    <a:pt x="3084" y="1391"/>
                  </a:lnTo>
                  <a:lnTo>
                    <a:pt x="3067" y="1371"/>
                  </a:lnTo>
                  <a:lnTo>
                    <a:pt x="3050" y="1351"/>
                  </a:lnTo>
                  <a:lnTo>
                    <a:pt x="3036" y="1330"/>
                  </a:lnTo>
                  <a:lnTo>
                    <a:pt x="3024" y="1313"/>
                  </a:lnTo>
                  <a:lnTo>
                    <a:pt x="3015" y="1296"/>
                  </a:lnTo>
                  <a:lnTo>
                    <a:pt x="3008" y="1283"/>
                  </a:lnTo>
                  <a:lnTo>
                    <a:pt x="3005" y="1275"/>
                  </a:lnTo>
                  <a:lnTo>
                    <a:pt x="3003" y="1272"/>
                  </a:lnTo>
                  <a:lnTo>
                    <a:pt x="3005" y="1276"/>
                  </a:lnTo>
                  <a:lnTo>
                    <a:pt x="3007" y="1286"/>
                  </a:lnTo>
                  <a:lnTo>
                    <a:pt x="3012" y="1302"/>
                  </a:lnTo>
                  <a:lnTo>
                    <a:pt x="3019" y="1326"/>
                  </a:lnTo>
                  <a:lnTo>
                    <a:pt x="3026" y="1356"/>
                  </a:lnTo>
                  <a:lnTo>
                    <a:pt x="3035" y="1391"/>
                  </a:lnTo>
                  <a:lnTo>
                    <a:pt x="3044" y="1431"/>
                  </a:lnTo>
                  <a:lnTo>
                    <a:pt x="3053" y="1478"/>
                  </a:lnTo>
                  <a:lnTo>
                    <a:pt x="3060" y="1530"/>
                  </a:lnTo>
                  <a:lnTo>
                    <a:pt x="3068" y="1587"/>
                  </a:lnTo>
                  <a:lnTo>
                    <a:pt x="3074" y="1649"/>
                  </a:lnTo>
                  <a:lnTo>
                    <a:pt x="3078" y="1715"/>
                  </a:lnTo>
                  <a:lnTo>
                    <a:pt x="3081" y="1786"/>
                  </a:lnTo>
                  <a:lnTo>
                    <a:pt x="3082" y="1860"/>
                  </a:lnTo>
                  <a:lnTo>
                    <a:pt x="3079" y="1940"/>
                  </a:lnTo>
                  <a:lnTo>
                    <a:pt x="3074" y="2022"/>
                  </a:lnTo>
                  <a:lnTo>
                    <a:pt x="3065" y="2109"/>
                  </a:lnTo>
                  <a:lnTo>
                    <a:pt x="3055" y="2168"/>
                  </a:lnTo>
                  <a:lnTo>
                    <a:pt x="3043" y="2224"/>
                  </a:lnTo>
                  <a:lnTo>
                    <a:pt x="3025" y="2279"/>
                  </a:lnTo>
                  <a:lnTo>
                    <a:pt x="3005" y="2331"/>
                  </a:lnTo>
                  <a:lnTo>
                    <a:pt x="2982" y="2382"/>
                  </a:lnTo>
                  <a:lnTo>
                    <a:pt x="2955" y="2430"/>
                  </a:lnTo>
                  <a:lnTo>
                    <a:pt x="2927" y="2475"/>
                  </a:lnTo>
                  <a:lnTo>
                    <a:pt x="2898" y="2519"/>
                  </a:lnTo>
                  <a:lnTo>
                    <a:pt x="2868" y="2559"/>
                  </a:lnTo>
                  <a:lnTo>
                    <a:pt x="2836" y="2597"/>
                  </a:lnTo>
                  <a:lnTo>
                    <a:pt x="2805" y="2631"/>
                  </a:lnTo>
                  <a:lnTo>
                    <a:pt x="2772" y="2664"/>
                  </a:lnTo>
                  <a:lnTo>
                    <a:pt x="2741" y="2693"/>
                  </a:lnTo>
                  <a:lnTo>
                    <a:pt x="2711" y="2718"/>
                  </a:lnTo>
                  <a:lnTo>
                    <a:pt x="2681" y="2741"/>
                  </a:lnTo>
                  <a:lnTo>
                    <a:pt x="2654" y="2761"/>
                  </a:lnTo>
                  <a:lnTo>
                    <a:pt x="2629" y="2778"/>
                  </a:lnTo>
                  <a:lnTo>
                    <a:pt x="2606" y="2791"/>
                  </a:lnTo>
                  <a:lnTo>
                    <a:pt x="2586" y="2799"/>
                  </a:lnTo>
                  <a:lnTo>
                    <a:pt x="2569" y="2806"/>
                  </a:lnTo>
                  <a:lnTo>
                    <a:pt x="2557" y="2807"/>
                  </a:lnTo>
                  <a:lnTo>
                    <a:pt x="2548" y="2806"/>
                  </a:lnTo>
                  <a:lnTo>
                    <a:pt x="2544" y="2799"/>
                  </a:lnTo>
                  <a:lnTo>
                    <a:pt x="2545" y="2791"/>
                  </a:lnTo>
                  <a:lnTo>
                    <a:pt x="2552" y="2777"/>
                  </a:lnTo>
                  <a:lnTo>
                    <a:pt x="2574" y="2735"/>
                  </a:lnTo>
                  <a:lnTo>
                    <a:pt x="2593" y="2689"/>
                  </a:lnTo>
                  <a:lnTo>
                    <a:pt x="2607" y="2643"/>
                  </a:lnTo>
                  <a:lnTo>
                    <a:pt x="2619" y="2593"/>
                  </a:lnTo>
                  <a:lnTo>
                    <a:pt x="2627" y="2541"/>
                  </a:lnTo>
                  <a:lnTo>
                    <a:pt x="2633" y="2491"/>
                  </a:lnTo>
                  <a:lnTo>
                    <a:pt x="2635" y="2439"/>
                  </a:lnTo>
                  <a:lnTo>
                    <a:pt x="2636" y="2387"/>
                  </a:lnTo>
                  <a:lnTo>
                    <a:pt x="2635" y="2336"/>
                  </a:lnTo>
                  <a:lnTo>
                    <a:pt x="2633" y="2288"/>
                  </a:lnTo>
                  <a:lnTo>
                    <a:pt x="2629" y="2240"/>
                  </a:lnTo>
                  <a:lnTo>
                    <a:pt x="2624" y="2196"/>
                  </a:lnTo>
                  <a:lnTo>
                    <a:pt x="2619" y="2155"/>
                  </a:lnTo>
                  <a:lnTo>
                    <a:pt x="2614" y="2117"/>
                  </a:lnTo>
                  <a:lnTo>
                    <a:pt x="2607" y="2084"/>
                  </a:lnTo>
                  <a:lnTo>
                    <a:pt x="2602" y="2055"/>
                  </a:lnTo>
                  <a:lnTo>
                    <a:pt x="2598" y="2033"/>
                  </a:lnTo>
                  <a:lnTo>
                    <a:pt x="2595" y="2015"/>
                  </a:lnTo>
                  <a:lnTo>
                    <a:pt x="2592" y="2005"/>
                  </a:lnTo>
                  <a:lnTo>
                    <a:pt x="2591" y="2001"/>
                  </a:lnTo>
                  <a:lnTo>
                    <a:pt x="2588" y="2012"/>
                  </a:lnTo>
                  <a:lnTo>
                    <a:pt x="2582" y="2025"/>
                  </a:lnTo>
                  <a:lnTo>
                    <a:pt x="2574" y="2038"/>
                  </a:lnTo>
                  <a:lnTo>
                    <a:pt x="2565" y="2049"/>
                  </a:lnTo>
                  <a:lnTo>
                    <a:pt x="2557" y="2060"/>
                  </a:lnTo>
                  <a:lnTo>
                    <a:pt x="2546" y="2068"/>
                  </a:lnTo>
                  <a:lnTo>
                    <a:pt x="2535" y="2074"/>
                  </a:lnTo>
                  <a:lnTo>
                    <a:pt x="2525" y="2078"/>
                  </a:lnTo>
                  <a:lnTo>
                    <a:pt x="2516" y="2079"/>
                  </a:lnTo>
                  <a:lnTo>
                    <a:pt x="2508" y="2076"/>
                  </a:lnTo>
                  <a:lnTo>
                    <a:pt x="2502" y="2068"/>
                  </a:lnTo>
                  <a:lnTo>
                    <a:pt x="2497" y="2055"/>
                  </a:lnTo>
                  <a:lnTo>
                    <a:pt x="2495" y="2038"/>
                  </a:lnTo>
                  <a:lnTo>
                    <a:pt x="2491" y="1969"/>
                  </a:lnTo>
                  <a:lnTo>
                    <a:pt x="2483" y="1905"/>
                  </a:lnTo>
                  <a:lnTo>
                    <a:pt x="2472" y="1847"/>
                  </a:lnTo>
                  <a:lnTo>
                    <a:pt x="2458" y="1792"/>
                  </a:lnTo>
                  <a:lnTo>
                    <a:pt x="2441" y="1743"/>
                  </a:lnTo>
                  <a:lnTo>
                    <a:pt x="2424" y="1697"/>
                  </a:lnTo>
                  <a:lnTo>
                    <a:pt x="2403" y="1657"/>
                  </a:lnTo>
                  <a:lnTo>
                    <a:pt x="2383" y="1621"/>
                  </a:lnTo>
                  <a:lnTo>
                    <a:pt x="2362" y="1588"/>
                  </a:lnTo>
                  <a:lnTo>
                    <a:pt x="2341" y="1559"/>
                  </a:lnTo>
                  <a:lnTo>
                    <a:pt x="2320" y="1535"/>
                  </a:lnTo>
                  <a:lnTo>
                    <a:pt x="2300" y="1514"/>
                  </a:lnTo>
                  <a:lnTo>
                    <a:pt x="2281" y="1496"/>
                  </a:lnTo>
                  <a:lnTo>
                    <a:pt x="2263" y="1481"/>
                  </a:lnTo>
                  <a:lnTo>
                    <a:pt x="2249" y="1469"/>
                  </a:lnTo>
                  <a:lnTo>
                    <a:pt x="2236" y="1461"/>
                  </a:lnTo>
                  <a:lnTo>
                    <a:pt x="2226" y="1454"/>
                  </a:lnTo>
                  <a:lnTo>
                    <a:pt x="2220" y="1450"/>
                  </a:lnTo>
                  <a:lnTo>
                    <a:pt x="2219" y="1450"/>
                  </a:lnTo>
                  <a:lnTo>
                    <a:pt x="2220" y="1452"/>
                  </a:lnTo>
                  <a:lnTo>
                    <a:pt x="2222" y="1457"/>
                  </a:lnTo>
                  <a:lnTo>
                    <a:pt x="2228" y="1464"/>
                  </a:lnTo>
                  <a:lnTo>
                    <a:pt x="2233" y="1475"/>
                  </a:lnTo>
                  <a:lnTo>
                    <a:pt x="2238" y="1487"/>
                  </a:lnTo>
                  <a:lnTo>
                    <a:pt x="2243" y="1500"/>
                  </a:lnTo>
                  <a:lnTo>
                    <a:pt x="2246" y="1514"/>
                  </a:lnTo>
                  <a:lnTo>
                    <a:pt x="2249" y="1528"/>
                  </a:lnTo>
                  <a:lnTo>
                    <a:pt x="2250" y="1542"/>
                  </a:lnTo>
                  <a:lnTo>
                    <a:pt x="2248" y="1554"/>
                  </a:lnTo>
                  <a:lnTo>
                    <a:pt x="2243" y="1566"/>
                  </a:lnTo>
                  <a:lnTo>
                    <a:pt x="2234" y="1574"/>
                  </a:lnTo>
                  <a:lnTo>
                    <a:pt x="2221" y="1581"/>
                  </a:lnTo>
                  <a:lnTo>
                    <a:pt x="2203" y="1585"/>
                  </a:lnTo>
                  <a:lnTo>
                    <a:pt x="2179" y="1586"/>
                  </a:lnTo>
                  <a:lnTo>
                    <a:pt x="2107" y="1580"/>
                  </a:lnTo>
                  <a:lnTo>
                    <a:pt x="2038" y="1569"/>
                  </a:lnTo>
                  <a:lnTo>
                    <a:pt x="1972" y="1559"/>
                  </a:lnTo>
                  <a:lnTo>
                    <a:pt x="1910" y="1545"/>
                  </a:lnTo>
                  <a:lnTo>
                    <a:pt x="1852" y="1531"/>
                  </a:lnTo>
                  <a:lnTo>
                    <a:pt x="1798" y="1515"/>
                  </a:lnTo>
                  <a:lnTo>
                    <a:pt x="1748" y="1499"/>
                  </a:lnTo>
                  <a:lnTo>
                    <a:pt x="1704" y="1482"/>
                  </a:lnTo>
                  <a:lnTo>
                    <a:pt x="1663" y="1467"/>
                  </a:lnTo>
                  <a:lnTo>
                    <a:pt x="1628" y="1452"/>
                  </a:lnTo>
                  <a:lnTo>
                    <a:pt x="1596" y="1438"/>
                  </a:lnTo>
                  <a:lnTo>
                    <a:pt x="1571" y="1425"/>
                  </a:lnTo>
                  <a:lnTo>
                    <a:pt x="1550" y="1414"/>
                  </a:lnTo>
                  <a:lnTo>
                    <a:pt x="1536" y="1406"/>
                  </a:lnTo>
                  <a:lnTo>
                    <a:pt x="1528" y="1401"/>
                  </a:lnTo>
                  <a:lnTo>
                    <a:pt x="1524" y="1399"/>
                  </a:lnTo>
                  <a:lnTo>
                    <a:pt x="1525" y="1401"/>
                  </a:lnTo>
                  <a:lnTo>
                    <a:pt x="1529" y="1409"/>
                  </a:lnTo>
                  <a:lnTo>
                    <a:pt x="1533" y="1419"/>
                  </a:lnTo>
                  <a:lnTo>
                    <a:pt x="1539" y="1431"/>
                  </a:lnTo>
                  <a:lnTo>
                    <a:pt x="1545" y="1448"/>
                  </a:lnTo>
                  <a:lnTo>
                    <a:pt x="1550" y="1464"/>
                  </a:lnTo>
                  <a:lnTo>
                    <a:pt x="1557" y="1483"/>
                  </a:lnTo>
                  <a:lnTo>
                    <a:pt x="1562" y="1501"/>
                  </a:lnTo>
                  <a:lnTo>
                    <a:pt x="1564" y="1520"/>
                  </a:lnTo>
                  <a:lnTo>
                    <a:pt x="1566" y="1537"/>
                  </a:lnTo>
                  <a:lnTo>
                    <a:pt x="1564" y="1553"/>
                  </a:lnTo>
                  <a:lnTo>
                    <a:pt x="1559" y="1566"/>
                  </a:lnTo>
                  <a:lnTo>
                    <a:pt x="1552" y="1576"/>
                  </a:lnTo>
                  <a:lnTo>
                    <a:pt x="1540" y="1583"/>
                  </a:lnTo>
                  <a:lnTo>
                    <a:pt x="1524" y="1586"/>
                  </a:lnTo>
                  <a:lnTo>
                    <a:pt x="1472" y="1583"/>
                  </a:lnTo>
                  <a:lnTo>
                    <a:pt x="1420" y="1578"/>
                  </a:lnTo>
                  <a:lnTo>
                    <a:pt x="1368" y="1572"/>
                  </a:lnTo>
                  <a:lnTo>
                    <a:pt x="1319" y="1562"/>
                  </a:lnTo>
                  <a:lnTo>
                    <a:pt x="1269" y="1550"/>
                  </a:lnTo>
                  <a:lnTo>
                    <a:pt x="1223" y="1537"/>
                  </a:lnTo>
                  <a:lnTo>
                    <a:pt x="1177" y="1523"/>
                  </a:lnTo>
                  <a:lnTo>
                    <a:pt x="1134" y="1507"/>
                  </a:lnTo>
                  <a:lnTo>
                    <a:pt x="1092" y="1492"/>
                  </a:lnTo>
                  <a:lnTo>
                    <a:pt x="1056" y="1477"/>
                  </a:lnTo>
                  <a:lnTo>
                    <a:pt x="1020" y="1462"/>
                  </a:lnTo>
                  <a:lnTo>
                    <a:pt x="990" y="1448"/>
                  </a:lnTo>
                  <a:lnTo>
                    <a:pt x="963" y="1434"/>
                  </a:lnTo>
                  <a:lnTo>
                    <a:pt x="940" y="1423"/>
                  </a:lnTo>
                  <a:lnTo>
                    <a:pt x="921" y="1413"/>
                  </a:lnTo>
                  <a:lnTo>
                    <a:pt x="907" y="1405"/>
                  </a:lnTo>
                  <a:lnTo>
                    <a:pt x="900" y="1401"/>
                  </a:lnTo>
                  <a:lnTo>
                    <a:pt x="897" y="1399"/>
                  </a:lnTo>
                  <a:lnTo>
                    <a:pt x="895" y="1402"/>
                  </a:lnTo>
                  <a:lnTo>
                    <a:pt x="891" y="1413"/>
                  </a:lnTo>
                  <a:lnTo>
                    <a:pt x="883" y="1428"/>
                  </a:lnTo>
                  <a:lnTo>
                    <a:pt x="875" y="1448"/>
                  </a:lnTo>
                  <a:lnTo>
                    <a:pt x="864" y="1473"/>
                  </a:lnTo>
                  <a:lnTo>
                    <a:pt x="852" y="1504"/>
                  </a:lnTo>
                  <a:lnTo>
                    <a:pt x="839" y="1538"/>
                  </a:lnTo>
                  <a:lnTo>
                    <a:pt x="825" y="1574"/>
                  </a:lnTo>
                  <a:lnTo>
                    <a:pt x="811" y="1616"/>
                  </a:lnTo>
                  <a:lnTo>
                    <a:pt x="799" y="1659"/>
                  </a:lnTo>
                  <a:lnTo>
                    <a:pt x="786" y="1705"/>
                  </a:lnTo>
                  <a:lnTo>
                    <a:pt x="773" y="1752"/>
                  </a:lnTo>
                  <a:lnTo>
                    <a:pt x="763" y="1801"/>
                  </a:lnTo>
                  <a:lnTo>
                    <a:pt x="754" y="1850"/>
                  </a:lnTo>
                  <a:lnTo>
                    <a:pt x="748" y="1901"/>
                  </a:lnTo>
                  <a:lnTo>
                    <a:pt x="744" y="1950"/>
                  </a:lnTo>
                  <a:lnTo>
                    <a:pt x="744" y="2001"/>
                  </a:lnTo>
                  <a:lnTo>
                    <a:pt x="743" y="2019"/>
                  </a:lnTo>
                  <a:lnTo>
                    <a:pt x="739" y="2031"/>
                  </a:lnTo>
                  <a:lnTo>
                    <a:pt x="733" y="2039"/>
                  </a:lnTo>
                  <a:lnTo>
                    <a:pt x="724" y="2041"/>
                  </a:lnTo>
                  <a:lnTo>
                    <a:pt x="715" y="2039"/>
                  </a:lnTo>
                  <a:lnTo>
                    <a:pt x="705" y="2034"/>
                  </a:lnTo>
                  <a:lnTo>
                    <a:pt x="694" y="2025"/>
                  </a:lnTo>
                  <a:lnTo>
                    <a:pt x="683" y="2012"/>
                  </a:lnTo>
                  <a:lnTo>
                    <a:pt x="673" y="1998"/>
                  </a:lnTo>
                  <a:lnTo>
                    <a:pt x="663" y="1983"/>
                  </a:lnTo>
                  <a:lnTo>
                    <a:pt x="656" y="1967"/>
                  </a:lnTo>
                  <a:lnTo>
                    <a:pt x="649" y="1949"/>
                  </a:lnTo>
                  <a:lnTo>
                    <a:pt x="645" y="1933"/>
                  </a:lnTo>
                  <a:lnTo>
                    <a:pt x="643" y="1915"/>
                  </a:lnTo>
                  <a:lnTo>
                    <a:pt x="643" y="1920"/>
                  </a:lnTo>
                  <a:lnTo>
                    <a:pt x="640" y="1931"/>
                  </a:lnTo>
                  <a:lnTo>
                    <a:pt x="638" y="1949"/>
                  </a:lnTo>
                  <a:lnTo>
                    <a:pt x="634" y="1974"/>
                  </a:lnTo>
                  <a:lnTo>
                    <a:pt x="630" y="2005"/>
                  </a:lnTo>
                  <a:lnTo>
                    <a:pt x="626" y="2040"/>
                  </a:lnTo>
                  <a:lnTo>
                    <a:pt x="621" y="2081"/>
                  </a:lnTo>
                  <a:lnTo>
                    <a:pt x="618" y="2125"/>
                  </a:lnTo>
                  <a:lnTo>
                    <a:pt x="615" y="2173"/>
                  </a:lnTo>
                  <a:lnTo>
                    <a:pt x="613" y="2225"/>
                  </a:lnTo>
                  <a:lnTo>
                    <a:pt x="613" y="2278"/>
                  </a:lnTo>
                  <a:lnTo>
                    <a:pt x="613" y="2332"/>
                  </a:lnTo>
                  <a:lnTo>
                    <a:pt x="615" y="2388"/>
                  </a:lnTo>
                  <a:lnTo>
                    <a:pt x="619" y="2445"/>
                  </a:lnTo>
                  <a:lnTo>
                    <a:pt x="625" y="2502"/>
                  </a:lnTo>
                  <a:lnTo>
                    <a:pt x="634" y="2558"/>
                  </a:lnTo>
                  <a:lnTo>
                    <a:pt x="647" y="2612"/>
                  </a:lnTo>
                  <a:lnTo>
                    <a:pt x="661" y="2665"/>
                  </a:lnTo>
                  <a:lnTo>
                    <a:pt x="680" y="2716"/>
                  </a:lnTo>
                  <a:lnTo>
                    <a:pt x="701" y="2763"/>
                  </a:lnTo>
                  <a:lnTo>
                    <a:pt x="726" y="2807"/>
                  </a:lnTo>
                  <a:lnTo>
                    <a:pt x="734" y="2821"/>
                  </a:lnTo>
                  <a:lnTo>
                    <a:pt x="737" y="2831"/>
                  </a:lnTo>
                  <a:lnTo>
                    <a:pt x="734" y="2836"/>
                  </a:lnTo>
                  <a:lnTo>
                    <a:pt x="726" y="2839"/>
                  </a:lnTo>
                  <a:lnTo>
                    <a:pt x="715" y="2837"/>
                  </a:lnTo>
                  <a:lnTo>
                    <a:pt x="701" y="2832"/>
                  </a:lnTo>
                  <a:lnTo>
                    <a:pt x="682" y="2823"/>
                  </a:lnTo>
                  <a:lnTo>
                    <a:pt x="661" y="2812"/>
                  </a:lnTo>
                  <a:lnTo>
                    <a:pt x="637" y="2797"/>
                  </a:lnTo>
                  <a:lnTo>
                    <a:pt x="611" y="2779"/>
                  </a:lnTo>
                  <a:lnTo>
                    <a:pt x="583" y="2758"/>
                  </a:lnTo>
                  <a:lnTo>
                    <a:pt x="554" y="2734"/>
                  </a:lnTo>
                  <a:lnTo>
                    <a:pt x="524" y="2707"/>
                  </a:lnTo>
                  <a:lnTo>
                    <a:pt x="494" y="2677"/>
                  </a:lnTo>
                  <a:lnTo>
                    <a:pt x="462" y="2645"/>
                  </a:lnTo>
                  <a:lnTo>
                    <a:pt x="430" y="2611"/>
                  </a:lnTo>
                  <a:lnTo>
                    <a:pt x="400" y="2574"/>
                  </a:lnTo>
                  <a:lnTo>
                    <a:pt x="371" y="2535"/>
                  </a:lnTo>
                  <a:lnTo>
                    <a:pt x="342" y="2493"/>
                  </a:lnTo>
                  <a:lnTo>
                    <a:pt x="315" y="2450"/>
                  </a:lnTo>
                  <a:lnTo>
                    <a:pt x="291" y="2405"/>
                  </a:lnTo>
                  <a:lnTo>
                    <a:pt x="268" y="2358"/>
                  </a:lnTo>
                  <a:lnTo>
                    <a:pt x="249" y="2308"/>
                  </a:lnTo>
                  <a:lnTo>
                    <a:pt x="233" y="2258"/>
                  </a:lnTo>
                  <a:lnTo>
                    <a:pt x="220" y="2206"/>
                  </a:lnTo>
                  <a:lnTo>
                    <a:pt x="203" y="2107"/>
                  </a:lnTo>
                  <a:lnTo>
                    <a:pt x="187" y="2011"/>
                  </a:lnTo>
                  <a:lnTo>
                    <a:pt x="177" y="1917"/>
                  </a:lnTo>
                  <a:lnTo>
                    <a:pt x="170" y="1826"/>
                  </a:lnTo>
                  <a:lnTo>
                    <a:pt x="166" y="1739"/>
                  </a:lnTo>
                  <a:lnTo>
                    <a:pt x="163" y="1654"/>
                  </a:lnTo>
                  <a:lnTo>
                    <a:pt x="163" y="1573"/>
                  </a:lnTo>
                  <a:lnTo>
                    <a:pt x="166" y="1496"/>
                  </a:lnTo>
                  <a:lnTo>
                    <a:pt x="168" y="1423"/>
                  </a:lnTo>
                  <a:lnTo>
                    <a:pt x="173" y="1353"/>
                  </a:lnTo>
                  <a:lnTo>
                    <a:pt x="178" y="1287"/>
                  </a:lnTo>
                  <a:lnTo>
                    <a:pt x="184" y="1225"/>
                  </a:lnTo>
                  <a:lnTo>
                    <a:pt x="189" y="1170"/>
                  </a:lnTo>
                  <a:lnTo>
                    <a:pt x="194" y="1116"/>
                  </a:lnTo>
                  <a:lnTo>
                    <a:pt x="197" y="1070"/>
                  </a:lnTo>
                  <a:lnTo>
                    <a:pt x="201" y="1028"/>
                  </a:lnTo>
                  <a:lnTo>
                    <a:pt x="203" y="991"/>
                  </a:lnTo>
                  <a:lnTo>
                    <a:pt x="203" y="959"/>
                  </a:lnTo>
                  <a:lnTo>
                    <a:pt x="200" y="934"/>
                  </a:lnTo>
                  <a:lnTo>
                    <a:pt x="195" y="914"/>
                  </a:lnTo>
                  <a:lnTo>
                    <a:pt x="186" y="900"/>
                  </a:lnTo>
                  <a:lnTo>
                    <a:pt x="170" y="885"/>
                  </a:lnTo>
                  <a:lnTo>
                    <a:pt x="153" y="876"/>
                  </a:lnTo>
                  <a:lnTo>
                    <a:pt x="134" y="871"/>
                  </a:lnTo>
                  <a:lnTo>
                    <a:pt x="116" y="870"/>
                  </a:lnTo>
                  <a:lnTo>
                    <a:pt x="97" y="871"/>
                  </a:lnTo>
                  <a:lnTo>
                    <a:pt x="80" y="875"/>
                  </a:lnTo>
                  <a:lnTo>
                    <a:pt x="62" y="878"/>
                  </a:lnTo>
                  <a:lnTo>
                    <a:pt x="47" y="882"/>
                  </a:lnTo>
                  <a:lnTo>
                    <a:pt x="33" y="885"/>
                  </a:lnTo>
                  <a:lnTo>
                    <a:pt x="20" y="885"/>
                  </a:lnTo>
                  <a:lnTo>
                    <a:pt x="10" y="884"/>
                  </a:lnTo>
                  <a:lnTo>
                    <a:pt x="4" y="877"/>
                  </a:lnTo>
                  <a:lnTo>
                    <a:pt x="0" y="866"/>
                  </a:lnTo>
                  <a:lnTo>
                    <a:pt x="1" y="851"/>
                  </a:lnTo>
                  <a:lnTo>
                    <a:pt x="10" y="833"/>
                  </a:lnTo>
                  <a:lnTo>
                    <a:pt x="25" y="815"/>
                  </a:lnTo>
                  <a:lnTo>
                    <a:pt x="46" y="796"/>
                  </a:lnTo>
                  <a:lnTo>
                    <a:pt x="70" y="776"/>
                  </a:lnTo>
                  <a:lnTo>
                    <a:pt x="96" y="756"/>
                  </a:lnTo>
                  <a:lnTo>
                    <a:pt x="125" y="734"/>
                  </a:lnTo>
                  <a:lnTo>
                    <a:pt x="154" y="713"/>
                  </a:lnTo>
                  <a:lnTo>
                    <a:pt x="184" y="690"/>
                  </a:lnTo>
                  <a:lnTo>
                    <a:pt x="211" y="667"/>
                  </a:lnTo>
                  <a:lnTo>
                    <a:pt x="237" y="643"/>
                  </a:lnTo>
                  <a:lnTo>
                    <a:pt x="259" y="620"/>
                  </a:lnTo>
                  <a:lnTo>
                    <a:pt x="273" y="601"/>
                  </a:lnTo>
                  <a:lnTo>
                    <a:pt x="285" y="580"/>
                  </a:lnTo>
                  <a:lnTo>
                    <a:pt x="295" y="556"/>
                  </a:lnTo>
                  <a:lnTo>
                    <a:pt x="304" y="529"/>
                  </a:lnTo>
                  <a:lnTo>
                    <a:pt x="310" y="501"/>
                  </a:lnTo>
                  <a:lnTo>
                    <a:pt x="318" y="474"/>
                  </a:lnTo>
                  <a:lnTo>
                    <a:pt x="323" y="446"/>
                  </a:lnTo>
                  <a:lnTo>
                    <a:pt x="328" y="419"/>
                  </a:lnTo>
                  <a:lnTo>
                    <a:pt x="334" y="393"/>
                  </a:lnTo>
                  <a:lnTo>
                    <a:pt x="339" y="370"/>
                  </a:lnTo>
                  <a:lnTo>
                    <a:pt x="344" y="348"/>
                  </a:lnTo>
                  <a:lnTo>
                    <a:pt x="351" y="332"/>
                  </a:lnTo>
                  <a:lnTo>
                    <a:pt x="358" y="319"/>
                  </a:lnTo>
                  <a:lnTo>
                    <a:pt x="366" y="310"/>
                  </a:lnTo>
                  <a:lnTo>
                    <a:pt x="375" y="309"/>
                  </a:lnTo>
                  <a:lnTo>
                    <a:pt x="386" y="313"/>
                  </a:lnTo>
                  <a:lnTo>
                    <a:pt x="397" y="324"/>
                  </a:lnTo>
                  <a:lnTo>
                    <a:pt x="413" y="346"/>
                  </a:lnTo>
                  <a:lnTo>
                    <a:pt x="423" y="370"/>
                  </a:lnTo>
                  <a:lnTo>
                    <a:pt x="429" y="396"/>
                  </a:lnTo>
                  <a:lnTo>
                    <a:pt x="432" y="424"/>
                  </a:lnTo>
                  <a:lnTo>
                    <a:pt x="432" y="453"/>
                  </a:lnTo>
                  <a:lnTo>
                    <a:pt x="429" y="481"/>
                  </a:lnTo>
                  <a:lnTo>
                    <a:pt x="424" y="509"/>
                  </a:lnTo>
                  <a:lnTo>
                    <a:pt x="419" y="534"/>
                  </a:lnTo>
                  <a:lnTo>
                    <a:pt x="413" y="557"/>
                  </a:lnTo>
                  <a:lnTo>
                    <a:pt x="408" y="576"/>
                  </a:lnTo>
                  <a:lnTo>
                    <a:pt x="402" y="590"/>
                  </a:lnTo>
                  <a:lnTo>
                    <a:pt x="399" y="600"/>
                  </a:lnTo>
                  <a:lnTo>
                    <a:pt x="397" y="604"/>
                  </a:lnTo>
                  <a:lnTo>
                    <a:pt x="463" y="518"/>
                  </a:lnTo>
                  <a:lnTo>
                    <a:pt x="530" y="441"/>
                  </a:lnTo>
                  <a:lnTo>
                    <a:pt x="600" y="371"/>
                  </a:lnTo>
                  <a:lnTo>
                    <a:pt x="671" y="308"/>
                  </a:lnTo>
                  <a:lnTo>
                    <a:pt x="743" y="251"/>
                  </a:lnTo>
                  <a:lnTo>
                    <a:pt x="815" y="200"/>
                  </a:lnTo>
                  <a:lnTo>
                    <a:pt x="890" y="156"/>
                  </a:lnTo>
                  <a:lnTo>
                    <a:pt x="966" y="118"/>
                  </a:lnTo>
                  <a:lnTo>
                    <a:pt x="1042" y="85"/>
                  </a:lnTo>
                  <a:lnTo>
                    <a:pt x="1118" y="58"/>
                  </a:lnTo>
                  <a:lnTo>
                    <a:pt x="1195" y="37"/>
                  </a:lnTo>
                  <a:lnTo>
                    <a:pt x="1272" y="21"/>
                  </a:lnTo>
                  <a:lnTo>
                    <a:pt x="1349" y="9"/>
                  </a:lnTo>
                  <a:lnTo>
                    <a:pt x="1426" y="3"/>
                  </a:lnTo>
                  <a:lnTo>
                    <a:pt x="1504" y="0"/>
                  </a:lnTo>
                  <a:close/>
                </a:path>
              </a:pathLst>
            </a:custGeom>
            <a:solidFill>
              <a:srgbClr val="684B3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C737D12-E468-8EED-133B-C7C8C9C7E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4" y="2110"/>
              <a:ext cx="158" cy="232"/>
            </a:xfrm>
            <a:custGeom>
              <a:avLst/>
              <a:gdLst>
                <a:gd name="T0" fmla="*/ 261 w 472"/>
                <a:gd name="T1" fmla="*/ 0 h 697"/>
                <a:gd name="T2" fmla="*/ 472 w 472"/>
                <a:gd name="T3" fmla="*/ 341 h 697"/>
                <a:gd name="T4" fmla="*/ 472 w 472"/>
                <a:gd name="T5" fmla="*/ 697 h 697"/>
                <a:gd name="T6" fmla="*/ 0 w 472"/>
                <a:gd name="T7" fmla="*/ 52 h 697"/>
                <a:gd name="T8" fmla="*/ 86 w 472"/>
                <a:gd name="T9" fmla="*/ 31 h 697"/>
                <a:gd name="T10" fmla="*/ 174 w 472"/>
                <a:gd name="T11" fmla="*/ 14 h 697"/>
                <a:gd name="T12" fmla="*/ 261 w 472"/>
                <a:gd name="T13" fmla="*/ 0 h 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2" h="697">
                  <a:moveTo>
                    <a:pt x="261" y="0"/>
                  </a:moveTo>
                  <a:lnTo>
                    <a:pt x="472" y="341"/>
                  </a:lnTo>
                  <a:lnTo>
                    <a:pt x="472" y="697"/>
                  </a:lnTo>
                  <a:lnTo>
                    <a:pt x="0" y="52"/>
                  </a:lnTo>
                  <a:lnTo>
                    <a:pt x="86" y="31"/>
                  </a:lnTo>
                  <a:lnTo>
                    <a:pt x="174" y="14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9D937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95C94B85-5539-C532-F0D2-3EAB9F59A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2" y="2110"/>
              <a:ext cx="157" cy="232"/>
            </a:xfrm>
            <a:custGeom>
              <a:avLst/>
              <a:gdLst>
                <a:gd name="T0" fmla="*/ 212 w 472"/>
                <a:gd name="T1" fmla="*/ 0 h 697"/>
                <a:gd name="T2" fmla="*/ 299 w 472"/>
                <a:gd name="T3" fmla="*/ 14 h 697"/>
                <a:gd name="T4" fmla="*/ 386 w 472"/>
                <a:gd name="T5" fmla="*/ 31 h 697"/>
                <a:gd name="T6" fmla="*/ 472 w 472"/>
                <a:gd name="T7" fmla="*/ 52 h 697"/>
                <a:gd name="T8" fmla="*/ 0 w 472"/>
                <a:gd name="T9" fmla="*/ 697 h 697"/>
                <a:gd name="T10" fmla="*/ 0 w 472"/>
                <a:gd name="T11" fmla="*/ 341 h 697"/>
                <a:gd name="T12" fmla="*/ 212 w 472"/>
                <a:gd name="T13" fmla="*/ 0 h 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2" h="697">
                  <a:moveTo>
                    <a:pt x="212" y="0"/>
                  </a:moveTo>
                  <a:lnTo>
                    <a:pt x="299" y="14"/>
                  </a:lnTo>
                  <a:lnTo>
                    <a:pt x="386" y="31"/>
                  </a:lnTo>
                  <a:lnTo>
                    <a:pt x="472" y="52"/>
                  </a:lnTo>
                  <a:lnTo>
                    <a:pt x="0" y="697"/>
                  </a:lnTo>
                  <a:lnTo>
                    <a:pt x="0" y="341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9D937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5AFD4432-33E7-3B31-0C96-C1D683EC5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" y="2097"/>
              <a:ext cx="188" cy="161"/>
            </a:xfrm>
            <a:custGeom>
              <a:avLst/>
              <a:gdLst>
                <a:gd name="T0" fmla="*/ 252 w 565"/>
                <a:gd name="T1" fmla="*/ 0 h 483"/>
                <a:gd name="T2" fmla="*/ 298 w 565"/>
                <a:gd name="T3" fmla="*/ 1 h 483"/>
                <a:gd name="T4" fmla="*/ 342 w 565"/>
                <a:gd name="T5" fmla="*/ 4 h 483"/>
                <a:gd name="T6" fmla="*/ 384 w 565"/>
                <a:gd name="T7" fmla="*/ 8 h 483"/>
                <a:gd name="T8" fmla="*/ 423 w 565"/>
                <a:gd name="T9" fmla="*/ 13 h 483"/>
                <a:gd name="T10" fmla="*/ 457 w 565"/>
                <a:gd name="T11" fmla="*/ 19 h 483"/>
                <a:gd name="T12" fmla="*/ 489 w 565"/>
                <a:gd name="T13" fmla="*/ 27 h 483"/>
                <a:gd name="T14" fmla="*/ 514 w 565"/>
                <a:gd name="T15" fmla="*/ 33 h 483"/>
                <a:gd name="T16" fmla="*/ 536 w 565"/>
                <a:gd name="T17" fmla="*/ 38 h 483"/>
                <a:gd name="T18" fmla="*/ 552 w 565"/>
                <a:gd name="T19" fmla="*/ 43 h 483"/>
                <a:gd name="T20" fmla="*/ 561 w 565"/>
                <a:gd name="T21" fmla="*/ 47 h 483"/>
                <a:gd name="T22" fmla="*/ 565 w 565"/>
                <a:gd name="T23" fmla="*/ 47 h 483"/>
                <a:gd name="T24" fmla="*/ 282 w 565"/>
                <a:gd name="T25" fmla="*/ 483 h 483"/>
                <a:gd name="T26" fmla="*/ 0 w 565"/>
                <a:gd name="T27" fmla="*/ 48 h 483"/>
                <a:gd name="T28" fmla="*/ 51 w 565"/>
                <a:gd name="T29" fmla="*/ 30 h 483"/>
                <a:gd name="T30" fmla="*/ 103 w 565"/>
                <a:gd name="T31" fmla="*/ 16 h 483"/>
                <a:gd name="T32" fmla="*/ 153 w 565"/>
                <a:gd name="T33" fmla="*/ 8 h 483"/>
                <a:gd name="T34" fmla="*/ 203 w 565"/>
                <a:gd name="T35" fmla="*/ 3 h 483"/>
                <a:gd name="T36" fmla="*/ 252 w 565"/>
                <a:gd name="T37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65" h="483">
                  <a:moveTo>
                    <a:pt x="252" y="0"/>
                  </a:moveTo>
                  <a:lnTo>
                    <a:pt x="298" y="1"/>
                  </a:lnTo>
                  <a:lnTo>
                    <a:pt x="342" y="4"/>
                  </a:lnTo>
                  <a:lnTo>
                    <a:pt x="384" y="8"/>
                  </a:lnTo>
                  <a:lnTo>
                    <a:pt x="423" y="13"/>
                  </a:lnTo>
                  <a:lnTo>
                    <a:pt x="457" y="19"/>
                  </a:lnTo>
                  <a:lnTo>
                    <a:pt x="489" y="27"/>
                  </a:lnTo>
                  <a:lnTo>
                    <a:pt x="514" y="33"/>
                  </a:lnTo>
                  <a:lnTo>
                    <a:pt x="536" y="38"/>
                  </a:lnTo>
                  <a:lnTo>
                    <a:pt x="552" y="43"/>
                  </a:lnTo>
                  <a:lnTo>
                    <a:pt x="561" y="47"/>
                  </a:lnTo>
                  <a:lnTo>
                    <a:pt x="565" y="47"/>
                  </a:lnTo>
                  <a:lnTo>
                    <a:pt x="282" y="483"/>
                  </a:lnTo>
                  <a:lnTo>
                    <a:pt x="0" y="48"/>
                  </a:lnTo>
                  <a:lnTo>
                    <a:pt x="51" y="30"/>
                  </a:lnTo>
                  <a:lnTo>
                    <a:pt x="103" y="16"/>
                  </a:lnTo>
                  <a:lnTo>
                    <a:pt x="153" y="8"/>
                  </a:lnTo>
                  <a:lnTo>
                    <a:pt x="203" y="3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DCC9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C0E97B8-7C7E-0C56-814C-FBE9D277E08E}"/>
              </a:ext>
            </a:extLst>
          </p:cNvPr>
          <p:cNvGrpSpPr/>
          <p:nvPr/>
        </p:nvGrpSpPr>
        <p:grpSpPr>
          <a:xfrm>
            <a:off x="4524215" y="4504311"/>
            <a:ext cx="1296000" cy="1296000"/>
            <a:chOff x="2547739" y="4231535"/>
            <a:chExt cx="1296000" cy="1296000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E4858342-1563-B6CB-A96F-EB30A5992FE0}"/>
                </a:ext>
              </a:extLst>
            </p:cNvPr>
            <p:cNvSpPr/>
            <p:nvPr/>
          </p:nvSpPr>
          <p:spPr>
            <a:xfrm>
              <a:off x="2547739" y="4231535"/>
              <a:ext cx="1296000" cy="12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1EBFCA0-EF57-769A-1DCD-4FEEF518D9C3}"/>
                </a:ext>
              </a:extLst>
            </p:cNvPr>
            <p:cNvSpPr/>
            <p:nvPr/>
          </p:nvSpPr>
          <p:spPr>
            <a:xfrm>
              <a:off x="3565584" y="4308273"/>
              <a:ext cx="216000" cy="216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F8DC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30695EA-881A-48B7-744B-68676B88217A}"/>
              </a:ext>
            </a:extLst>
          </p:cNvPr>
          <p:cNvGrpSpPr/>
          <p:nvPr/>
        </p:nvGrpSpPr>
        <p:grpSpPr>
          <a:xfrm>
            <a:off x="6044544" y="4507144"/>
            <a:ext cx="1296000" cy="1296000"/>
            <a:chOff x="2547739" y="4231535"/>
            <a:chExt cx="1296000" cy="1296000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30ABC025-45FA-0BF1-1821-E65DC400577B}"/>
                </a:ext>
              </a:extLst>
            </p:cNvPr>
            <p:cNvSpPr/>
            <p:nvPr/>
          </p:nvSpPr>
          <p:spPr>
            <a:xfrm>
              <a:off x="2547739" y="4231535"/>
              <a:ext cx="1296000" cy="12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371B34C-98BF-2704-2082-E15EDD2A1C41}"/>
                </a:ext>
              </a:extLst>
            </p:cNvPr>
            <p:cNvSpPr/>
            <p:nvPr/>
          </p:nvSpPr>
          <p:spPr>
            <a:xfrm>
              <a:off x="3565584" y="4308273"/>
              <a:ext cx="216000" cy="216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v</a:t>
              </a:r>
            </a:p>
          </p:txBody>
        </p:sp>
      </p:grpSp>
      <p:pic>
        <p:nvPicPr>
          <p:cNvPr id="41" name="그림 40">
            <a:extLst>
              <a:ext uri="{FF2B5EF4-FFF2-40B4-BE49-F238E27FC236}">
                <a16:creationId xmlns:a16="http://schemas.microsoft.com/office/drawing/2014/main" id="{5CC0146F-41D8-EDFA-7AF3-D8EAE7271E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385" y="4842289"/>
            <a:ext cx="965629" cy="965629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3B88878-39D1-B31B-E131-9C8EEFC7377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522" y="4755112"/>
            <a:ext cx="751163" cy="1045199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1BE44FEB-E544-7891-BBDA-4C9677C4B740}"/>
              </a:ext>
            </a:extLst>
          </p:cNvPr>
          <p:cNvSpPr/>
          <p:nvPr/>
        </p:nvSpPr>
        <p:spPr>
          <a:xfrm>
            <a:off x="7709847" y="1785011"/>
            <a:ext cx="257599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414B4ED-6CA5-ABC0-FE82-81339BA5EE48}"/>
              </a:ext>
            </a:extLst>
          </p:cNvPr>
          <p:cNvSpPr/>
          <p:nvPr/>
        </p:nvSpPr>
        <p:spPr>
          <a:xfrm>
            <a:off x="7709847" y="4625572"/>
            <a:ext cx="257599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C42CB72-B4AB-D4BD-1551-16D86C552428}"/>
              </a:ext>
            </a:extLst>
          </p:cNvPr>
          <p:cNvSpPr/>
          <p:nvPr/>
        </p:nvSpPr>
        <p:spPr>
          <a:xfrm>
            <a:off x="1440319" y="1786695"/>
            <a:ext cx="257599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F1EF479-5951-628B-39DB-ADA7367EBFCB}"/>
              </a:ext>
            </a:extLst>
          </p:cNvPr>
          <p:cNvSpPr/>
          <p:nvPr/>
        </p:nvSpPr>
        <p:spPr>
          <a:xfrm>
            <a:off x="1440319" y="4627256"/>
            <a:ext cx="257599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47" name="사각형: 둥근 모서리 13">
            <a:extLst>
              <a:ext uri="{FF2B5EF4-FFF2-40B4-BE49-F238E27FC236}">
                <a16:creationId xmlns:a16="http://schemas.microsoft.com/office/drawing/2014/main" id="{B2BCB841-A138-FA90-6039-1908DDB4E023}"/>
              </a:ext>
            </a:extLst>
          </p:cNvPr>
          <p:cNvSpPr/>
          <p:nvPr/>
        </p:nvSpPr>
        <p:spPr>
          <a:xfrm>
            <a:off x="6019132" y="3840656"/>
            <a:ext cx="1330134" cy="391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8100" dist="63500" dir="4800000" algn="tl" rotWithShape="0">
              <a:schemeClr val="tx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</a:p>
        </p:txBody>
      </p:sp>
      <p:sp>
        <p:nvSpPr>
          <p:cNvPr id="48" name="사각형: 둥근 모서리 13">
            <a:extLst>
              <a:ext uri="{FF2B5EF4-FFF2-40B4-BE49-F238E27FC236}">
                <a16:creationId xmlns:a16="http://schemas.microsoft.com/office/drawing/2014/main" id="{B571873E-6F9F-7978-8684-F50B25C889CF}"/>
              </a:ext>
            </a:extLst>
          </p:cNvPr>
          <p:cNvSpPr/>
          <p:nvPr/>
        </p:nvSpPr>
        <p:spPr>
          <a:xfrm>
            <a:off x="4498036" y="3845840"/>
            <a:ext cx="1330134" cy="391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8100" dist="63500" dir="4800000" algn="tl" rotWithShape="0">
              <a:schemeClr val="tx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</a:p>
        </p:txBody>
      </p:sp>
      <p:sp>
        <p:nvSpPr>
          <p:cNvPr id="49" name="사각형: 둥근 모서리 11">
            <a:extLst>
              <a:ext uri="{FF2B5EF4-FFF2-40B4-BE49-F238E27FC236}">
                <a16:creationId xmlns:a16="http://schemas.microsoft.com/office/drawing/2014/main" id="{E47F03DE-0214-3FC8-A0B2-77B6E2F67F13}"/>
              </a:ext>
            </a:extLst>
          </p:cNvPr>
          <p:cNvSpPr/>
          <p:nvPr/>
        </p:nvSpPr>
        <p:spPr>
          <a:xfrm>
            <a:off x="4507148" y="3109137"/>
            <a:ext cx="1330134" cy="391912"/>
          </a:xfrm>
          <a:prstGeom prst="roundRect">
            <a:avLst>
              <a:gd name="adj" fmla="val 50000"/>
            </a:avLst>
          </a:prstGeom>
          <a:solidFill>
            <a:srgbClr val="239B82"/>
          </a:solidFill>
          <a:ln w="19050">
            <a:solidFill>
              <a:srgbClr val="239B82"/>
            </a:solidFill>
          </a:ln>
          <a:effectLst>
            <a:outerShdw dist="63500" dir="4800000" algn="tl" rotWithShape="0">
              <a:schemeClr val="tx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</a:p>
        </p:txBody>
      </p:sp>
      <p:sp>
        <p:nvSpPr>
          <p:cNvPr id="50" name="사각형: 둥근 모서리 13">
            <a:extLst>
              <a:ext uri="{FF2B5EF4-FFF2-40B4-BE49-F238E27FC236}">
                <a16:creationId xmlns:a16="http://schemas.microsoft.com/office/drawing/2014/main" id="{D6C62593-5A3C-3761-1AFA-267E8E32A705}"/>
              </a:ext>
            </a:extLst>
          </p:cNvPr>
          <p:cNvSpPr/>
          <p:nvPr/>
        </p:nvSpPr>
        <p:spPr>
          <a:xfrm>
            <a:off x="6007035" y="3106216"/>
            <a:ext cx="1330134" cy="391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rgbClr val="239B82"/>
            </a:solidFill>
          </a:ln>
          <a:effectLst>
            <a:outerShdw blurRad="38100" dist="63500" dir="4800000" algn="tl" rotWithShape="0">
              <a:schemeClr val="tx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239B82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946931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B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7B4411-EC94-554F-C2F8-D93FC5D4D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그룹 436">
            <a:extLst>
              <a:ext uri="{FF2B5EF4-FFF2-40B4-BE49-F238E27FC236}">
                <a16:creationId xmlns:a16="http://schemas.microsoft.com/office/drawing/2014/main" id="{EF4866BB-AE90-90B9-969F-1F6BBA83538A}"/>
              </a:ext>
            </a:extLst>
          </p:cNvPr>
          <p:cNvGrpSpPr/>
          <p:nvPr/>
        </p:nvGrpSpPr>
        <p:grpSpPr>
          <a:xfrm>
            <a:off x="219073" y="171450"/>
            <a:ext cx="11744327" cy="6515101"/>
            <a:chOff x="219073" y="171450"/>
            <a:chExt cx="11744327" cy="6515101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10D87207-25BF-7D3C-EFDF-978C8B8A9055}"/>
                </a:ext>
              </a:extLst>
            </p:cNvPr>
            <p:cNvSpPr/>
            <p:nvPr/>
          </p:nvSpPr>
          <p:spPr>
            <a:xfrm>
              <a:off x="219075" y="171451"/>
              <a:ext cx="11744325" cy="6515100"/>
            </a:xfrm>
            <a:prstGeom prst="roundRect">
              <a:avLst>
                <a:gd name="adj" fmla="val 3353"/>
              </a:avLst>
            </a:prstGeom>
            <a:pattFill prst="dotGrid">
              <a:fgClr>
                <a:srgbClr val="F6EBBE"/>
              </a:fgClr>
              <a:bgClr>
                <a:schemeClr val="bg1"/>
              </a:bgClr>
            </a:pattFill>
            <a:ln w="28575">
              <a:solidFill>
                <a:srgbClr val="145849"/>
              </a:solidFill>
            </a:ln>
            <a:effectLst>
              <a:outerShdw dist="889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사각형: 둥근 위쪽 모서리 3">
              <a:extLst>
                <a:ext uri="{FF2B5EF4-FFF2-40B4-BE49-F238E27FC236}">
                  <a16:creationId xmlns:a16="http://schemas.microsoft.com/office/drawing/2014/main" id="{22A30779-1B93-C6EA-596B-249D1F5DD868}"/>
                </a:ext>
              </a:extLst>
            </p:cNvPr>
            <p:cNvSpPr/>
            <p:nvPr/>
          </p:nvSpPr>
          <p:spPr>
            <a:xfrm>
              <a:off x="219073" y="171450"/>
              <a:ext cx="11744325" cy="504825"/>
            </a:xfrm>
            <a:prstGeom prst="round2SameRect">
              <a:avLst>
                <a:gd name="adj1" fmla="val 43082"/>
                <a:gd name="adj2" fmla="val 0"/>
              </a:avLst>
            </a:prstGeom>
            <a:solidFill>
              <a:srgbClr val="239B82"/>
            </a:solidFill>
            <a:ln w="28575">
              <a:solidFill>
                <a:srgbClr val="145849"/>
              </a:solidFill>
            </a:ln>
            <a:effectLst>
              <a:innerShdw dist="76200" dir="13500000">
                <a:srgbClr val="46B88F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 marR="0" lvl="2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200" b="0" i="1" u="none" strike="noStrike" kern="0" cap="none" spc="0" normalizeH="0" baseline="0" noProof="0" dirty="0">
                  <a:ln w="107950"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PPT</a:t>
              </a:r>
              <a:r>
                <a:rPr kumimoji="0" lang="ko-KR" altLang="en-US" sz="2200" b="0" i="1" u="none" strike="noStrike" kern="0" cap="none" spc="0" normalizeH="0" baseline="0" noProof="0" dirty="0">
                  <a:ln w="107950"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 </a:t>
              </a:r>
              <a:r>
                <a:rPr kumimoji="0" lang="en-US" altLang="ko-KR" sz="2200" b="0" i="1" u="none" strike="noStrike" kern="0" cap="none" spc="0" normalizeH="0" baseline="0" noProof="0" dirty="0">
                  <a:ln w="107950"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PRESENTATION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Enjoy your stylish business and campus life with BIZCAM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4B5EDFE5-A21E-0F2B-C630-9591CAF4B962}"/>
                </a:ext>
              </a:extLst>
            </p:cNvPr>
            <p:cNvGrpSpPr/>
            <p:nvPr/>
          </p:nvGrpSpPr>
          <p:grpSpPr>
            <a:xfrm>
              <a:off x="11544147" y="314448"/>
              <a:ext cx="218827" cy="218827"/>
              <a:chOff x="11615737" y="189136"/>
              <a:chExt cx="285541" cy="285541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2473B5C5-F095-BD78-A6B5-332F64528775}"/>
                  </a:ext>
                </a:extLst>
              </p:cNvPr>
              <p:cNvSpPr/>
              <p:nvPr/>
            </p:nvSpPr>
            <p:spPr>
              <a:xfrm>
                <a:off x="11615737" y="189136"/>
                <a:ext cx="285541" cy="285541"/>
              </a:xfrm>
              <a:prstGeom prst="roundRect">
                <a:avLst/>
              </a:prstGeom>
              <a:solidFill>
                <a:srgbClr val="F0654E"/>
              </a:solidFill>
              <a:ln w="28575">
                <a:solidFill>
                  <a:srgbClr val="14584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25" name="그룹 124">
                <a:extLst>
                  <a:ext uri="{FF2B5EF4-FFF2-40B4-BE49-F238E27FC236}">
                    <a16:creationId xmlns:a16="http://schemas.microsoft.com/office/drawing/2014/main" id="{773F9B3E-8D57-CEB6-FACC-56D4C0CF6476}"/>
                  </a:ext>
                </a:extLst>
              </p:cNvPr>
              <p:cNvGrpSpPr/>
              <p:nvPr/>
            </p:nvGrpSpPr>
            <p:grpSpPr>
              <a:xfrm>
                <a:off x="11669712" y="241906"/>
                <a:ext cx="180000" cy="180000"/>
                <a:chOff x="11669712" y="241906"/>
                <a:chExt cx="180000" cy="180000"/>
              </a:xfrm>
            </p:grpSpPr>
            <p:cxnSp>
              <p:nvCxnSpPr>
                <p:cNvPr id="126" name="직선 연결선 125">
                  <a:extLst>
                    <a:ext uri="{FF2B5EF4-FFF2-40B4-BE49-F238E27FC236}">
                      <a16:creationId xmlns:a16="http://schemas.microsoft.com/office/drawing/2014/main" id="{77CD561F-9993-A0D6-FBC9-B397C34856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900000">
                  <a:off x="11669712" y="331907"/>
                  <a:ext cx="180000" cy="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직선 연결선 126">
                  <a:extLst>
                    <a:ext uri="{FF2B5EF4-FFF2-40B4-BE49-F238E27FC236}">
                      <a16:creationId xmlns:a16="http://schemas.microsoft.com/office/drawing/2014/main" id="{CC809B2A-D47A-75D3-1181-C126293C44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700000">
                  <a:off x="11669712" y="331906"/>
                  <a:ext cx="180000" cy="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34" name="그룹 433">
              <a:extLst>
                <a:ext uri="{FF2B5EF4-FFF2-40B4-BE49-F238E27FC236}">
                  <a16:creationId xmlns:a16="http://schemas.microsoft.com/office/drawing/2014/main" id="{E403AAD6-E6BD-4D66-1235-36ED4B4887F7}"/>
                </a:ext>
              </a:extLst>
            </p:cNvPr>
            <p:cNvGrpSpPr/>
            <p:nvPr/>
          </p:nvGrpSpPr>
          <p:grpSpPr>
            <a:xfrm>
              <a:off x="379105" y="251463"/>
              <a:ext cx="344796" cy="344796"/>
              <a:chOff x="836609" y="1426368"/>
              <a:chExt cx="489973" cy="489973"/>
            </a:xfrm>
          </p:grpSpPr>
          <p:sp>
            <p:nvSpPr>
              <p:cNvPr id="435" name="모서리가 둥근 직사각형 2">
                <a:extLst>
                  <a:ext uri="{FF2B5EF4-FFF2-40B4-BE49-F238E27FC236}">
                    <a16:creationId xmlns:a16="http://schemas.microsoft.com/office/drawing/2014/main" id="{D6937DCC-5337-CA8C-4332-0D2F5DBC91E7}"/>
                  </a:ext>
                </a:extLst>
              </p:cNvPr>
              <p:cNvSpPr/>
              <p:nvPr/>
            </p:nvSpPr>
            <p:spPr>
              <a:xfrm>
                <a:off x="907256" y="1490663"/>
                <a:ext cx="350044" cy="357187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pic>
            <p:nvPicPr>
              <p:cNvPr id="436" name="그림 435">
                <a:extLst>
                  <a:ext uri="{FF2B5EF4-FFF2-40B4-BE49-F238E27FC236}">
                    <a16:creationId xmlns:a16="http://schemas.microsoft.com/office/drawing/2014/main" id="{9776367B-99A8-8E78-D835-939BBE4608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36609" y="1426368"/>
                <a:ext cx="489973" cy="489973"/>
              </a:xfrm>
              <a:prstGeom prst="rect">
                <a:avLst/>
              </a:prstGeom>
            </p:spPr>
          </p:pic>
        </p:grpSp>
      </p:grpSp>
      <p:sp>
        <p:nvSpPr>
          <p:cNvPr id="3" name="자유형 42">
            <a:extLst>
              <a:ext uri="{FF2B5EF4-FFF2-40B4-BE49-F238E27FC236}">
                <a16:creationId xmlns:a16="http://schemas.microsoft.com/office/drawing/2014/main" id="{1CE98B43-CC8D-BD17-A86C-A68489FCA402}"/>
              </a:ext>
            </a:extLst>
          </p:cNvPr>
          <p:cNvSpPr/>
          <p:nvPr/>
        </p:nvSpPr>
        <p:spPr>
          <a:xfrm>
            <a:off x="1806086" y="1978908"/>
            <a:ext cx="4251325" cy="1085088"/>
          </a:xfrm>
          <a:custGeom>
            <a:avLst/>
            <a:gdLst>
              <a:gd name="connsiteX0" fmla="*/ 180852 w 4251325"/>
              <a:gd name="connsiteY0" fmla="*/ 0 h 1085088"/>
              <a:gd name="connsiteX1" fmla="*/ 3851271 w 4251325"/>
              <a:gd name="connsiteY1" fmla="*/ 0 h 1085088"/>
              <a:gd name="connsiteX2" fmla="*/ 4032123 w 4251325"/>
              <a:gd name="connsiteY2" fmla="*/ 180852 h 1085088"/>
              <a:gd name="connsiteX3" fmla="*/ 4032123 w 4251325"/>
              <a:gd name="connsiteY3" fmla="*/ 285115 h 1085088"/>
              <a:gd name="connsiteX4" fmla="*/ 4206324 w 4251325"/>
              <a:gd name="connsiteY4" fmla="*/ 285115 h 1085088"/>
              <a:gd name="connsiteX5" fmla="*/ 4251325 w 4251325"/>
              <a:gd name="connsiteY5" fmla="*/ 330116 h 1085088"/>
              <a:gd name="connsiteX6" fmla="*/ 4251325 w 4251325"/>
              <a:gd name="connsiteY6" fmla="*/ 754972 h 1085088"/>
              <a:gd name="connsiteX7" fmla="*/ 4206324 w 4251325"/>
              <a:gd name="connsiteY7" fmla="*/ 799973 h 1085088"/>
              <a:gd name="connsiteX8" fmla="*/ 4032123 w 4251325"/>
              <a:gd name="connsiteY8" fmla="*/ 799973 h 1085088"/>
              <a:gd name="connsiteX9" fmla="*/ 4032123 w 4251325"/>
              <a:gd name="connsiteY9" fmla="*/ 904236 h 1085088"/>
              <a:gd name="connsiteX10" fmla="*/ 3851271 w 4251325"/>
              <a:gd name="connsiteY10" fmla="*/ 1085088 h 1085088"/>
              <a:gd name="connsiteX11" fmla="*/ 180852 w 4251325"/>
              <a:gd name="connsiteY11" fmla="*/ 1085088 h 1085088"/>
              <a:gd name="connsiteX12" fmla="*/ 0 w 4251325"/>
              <a:gd name="connsiteY12" fmla="*/ 904236 h 1085088"/>
              <a:gd name="connsiteX13" fmla="*/ 0 w 4251325"/>
              <a:gd name="connsiteY13" fmla="*/ 180852 h 1085088"/>
              <a:gd name="connsiteX14" fmla="*/ 180852 w 4251325"/>
              <a:gd name="connsiteY14" fmla="*/ 0 h 1085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251325" h="1085088">
                <a:moveTo>
                  <a:pt x="180852" y="0"/>
                </a:moveTo>
                <a:lnTo>
                  <a:pt x="3851271" y="0"/>
                </a:lnTo>
                <a:cubicBezTo>
                  <a:pt x="3951153" y="0"/>
                  <a:pt x="4032123" y="80970"/>
                  <a:pt x="4032123" y="180852"/>
                </a:cubicBezTo>
                <a:lnTo>
                  <a:pt x="4032123" y="285115"/>
                </a:lnTo>
                <a:lnTo>
                  <a:pt x="4206324" y="285115"/>
                </a:lnTo>
                <a:cubicBezTo>
                  <a:pt x="4231177" y="285115"/>
                  <a:pt x="4251325" y="305263"/>
                  <a:pt x="4251325" y="330116"/>
                </a:cubicBezTo>
                <a:lnTo>
                  <a:pt x="4251325" y="754972"/>
                </a:lnTo>
                <a:cubicBezTo>
                  <a:pt x="4251325" y="779825"/>
                  <a:pt x="4231177" y="799973"/>
                  <a:pt x="4206324" y="799973"/>
                </a:cubicBezTo>
                <a:lnTo>
                  <a:pt x="4032123" y="799973"/>
                </a:lnTo>
                <a:lnTo>
                  <a:pt x="4032123" y="904236"/>
                </a:lnTo>
                <a:cubicBezTo>
                  <a:pt x="4032123" y="1004118"/>
                  <a:pt x="3951153" y="1085088"/>
                  <a:pt x="3851271" y="1085088"/>
                </a:cubicBezTo>
                <a:lnTo>
                  <a:pt x="180852" y="1085088"/>
                </a:lnTo>
                <a:cubicBezTo>
                  <a:pt x="80970" y="1085088"/>
                  <a:pt x="0" y="1004118"/>
                  <a:pt x="0" y="904236"/>
                </a:cubicBezTo>
                <a:lnTo>
                  <a:pt x="0" y="180852"/>
                </a:lnTo>
                <a:cubicBezTo>
                  <a:pt x="0" y="80970"/>
                  <a:pt x="80970" y="0"/>
                  <a:pt x="180852" y="0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28575">
            <a:solidFill>
              <a:srgbClr val="239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자유형 7">
            <a:extLst>
              <a:ext uri="{FF2B5EF4-FFF2-40B4-BE49-F238E27FC236}">
                <a16:creationId xmlns:a16="http://schemas.microsoft.com/office/drawing/2014/main" id="{1B91FD69-9B92-A495-6B86-5A9E9B2F1255}"/>
              </a:ext>
            </a:extLst>
          </p:cNvPr>
          <p:cNvSpPr/>
          <p:nvPr/>
        </p:nvSpPr>
        <p:spPr>
          <a:xfrm>
            <a:off x="1788942" y="4378727"/>
            <a:ext cx="4251325" cy="1085088"/>
          </a:xfrm>
          <a:custGeom>
            <a:avLst/>
            <a:gdLst>
              <a:gd name="connsiteX0" fmla="*/ 180852 w 4251325"/>
              <a:gd name="connsiteY0" fmla="*/ 0 h 1085088"/>
              <a:gd name="connsiteX1" fmla="*/ 3851271 w 4251325"/>
              <a:gd name="connsiteY1" fmla="*/ 0 h 1085088"/>
              <a:gd name="connsiteX2" fmla="*/ 4032123 w 4251325"/>
              <a:gd name="connsiteY2" fmla="*/ 180852 h 1085088"/>
              <a:gd name="connsiteX3" fmla="*/ 4032123 w 4251325"/>
              <a:gd name="connsiteY3" fmla="*/ 285115 h 1085088"/>
              <a:gd name="connsiteX4" fmla="*/ 4206324 w 4251325"/>
              <a:gd name="connsiteY4" fmla="*/ 285115 h 1085088"/>
              <a:gd name="connsiteX5" fmla="*/ 4251325 w 4251325"/>
              <a:gd name="connsiteY5" fmla="*/ 330116 h 1085088"/>
              <a:gd name="connsiteX6" fmla="*/ 4251325 w 4251325"/>
              <a:gd name="connsiteY6" fmla="*/ 754972 h 1085088"/>
              <a:gd name="connsiteX7" fmla="*/ 4206324 w 4251325"/>
              <a:gd name="connsiteY7" fmla="*/ 799973 h 1085088"/>
              <a:gd name="connsiteX8" fmla="*/ 4032123 w 4251325"/>
              <a:gd name="connsiteY8" fmla="*/ 799973 h 1085088"/>
              <a:gd name="connsiteX9" fmla="*/ 4032123 w 4251325"/>
              <a:gd name="connsiteY9" fmla="*/ 904236 h 1085088"/>
              <a:gd name="connsiteX10" fmla="*/ 3851271 w 4251325"/>
              <a:gd name="connsiteY10" fmla="*/ 1085088 h 1085088"/>
              <a:gd name="connsiteX11" fmla="*/ 180852 w 4251325"/>
              <a:gd name="connsiteY11" fmla="*/ 1085088 h 1085088"/>
              <a:gd name="connsiteX12" fmla="*/ 0 w 4251325"/>
              <a:gd name="connsiteY12" fmla="*/ 904236 h 1085088"/>
              <a:gd name="connsiteX13" fmla="*/ 0 w 4251325"/>
              <a:gd name="connsiteY13" fmla="*/ 180852 h 1085088"/>
              <a:gd name="connsiteX14" fmla="*/ 180852 w 4251325"/>
              <a:gd name="connsiteY14" fmla="*/ 0 h 1085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251325" h="1085088">
                <a:moveTo>
                  <a:pt x="180852" y="0"/>
                </a:moveTo>
                <a:lnTo>
                  <a:pt x="3851271" y="0"/>
                </a:lnTo>
                <a:cubicBezTo>
                  <a:pt x="3951153" y="0"/>
                  <a:pt x="4032123" y="80970"/>
                  <a:pt x="4032123" y="180852"/>
                </a:cubicBezTo>
                <a:lnTo>
                  <a:pt x="4032123" y="285115"/>
                </a:lnTo>
                <a:lnTo>
                  <a:pt x="4206324" y="285115"/>
                </a:lnTo>
                <a:cubicBezTo>
                  <a:pt x="4231177" y="285115"/>
                  <a:pt x="4251325" y="305263"/>
                  <a:pt x="4251325" y="330116"/>
                </a:cubicBezTo>
                <a:lnTo>
                  <a:pt x="4251325" y="754972"/>
                </a:lnTo>
                <a:cubicBezTo>
                  <a:pt x="4251325" y="779825"/>
                  <a:pt x="4231177" y="799973"/>
                  <a:pt x="4206324" y="799973"/>
                </a:cubicBezTo>
                <a:lnTo>
                  <a:pt x="4032123" y="799973"/>
                </a:lnTo>
                <a:lnTo>
                  <a:pt x="4032123" y="904236"/>
                </a:lnTo>
                <a:cubicBezTo>
                  <a:pt x="4032123" y="1004118"/>
                  <a:pt x="3951153" y="1085088"/>
                  <a:pt x="3851271" y="1085088"/>
                </a:cubicBezTo>
                <a:lnTo>
                  <a:pt x="180852" y="1085088"/>
                </a:lnTo>
                <a:cubicBezTo>
                  <a:pt x="80970" y="1085088"/>
                  <a:pt x="0" y="1004118"/>
                  <a:pt x="0" y="904236"/>
                </a:cubicBezTo>
                <a:lnTo>
                  <a:pt x="0" y="180852"/>
                </a:lnTo>
                <a:cubicBezTo>
                  <a:pt x="0" y="80970"/>
                  <a:pt x="80970" y="0"/>
                  <a:pt x="180852" y="0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D9BFC3E3-9137-95DC-7FDD-CF1356AA3AD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973098" y="4558797"/>
            <a:ext cx="350781" cy="724948"/>
            <a:chOff x="3696" y="1863"/>
            <a:chExt cx="285" cy="589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4D6D435E-6BE2-0EA2-13F4-2F60F9F577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1863"/>
              <a:ext cx="139" cy="139"/>
            </a:xfrm>
            <a:custGeom>
              <a:avLst/>
              <a:gdLst>
                <a:gd name="T0" fmla="*/ 208 w 417"/>
                <a:gd name="T1" fmla="*/ 417 h 417"/>
                <a:gd name="T2" fmla="*/ 230 w 417"/>
                <a:gd name="T3" fmla="*/ 415 h 417"/>
                <a:gd name="T4" fmla="*/ 270 w 417"/>
                <a:gd name="T5" fmla="*/ 406 h 417"/>
                <a:gd name="T6" fmla="*/ 307 w 417"/>
                <a:gd name="T7" fmla="*/ 391 h 417"/>
                <a:gd name="T8" fmla="*/ 341 w 417"/>
                <a:gd name="T9" fmla="*/ 369 h 417"/>
                <a:gd name="T10" fmla="*/ 370 w 417"/>
                <a:gd name="T11" fmla="*/ 340 h 417"/>
                <a:gd name="T12" fmla="*/ 391 w 417"/>
                <a:gd name="T13" fmla="*/ 307 h 417"/>
                <a:gd name="T14" fmla="*/ 407 w 417"/>
                <a:gd name="T15" fmla="*/ 270 h 417"/>
                <a:gd name="T16" fmla="*/ 416 w 417"/>
                <a:gd name="T17" fmla="*/ 229 h 417"/>
                <a:gd name="T18" fmla="*/ 417 w 417"/>
                <a:gd name="T19" fmla="*/ 208 h 417"/>
                <a:gd name="T20" fmla="*/ 416 w 417"/>
                <a:gd name="T21" fmla="*/ 186 h 417"/>
                <a:gd name="T22" fmla="*/ 407 w 417"/>
                <a:gd name="T23" fmla="*/ 146 h 417"/>
                <a:gd name="T24" fmla="*/ 391 w 417"/>
                <a:gd name="T25" fmla="*/ 108 h 417"/>
                <a:gd name="T26" fmla="*/ 370 w 417"/>
                <a:gd name="T27" fmla="*/ 75 h 417"/>
                <a:gd name="T28" fmla="*/ 341 w 417"/>
                <a:gd name="T29" fmla="*/ 46 h 417"/>
                <a:gd name="T30" fmla="*/ 307 w 417"/>
                <a:gd name="T31" fmla="*/ 25 h 417"/>
                <a:gd name="T32" fmla="*/ 270 w 417"/>
                <a:gd name="T33" fmla="*/ 9 h 417"/>
                <a:gd name="T34" fmla="*/ 230 w 417"/>
                <a:gd name="T35" fmla="*/ 0 h 417"/>
                <a:gd name="T36" fmla="*/ 208 w 417"/>
                <a:gd name="T37" fmla="*/ 0 h 417"/>
                <a:gd name="T38" fmla="*/ 186 w 417"/>
                <a:gd name="T39" fmla="*/ 0 h 417"/>
                <a:gd name="T40" fmla="*/ 146 w 417"/>
                <a:gd name="T41" fmla="*/ 9 h 417"/>
                <a:gd name="T42" fmla="*/ 108 w 417"/>
                <a:gd name="T43" fmla="*/ 25 h 417"/>
                <a:gd name="T44" fmla="*/ 75 w 417"/>
                <a:gd name="T45" fmla="*/ 46 h 417"/>
                <a:gd name="T46" fmla="*/ 48 w 417"/>
                <a:gd name="T47" fmla="*/ 75 h 417"/>
                <a:gd name="T48" fmla="*/ 25 w 417"/>
                <a:gd name="T49" fmla="*/ 108 h 417"/>
                <a:gd name="T50" fmla="*/ 9 w 417"/>
                <a:gd name="T51" fmla="*/ 146 h 417"/>
                <a:gd name="T52" fmla="*/ 0 w 417"/>
                <a:gd name="T53" fmla="*/ 186 h 417"/>
                <a:gd name="T54" fmla="*/ 0 w 417"/>
                <a:gd name="T55" fmla="*/ 208 h 417"/>
                <a:gd name="T56" fmla="*/ 0 w 417"/>
                <a:gd name="T57" fmla="*/ 229 h 417"/>
                <a:gd name="T58" fmla="*/ 9 w 417"/>
                <a:gd name="T59" fmla="*/ 270 h 417"/>
                <a:gd name="T60" fmla="*/ 25 w 417"/>
                <a:gd name="T61" fmla="*/ 307 h 417"/>
                <a:gd name="T62" fmla="*/ 48 w 417"/>
                <a:gd name="T63" fmla="*/ 340 h 417"/>
                <a:gd name="T64" fmla="*/ 75 w 417"/>
                <a:gd name="T65" fmla="*/ 369 h 417"/>
                <a:gd name="T66" fmla="*/ 108 w 417"/>
                <a:gd name="T67" fmla="*/ 391 h 417"/>
                <a:gd name="T68" fmla="*/ 146 w 417"/>
                <a:gd name="T69" fmla="*/ 406 h 417"/>
                <a:gd name="T70" fmla="*/ 186 w 417"/>
                <a:gd name="T71" fmla="*/ 415 h 417"/>
                <a:gd name="T72" fmla="*/ 208 w 417"/>
                <a:gd name="T73" fmla="*/ 417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17" h="417">
                  <a:moveTo>
                    <a:pt x="208" y="417"/>
                  </a:moveTo>
                  <a:lnTo>
                    <a:pt x="230" y="415"/>
                  </a:lnTo>
                  <a:lnTo>
                    <a:pt x="270" y="406"/>
                  </a:lnTo>
                  <a:lnTo>
                    <a:pt x="307" y="391"/>
                  </a:lnTo>
                  <a:lnTo>
                    <a:pt x="341" y="369"/>
                  </a:lnTo>
                  <a:lnTo>
                    <a:pt x="370" y="340"/>
                  </a:lnTo>
                  <a:lnTo>
                    <a:pt x="391" y="307"/>
                  </a:lnTo>
                  <a:lnTo>
                    <a:pt x="407" y="270"/>
                  </a:lnTo>
                  <a:lnTo>
                    <a:pt x="416" y="229"/>
                  </a:lnTo>
                  <a:lnTo>
                    <a:pt x="417" y="208"/>
                  </a:lnTo>
                  <a:lnTo>
                    <a:pt x="416" y="186"/>
                  </a:lnTo>
                  <a:lnTo>
                    <a:pt x="407" y="146"/>
                  </a:lnTo>
                  <a:lnTo>
                    <a:pt x="391" y="108"/>
                  </a:lnTo>
                  <a:lnTo>
                    <a:pt x="370" y="75"/>
                  </a:lnTo>
                  <a:lnTo>
                    <a:pt x="341" y="46"/>
                  </a:lnTo>
                  <a:lnTo>
                    <a:pt x="307" y="25"/>
                  </a:lnTo>
                  <a:lnTo>
                    <a:pt x="270" y="9"/>
                  </a:lnTo>
                  <a:lnTo>
                    <a:pt x="230" y="0"/>
                  </a:lnTo>
                  <a:lnTo>
                    <a:pt x="208" y="0"/>
                  </a:lnTo>
                  <a:lnTo>
                    <a:pt x="186" y="0"/>
                  </a:lnTo>
                  <a:lnTo>
                    <a:pt x="146" y="9"/>
                  </a:lnTo>
                  <a:lnTo>
                    <a:pt x="108" y="25"/>
                  </a:lnTo>
                  <a:lnTo>
                    <a:pt x="75" y="46"/>
                  </a:lnTo>
                  <a:lnTo>
                    <a:pt x="48" y="75"/>
                  </a:lnTo>
                  <a:lnTo>
                    <a:pt x="25" y="108"/>
                  </a:lnTo>
                  <a:lnTo>
                    <a:pt x="9" y="146"/>
                  </a:lnTo>
                  <a:lnTo>
                    <a:pt x="0" y="186"/>
                  </a:lnTo>
                  <a:lnTo>
                    <a:pt x="0" y="208"/>
                  </a:lnTo>
                  <a:lnTo>
                    <a:pt x="0" y="229"/>
                  </a:lnTo>
                  <a:lnTo>
                    <a:pt x="9" y="270"/>
                  </a:lnTo>
                  <a:lnTo>
                    <a:pt x="25" y="307"/>
                  </a:lnTo>
                  <a:lnTo>
                    <a:pt x="48" y="340"/>
                  </a:lnTo>
                  <a:lnTo>
                    <a:pt x="75" y="369"/>
                  </a:lnTo>
                  <a:lnTo>
                    <a:pt x="108" y="391"/>
                  </a:lnTo>
                  <a:lnTo>
                    <a:pt x="146" y="406"/>
                  </a:lnTo>
                  <a:lnTo>
                    <a:pt x="186" y="415"/>
                  </a:lnTo>
                  <a:lnTo>
                    <a:pt x="208" y="4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C64667A-3C18-5DD6-AF4D-BFCA00AB3F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2018"/>
              <a:ext cx="285" cy="434"/>
            </a:xfrm>
            <a:custGeom>
              <a:avLst/>
              <a:gdLst>
                <a:gd name="T0" fmla="*/ 682 w 854"/>
                <a:gd name="T1" fmla="*/ 51 h 1303"/>
                <a:gd name="T2" fmla="*/ 665 w 854"/>
                <a:gd name="T3" fmla="*/ 22 h 1303"/>
                <a:gd name="T4" fmla="*/ 625 w 854"/>
                <a:gd name="T5" fmla="*/ 2 h 1303"/>
                <a:gd name="T6" fmla="*/ 239 w 854"/>
                <a:gd name="T7" fmla="*/ 0 h 1303"/>
                <a:gd name="T8" fmla="*/ 208 w 854"/>
                <a:gd name="T9" fmla="*/ 9 h 1303"/>
                <a:gd name="T10" fmla="*/ 176 w 854"/>
                <a:gd name="T11" fmla="*/ 40 h 1303"/>
                <a:gd name="T12" fmla="*/ 3 w 854"/>
                <a:gd name="T13" fmla="*/ 574 h 1303"/>
                <a:gd name="T14" fmla="*/ 3 w 854"/>
                <a:gd name="T15" fmla="*/ 607 h 1303"/>
                <a:gd name="T16" fmla="*/ 16 w 854"/>
                <a:gd name="T17" fmla="*/ 624 h 1303"/>
                <a:gd name="T18" fmla="*/ 48 w 854"/>
                <a:gd name="T19" fmla="*/ 634 h 1303"/>
                <a:gd name="T20" fmla="*/ 102 w 854"/>
                <a:gd name="T21" fmla="*/ 634 h 1303"/>
                <a:gd name="T22" fmla="*/ 141 w 854"/>
                <a:gd name="T23" fmla="*/ 613 h 1303"/>
                <a:gd name="T24" fmla="*/ 160 w 854"/>
                <a:gd name="T25" fmla="*/ 585 h 1303"/>
                <a:gd name="T26" fmla="*/ 208 w 854"/>
                <a:gd name="T27" fmla="*/ 1208 h 1303"/>
                <a:gd name="T28" fmla="*/ 224 w 854"/>
                <a:gd name="T29" fmla="*/ 1261 h 1303"/>
                <a:gd name="T30" fmla="*/ 284 w 854"/>
                <a:gd name="T31" fmla="*/ 1302 h 1303"/>
                <a:gd name="T32" fmla="*/ 310 w 854"/>
                <a:gd name="T33" fmla="*/ 1303 h 1303"/>
                <a:gd name="T34" fmla="*/ 365 w 854"/>
                <a:gd name="T35" fmla="*/ 1287 h 1303"/>
                <a:gd name="T36" fmla="*/ 405 w 854"/>
                <a:gd name="T37" fmla="*/ 1227 h 1303"/>
                <a:gd name="T38" fmla="*/ 407 w 854"/>
                <a:gd name="T39" fmla="*/ 705 h 1303"/>
                <a:gd name="T40" fmla="*/ 447 w 854"/>
                <a:gd name="T41" fmla="*/ 1208 h 1303"/>
                <a:gd name="T42" fmla="*/ 463 w 854"/>
                <a:gd name="T43" fmla="*/ 1261 h 1303"/>
                <a:gd name="T44" fmla="*/ 524 w 854"/>
                <a:gd name="T45" fmla="*/ 1302 h 1303"/>
                <a:gd name="T46" fmla="*/ 551 w 854"/>
                <a:gd name="T47" fmla="*/ 1303 h 1303"/>
                <a:gd name="T48" fmla="*/ 604 w 854"/>
                <a:gd name="T49" fmla="*/ 1287 h 1303"/>
                <a:gd name="T50" fmla="*/ 645 w 854"/>
                <a:gd name="T51" fmla="*/ 1227 h 1303"/>
                <a:gd name="T52" fmla="*/ 646 w 854"/>
                <a:gd name="T53" fmla="*/ 435 h 1303"/>
                <a:gd name="T54" fmla="*/ 700 w 854"/>
                <a:gd name="T55" fmla="*/ 595 h 1303"/>
                <a:gd name="T56" fmla="*/ 731 w 854"/>
                <a:gd name="T57" fmla="*/ 627 h 1303"/>
                <a:gd name="T58" fmla="*/ 763 w 854"/>
                <a:gd name="T59" fmla="*/ 634 h 1303"/>
                <a:gd name="T60" fmla="*/ 819 w 854"/>
                <a:gd name="T61" fmla="*/ 634 h 1303"/>
                <a:gd name="T62" fmla="*/ 845 w 854"/>
                <a:gd name="T63" fmla="*/ 617 h 1303"/>
                <a:gd name="T64" fmla="*/ 854 w 854"/>
                <a:gd name="T65" fmla="*/ 585 h 1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54" h="1303">
                  <a:moveTo>
                    <a:pt x="851" y="574"/>
                  </a:moveTo>
                  <a:lnTo>
                    <a:pt x="682" y="51"/>
                  </a:lnTo>
                  <a:lnTo>
                    <a:pt x="679" y="40"/>
                  </a:lnTo>
                  <a:lnTo>
                    <a:pt x="665" y="22"/>
                  </a:lnTo>
                  <a:lnTo>
                    <a:pt x="646" y="9"/>
                  </a:lnTo>
                  <a:lnTo>
                    <a:pt x="625" y="2"/>
                  </a:lnTo>
                  <a:lnTo>
                    <a:pt x="614" y="0"/>
                  </a:lnTo>
                  <a:lnTo>
                    <a:pt x="239" y="0"/>
                  </a:lnTo>
                  <a:lnTo>
                    <a:pt x="229" y="2"/>
                  </a:lnTo>
                  <a:lnTo>
                    <a:pt x="208" y="9"/>
                  </a:lnTo>
                  <a:lnTo>
                    <a:pt x="189" y="22"/>
                  </a:lnTo>
                  <a:lnTo>
                    <a:pt x="176" y="40"/>
                  </a:lnTo>
                  <a:lnTo>
                    <a:pt x="172" y="51"/>
                  </a:lnTo>
                  <a:lnTo>
                    <a:pt x="3" y="574"/>
                  </a:lnTo>
                  <a:lnTo>
                    <a:pt x="0" y="585"/>
                  </a:lnTo>
                  <a:lnTo>
                    <a:pt x="3" y="607"/>
                  </a:lnTo>
                  <a:lnTo>
                    <a:pt x="9" y="617"/>
                  </a:lnTo>
                  <a:lnTo>
                    <a:pt x="16" y="624"/>
                  </a:lnTo>
                  <a:lnTo>
                    <a:pt x="36" y="634"/>
                  </a:lnTo>
                  <a:lnTo>
                    <a:pt x="48" y="634"/>
                  </a:lnTo>
                  <a:lnTo>
                    <a:pt x="91" y="634"/>
                  </a:lnTo>
                  <a:lnTo>
                    <a:pt x="102" y="634"/>
                  </a:lnTo>
                  <a:lnTo>
                    <a:pt x="123" y="627"/>
                  </a:lnTo>
                  <a:lnTo>
                    <a:pt x="141" y="613"/>
                  </a:lnTo>
                  <a:lnTo>
                    <a:pt x="156" y="595"/>
                  </a:lnTo>
                  <a:lnTo>
                    <a:pt x="160" y="585"/>
                  </a:lnTo>
                  <a:lnTo>
                    <a:pt x="208" y="437"/>
                  </a:lnTo>
                  <a:lnTo>
                    <a:pt x="208" y="1208"/>
                  </a:lnTo>
                  <a:lnTo>
                    <a:pt x="209" y="1227"/>
                  </a:lnTo>
                  <a:lnTo>
                    <a:pt x="224" y="1261"/>
                  </a:lnTo>
                  <a:lnTo>
                    <a:pt x="250" y="1287"/>
                  </a:lnTo>
                  <a:lnTo>
                    <a:pt x="284" y="1302"/>
                  </a:lnTo>
                  <a:lnTo>
                    <a:pt x="304" y="1303"/>
                  </a:lnTo>
                  <a:lnTo>
                    <a:pt x="310" y="1303"/>
                  </a:lnTo>
                  <a:lnTo>
                    <a:pt x="330" y="1302"/>
                  </a:lnTo>
                  <a:lnTo>
                    <a:pt x="365" y="1287"/>
                  </a:lnTo>
                  <a:lnTo>
                    <a:pt x="391" y="1261"/>
                  </a:lnTo>
                  <a:lnTo>
                    <a:pt x="405" y="1227"/>
                  </a:lnTo>
                  <a:lnTo>
                    <a:pt x="407" y="1208"/>
                  </a:lnTo>
                  <a:lnTo>
                    <a:pt x="407" y="705"/>
                  </a:lnTo>
                  <a:lnTo>
                    <a:pt x="447" y="705"/>
                  </a:lnTo>
                  <a:lnTo>
                    <a:pt x="447" y="1208"/>
                  </a:lnTo>
                  <a:lnTo>
                    <a:pt x="449" y="1227"/>
                  </a:lnTo>
                  <a:lnTo>
                    <a:pt x="463" y="1261"/>
                  </a:lnTo>
                  <a:lnTo>
                    <a:pt x="489" y="1287"/>
                  </a:lnTo>
                  <a:lnTo>
                    <a:pt x="524" y="1302"/>
                  </a:lnTo>
                  <a:lnTo>
                    <a:pt x="544" y="1303"/>
                  </a:lnTo>
                  <a:lnTo>
                    <a:pt x="551" y="1303"/>
                  </a:lnTo>
                  <a:lnTo>
                    <a:pt x="570" y="1302"/>
                  </a:lnTo>
                  <a:lnTo>
                    <a:pt x="604" y="1287"/>
                  </a:lnTo>
                  <a:lnTo>
                    <a:pt x="630" y="1261"/>
                  </a:lnTo>
                  <a:lnTo>
                    <a:pt x="645" y="1227"/>
                  </a:lnTo>
                  <a:lnTo>
                    <a:pt x="646" y="1208"/>
                  </a:lnTo>
                  <a:lnTo>
                    <a:pt x="646" y="435"/>
                  </a:lnTo>
                  <a:lnTo>
                    <a:pt x="695" y="585"/>
                  </a:lnTo>
                  <a:lnTo>
                    <a:pt x="700" y="595"/>
                  </a:lnTo>
                  <a:lnTo>
                    <a:pt x="713" y="613"/>
                  </a:lnTo>
                  <a:lnTo>
                    <a:pt x="731" y="627"/>
                  </a:lnTo>
                  <a:lnTo>
                    <a:pt x="753" y="634"/>
                  </a:lnTo>
                  <a:lnTo>
                    <a:pt x="763" y="634"/>
                  </a:lnTo>
                  <a:lnTo>
                    <a:pt x="806" y="634"/>
                  </a:lnTo>
                  <a:lnTo>
                    <a:pt x="819" y="634"/>
                  </a:lnTo>
                  <a:lnTo>
                    <a:pt x="838" y="624"/>
                  </a:lnTo>
                  <a:lnTo>
                    <a:pt x="845" y="617"/>
                  </a:lnTo>
                  <a:lnTo>
                    <a:pt x="851" y="607"/>
                  </a:lnTo>
                  <a:lnTo>
                    <a:pt x="854" y="585"/>
                  </a:lnTo>
                  <a:lnTo>
                    <a:pt x="851" y="5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9E50B27-D02B-3526-86CD-265003F4FBD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08084" y="2162086"/>
            <a:ext cx="319185" cy="718732"/>
            <a:chOff x="4426" y="2133"/>
            <a:chExt cx="282" cy="635"/>
          </a:xfrm>
          <a:solidFill>
            <a:srgbClr val="239B82"/>
          </a:solidFill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F160DC4-1566-E1C6-F9DB-D19E39C6B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3" y="2133"/>
              <a:ext cx="126" cy="126"/>
            </a:xfrm>
            <a:custGeom>
              <a:avLst/>
              <a:gdLst>
                <a:gd name="T0" fmla="*/ 189 w 377"/>
                <a:gd name="T1" fmla="*/ 377 h 377"/>
                <a:gd name="T2" fmla="*/ 207 w 377"/>
                <a:gd name="T3" fmla="*/ 376 h 377"/>
                <a:gd name="T4" fmla="*/ 245 w 377"/>
                <a:gd name="T5" fmla="*/ 369 h 377"/>
                <a:gd name="T6" fmla="*/ 278 w 377"/>
                <a:gd name="T7" fmla="*/ 354 h 377"/>
                <a:gd name="T8" fmla="*/ 308 w 377"/>
                <a:gd name="T9" fmla="*/ 334 h 377"/>
                <a:gd name="T10" fmla="*/ 334 w 377"/>
                <a:gd name="T11" fmla="*/ 308 h 377"/>
                <a:gd name="T12" fmla="*/ 354 w 377"/>
                <a:gd name="T13" fmla="*/ 278 h 377"/>
                <a:gd name="T14" fmla="*/ 368 w 377"/>
                <a:gd name="T15" fmla="*/ 245 h 377"/>
                <a:gd name="T16" fmla="*/ 376 w 377"/>
                <a:gd name="T17" fmla="*/ 207 h 377"/>
                <a:gd name="T18" fmla="*/ 377 w 377"/>
                <a:gd name="T19" fmla="*/ 189 h 377"/>
                <a:gd name="T20" fmla="*/ 376 w 377"/>
                <a:gd name="T21" fmla="*/ 168 h 377"/>
                <a:gd name="T22" fmla="*/ 368 w 377"/>
                <a:gd name="T23" fmla="*/ 132 h 377"/>
                <a:gd name="T24" fmla="*/ 354 w 377"/>
                <a:gd name="T25" fmla="*/ 98 h 377"/>
                <a:gd name="T26" fmla="*/ 334 w 377"/>
                <a:gd name="T27" fmla="*/ 68 h 377"/>
                <a:gd name="T28" fmla="*/ 308 w 377"/>
                <a:gd name="T29" fmla="*/ 42 h 377"/>
                <a:gd name="T30" fmla="*/ 278 w 377"/>
                <a:gd name="T31" fmla="*/ 21 h 377"/>
                <a:gd name="T32" fmla="*/ 245 w 377"/>
                <a:gd name="T33" fmla="*/ 7 h 377"/>
                <a:gd name="T34" fmla="*/ 207 w 377"/>
                <a:gd name="T35" fmla="*/ 0 h 377"/>
                <a:gd name="T36" fmla="*/ 189 w 377"/>
                <a:gd name="T37" fmla="*/ 0 h 377"/>
                <a:gd name="T38" fmla="*/ 169 w 377"/>
                <a:gd name="T39" fmla="*/ 0 h 377"/>
                <a:gd name="T40" fmla="*/ 133 w 377"/>
                <a:gd name="T41" fmla="*/ 7 h 377"/>
                <a:gd name="T42" fmla="*/ 98 w 377"/>
                <a:gd name="T43" fmla="*/ 21 h 377"/>
                <a:gd name="T44" fmla="*/ 68 w 377"/>
                <a:gd name="T45" fmla="*/ 42 h 377"/>
                <a:gd name="T46" fmla="*/ 42 w 377"/>
                <a:gd name="T47" fmla="*/ 68 h 377"/>
                <a:gd name="T48" fmla="*/ 22 w 377"/>
                <a:gd name="T49" fmla="*/ 98 h 377"/>
                <a:gd name="T50" fmla="*/ 8 w 377"/>
                <a:gd name="T51" fmla="*/ 132 h 377"/>
                <a:gd name="T52" fmla="*/ 0 w 377"/>
                <a:gd name="T53" fmla="*/ 168 h 377"/>
                <a:gd name="T54" fmla="*/ 0 w 377"/>
                <a:gd name="T55" fmla="*/ 189 h 377"/>
                <a:gd name="T56" fmla="*/ 0 w 377"/>
                <a:gd name="T57" fmla="*/ 207 h 377"/>
                <a:gd name="T58" fmla="*/ 8 w 377"/>
                <a:gd name="T59" fmla="*/ 245 h 377"/>
                <a:gd name="T60" fmla="*/ 22 w 377"/>
                <a:gd name="T61" fmla="*/ 278 h 377"/>
                <a:gd name="T62" fmla="*/ 42 w 377"/>
                <a:gd name="T63" fmla="*/ 308 h 377"/>
                <a:gd name="T64" fmla="*/ 68 w 377"/>
                <a:gd name="T65" fmla="*/ 334 h 377"/>
                <a:gd name="T66" fmla="*/ 98 w 377"/>
                <a:gd name="T67" fmla="*/ 354 h 377"/>
                <a:gd name="T68" fmla="*/ 133 w 377"/>
                <a:gd name="T69" fmla="*/ 369 h 377"/>
                <a:gd name="T70" fmla="*/ 169 w 377"/>
                <a:gd name="T71" fmla="*/ 376 h 377"/>
                <a:gd name="T72" fmla="*/ 189 w 377"/>
                <a:gd name="T73" fmla="*/ 377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77" h="377">
                  <a:moveTo>
                    <a:pt x="189" y="377"/>
                  </a:moveTo>
                  <a:lnTo>
                    <a:pt x="207" y="376"/>
                  </a:lnTo>
                  <a:lnTo>
                    <a:pt x="245" y="369"/>
                  </a:lnTo>
                  <a:lnTo>
                    <a:pt x="278" y="354"/>
                  </a:lnTo>
                  <a:lnTo>
                    <a:pt x="308" y="334"/>
                  </a:lnTo>
                  <a:lnTo>
                    <a:pt x="334" y="308"/>
                  </a:lnTo>
                  <a:lnTo>
                    <a:pt x="354" y="278"/>
                  </a:lnTo>
                  <a:lnTo>
                    <a:pt x="368" y="245"/>
                  </a:lnTo>
                  <a:lnTo>
                    <a:pt x="376" y="207"/>
                  </a:lnTo>
                  <a:lnTo>
                    <a:pt x="377" y="189"/>
                  </a:lnTo>
                  <a:lnTo>
                    <a:pt x="376" y="168"/>
                  </a:lnTo>
                  <a:lnTo>
                    <a:pt x="368" y="132"/>
                  </a:lnTo>
                  <a:lnTo>
                    <a:pt x="354" y="98"/>
                  </a:lnTo>
                  <a:lnTo>
                    <a:pt x="334" y="68"/>
                  </a:lnTo>
                  <a:lnTo>
                    <a:pt x="308" y="42"/>
                  </a:lnTo>
                  <a:lnTo>
                    <a:pt x="278" y="21"/>
                  </a:lnTo>
                  <a:lnTo>
                    <a:pt x="245" y="7"/>
                  </a:lnTo>
                  <a:lnTo>
                    <a:pt x="207" y="0"/>
                  </a:lnTo>
                  <a:lnTo>
                    <a:pt x="189" y="0"/>
                  </a:lnTo>
                  <a:lnTo>
                    <a:pt x="169" y="0"/>
                  </a:lnTo>
                  <a:lnTo>
                    <a:pt x="133" y="7"/>
                  </a:lnTo>
                  <a:lnTo>
                    <a:pt x="98" y="21"/>
                  </a:lnTo>
                  <a:lnTo>
                    <a:pt x="68" y="42"/>
                  </a:lnTo>
                  <a:lnTo>
                    <a:pt x="42" y="68"/>
                  </a:lnTo>
                  <a:lnTo>
                    <a:pt x="22" y="98"/>
                  </a:lnTo>
                  <a:lnTo>
                    <a:pt x="8" y="132"/>
                  </a:lnTo>
                  <a:lnTo>
                    <a:pt x="0" y="168"/>
                  </a:lnTo>
                  <a:lnTo>
                    <a:pt x="0" y="189"/>
                  </a:lnTo>
                  <a:lnTo>
                    <a:pt x="0" y="207"/>
                  </a:lnTo>
                  <a:lnTo>
                    <a:pt x="8" y="245"/>
                  </a:lnTo>
                  <a:lnTo>
                    <a:pt x="22" y="278"/>
                  </a:lnTo>
                  <a:lnTo>
                    <a:pt x="42" y="308"/>
                  </a:lnTo>
                  <a:lnTo>
                    <a:pt x="68" y="334"/>
                  </a:lnTo>
                  <a:lnTo>
                    <a:pt x="98" y="354"/>
                  </a:lnTo>
                  <a:lnTo>
                    <a:pt x="133" y="369"/>
                  </a:lnTo>
                  <a:lnTo>
                    <a:pt x="169" y="376"/>
                  </a:lnTo>
                  <a:lnTo>
                    <a:pt x="189" y="3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6E57E35-6A8E-2413-5A92-084A2B6A4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6" y="2278"/>
              <a:ext cx="282" cy="490"/>
            </a:xfrm>
            <a:custGeom>
              <a:avLst/>
              <a:gdLst>
                <a:gd name="T0" fmla="*/ 674 w 845"/>
                <a:gd name="T1" fmla="*/ 50 h 1471"/>
                <a:gd name="T2" fmla="*/ 657 w 845"/>
                <a:gd name="T3" fmla="*/ 21 h 1471"/>
                <a:gd name="T4" fmla="*/ 617 w 845"/>
                <a:gd name="T5" fmla="*/ 1 h 1471"/>
                <a:gd name="T6" fmla="*/ 565 w 845"/>
                <a:gd name="T7" fmla="*/ 0 h 1471"/>
                <a:gd name="T8" fmla="*/ 563 w 845"/>
                <a:gd name="T9" fmla="*/ 0 h 1471"/>
                <a:gd name="T10" fmla="*/ 562 w 845"/>
                <a:gd name="T11" fmla="*/ 0 h 1471"/>
                <a:gd name="T12" fmla="*/ 276 w 845"/>
                <a:gd name="T13" fmla="*/ 0 h 1471"/>
                <a:gd name="T14" fmla="*/ 273 w 845"/>
                <a:gd name="T15" fmla="*/ 0 h 1471"/>
                <a:gd name="T16" fmla="*/ 239 w 845"/>
                <a:gd name="T17" fmla="*/ 0 h 1471"/>
                <a:gd name="T18" fmla="*/ 207 w 845"/>
                <a:gd name="T19" fmla="*/ 8 h 1471"/>
                <a:gd name="T20" fmla="*/ 175 w 845"/>
                <a:gd name="T21" fmla="*/ 40 h 1471"/>
                <a:gd name="T22" fmla="*/ 3 w 845"/>
                <a:gd name="T23" fmla="*/ 573 h 1471"/>
                <a:gd name="T24" fmla="*/ 3 w 845"/>
                <a:gd name="T25" fmla="*/ 606 h 1471"/>
                <a:gd name="T26" fmla="*/ 16 w 845"/>
                <a:gd name="T27" fmla="*/ 624 h 1471"/>
                <a:gd name="T28" fmla="*/ 47 w 845"/>
                <a:gd name="T29" fmla="*/ 634 h 1471"/>
                <a:gd name="T30" fmla="*/ 85 w 845"/>
                <a:gd name="T31" fmla="*/ 634 h 1471"/>
                <a:gd name="T32" fmla="*/ 125 w 845"/>
                <a:gd name="T33" fmla="*/ 612 h 1471"/>
                <a:gd name="T34" fmla="*/ 142 w 845"/>
                <a:gd name="T35" fmla="*/ 585 h 1471"/>
                <a:gd name="T36" fmla="*/ 220 w 845"/>
                <a:gd name="T37" fmla="*/ 477 h 1471"/>
                <a:gd name="T38" fmla="*/ 188 w 845"/>
                <a:gd name="T39" fmla="*/ 507 h 1471"/>
                <a:gd name="T40" fmla="*/ 57 w 845"/>
                <a:gd name="T41" fmla="*/ 742 h 1471"/>
                <a:gd name="T42" fmla="*/ 59 w 845"/>
                <a:gd name="T43" fmla="*/ 775 h 1471"/>
                <a:gd name="T44" fmla="*/ 80 w 845"/>
                <a:gd name="T45" fmla="*/ 799 h 1471"/>
                <a:gd name="T46" fmla="*/ 231 w 845"/>
                <a:gd name="T47" fmla="*/ 837 h 1471"/>
                <a:gd name="T48" fmla="*/ 231 w 845"/>
                <a:gd name="T49" fmla="*/ 1410 h 1471"/>
                <a:gd name="T50" fmla="*/ 264 w 845"/>
                <a:gd name="T51" fmla="*/ 1458 h 1471"/>
                <a:gd name="T52" fmla="*/ 308 w 845"/>
                <a:gd name="T53" fmla="*/ 1471 h 1471"/>
                <a:gd name="T54" fmla="*/ 342 w 845"/>
                <a:gd name="T55" fmla="*/ 1471 h 1471"/>
                <a:gd name="T56" fmla="*/ 390 w 845"/>
                <a:gd name="T57" fmla="*/ 1438 h 1471"/>
                <a:gd name="T58" fmla="*/ 402 w 845"/>
                <a:gd name="T59" fmla="*/ 1395 h 1471"/>
                <a:gd name="T60" fmla="*/ 413 w 845"/>
                <a:gd name="T61" fmla="*/ 879 h 1471"/>
                <a:gd name="T62" fmla="*/ 437 w 845"/>
                <a:gd name="T63" fmla="*/ 879 h 1471"/>
                <a:gd name="T64" fmla="*/ 448 w 845"/>
                <a:gd name="T65" fmla="*/ 1395 h 1471"/>
                <a:gd name="T66" fmla="*/ 461 w 845"/>
                <a:gd name="T67" fmla="*/ 1438 h 1471"/>
                <a:gd name="T68" fmla="*/ 510 w 845"/>
                <a:gd name="T69" fmla="*/ 1471 h 1471"/>
                <a:gd name="T70" fmla="*/ 545 w 845"/>
                <a:gd name="T71" fmla="*/ 1471 h 1471"/>
                <a:gd name="T72" fmla="*/ 588 w 845"/>
                <a:gd name="T73" fmla="*/ 1458 h 1471"/>
                <a:gd name="T74" fmla="*/ 620 w 845"/>
                <a:gd name="T75" fmla="*/ 1410 h 1471"/>
                <a:gd name="T76" fmla="*/ 621 w 845"/>
                <a:gd name="T77" fmla="*/ 835 h 1471"/>
                <a:gd name="T78" fmla="*/ 758 w 845"/>
                <a:gd name="T79" fmla="*/ 799 h 1471"/>
                <a:gd name="T80" fmla="*/ 781 w 845"/>
                <a:gd name="T81" fmla="*/ 775 h 1471"/>
                <a:gd name="T82" fmla="*/ 782 w 845"/>
                <a:gd name="T83" fmla="*/ 742 h 1471"/>
                <a:gd name="T84" fmla="*/ 650 w 845"/>
                <a:gd name="T85" fmla="*/ 507 h 1471"/>
                <a:gd name="T86" fmla="*/ 620 w 845"/>
                <a:gd name="T87" fmla="*/ 477 h 1471"/>
                <a:gd name="T88" fmla="*/ 701 w 845"/>
                <a:gd name="T89" fmla="*/ 585 h 1471"/>
                <a:gd name="T90" fmla="*/ 720 w 845"/>
                <a:gd name="T91" fmla="*/ 614 h 1471"/>
                <a:gd name="T92" fmla="*/ 760 w 845"/>
                <a:gd name="T93" fmla="*/ 634 h 1471"/>
                <a:gd name="T94" fmla="*/ 798 w 845"/>
                <a:gd name="T95" fmla="*/ 634 h 1471"/>
                <a:gd name="T96" fmla="*/ 829 w 845"/>
                <a:gd name="T97" fmla="*/ 624 h 1471"/>
                <a:gd name="T98" fmla="*/ 842 w 845"/>
                <a:gd name="T99" fmla="*/ 606 h 1471"/>
                <a:gd name="T100" fmla="*/ 842 w 845"/>
                <a:gd name="T101" fmla="*/ 573 h 1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45" h="1471">
                  <a:moveTo>
                    <a:pt x="842" y="573"/>
                  </a:moveTo>
                  <a:lnTo>
                    <a:pt x="674" y="50"/>
                  </a:lnTo>
                  <a:lnTo>
                    <a:pt x="670" y="40"/>
                  </a:lnTo>
                  <a:lnTo>
                    <a:pt x="657" y="21"/>
                  </a:lnTo>
                  <a:lnTo>
                    <a:pt x="638" y="8"/>
                  </a:lnTo>
                  <a:lnTo>
                    <a:pt x="617" y="1"/>
                  </a:lnTo>
                  <a:lnTo>
                    <a:pt x="605" y="0"/>
                  </a:lnTo>
                  <a:lnTo>
                    <a:pt x="565" y="0"/>
                  </a:lnTo>
                  <a:lnTo>
                    <a:pt x="563" y="0"/>
                  </a:lnTo>
                  <a:lnTo>
                    <a:pt x="563" y="0"/>
                  </a:lnTo>
                  <a:lnTo>
                    <a:pt x="562" y="0"/>
                  </a:lnTo>
                  <a:lnTo>
                    <a:pt x="562" y="0"/>
                  </a:lnTo>
                  <a:lnTo>
                    <a:pt x="277" y="0"/>
                  </a:lnTo>
                  <a:lnTo>
                    <a:pt x="276" y="0"/>
                  </a:lnTo>
                  <a:lnTo>
                    <a:pt x="275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39" y="0"/>
                  </a:lnTo>
                  <a:lnTo>
                    <a:pt x="229" y="1"/>
                  </a:lnTo>
                  <a:lnTo>
                    <a:pt x="207" y="8"/>
                  </a:lnTo>
                  <a:lnTo>
                    <a:pt x="188" y="21"/>
                  </a:lnTo>
                  <a:lnTo>
                    <a:pt x="175" y="40"/>
                  </a:lnTo>
                  <a:lnTo>
                    <a:pt x="171" y="50"/>
                  </a:lnTo>
                  <a:lnTo>
                    <a:pt x="3" y="573"/>
                  </a:lnTo>
                  <a:lnTo>
                    <a:pt x="0" y="585"/>
                  </a:lnTo>
                  <a:lnTo>
                    <a:pt x="3" y="606"/>
                  </a:lnTo>
                  <a:lnTo>
                    <a:pt x="9" y="615"/>
                  </a:lnTo>
                  <a:lnTo>
                    <a:pt x="16" y="624"/>
                  </a:lnTo>
                  <a:lnTo>
                    <a:pt x="36" y="634"/>
                  </a:lnTo>
                  <a:lnTo>
                    <a:pt x="47" y="634"/>
                  </a:lnTo>
                  <a:lnTo>
                    <a:pt x="73" y="634"/>
                  </a:lnTo>
                  <a:lnTo>
                    <a:pt x="85" y="634"/>
                  </a:lnTo>
                  <a:lnTo>
                    <a:pt x="106" y="626"/>
                  </a:lnTo>
                  <a:lnTo>
                    <a:pt x="125" y="612"/>
                  </a:lnTo>
                  <a:lnTo>
                    <a:pt x="138" y="595"/>
                  </a:lnTo>
                  <a:lnTo>
                    <a:pt x="142" y="585"/>
                  </a:lnTo>
                  <a:lnTo>
                    <a:pt x="220" y="351"/>
                  </a:lnTo>
                  <a:lnTo>
                    <a:pt x="220" y="477"/>
                  </a:lnTo>
                  <a:lnTo>
                    <a:pt x="201" y="490"/>
                  </a:lnTo>
                  <a:lnTo>
                    <a:pt x="188" y="507"/>
                  </a:lnTo>
                  <a:lnTo>
                    <a:pt x="62" y="732"/>
                  </a:lnTo>
                  <a:lnTo>
                    <a:pt x="57" y="742"/>
                  </a:lnTo>
                  <a:lnTo>
                    <a:pt x="55" y="765"/>
                  </a:lnTo>
                  <a:lnTo>
                    <a:pt x="59" y="775"/>
                  </a:lnTo>
                  <a:lnTo>
                    <a:pt x="63" y="785"/>
                  </a:lnTo>
                  <a:lnTo>
                    <a:pt x="80" y="799"/>
                  </a:lnTo>
                  <a:lnTo>
                    <a:pt x="92" y="802"/>
                  </a:lnTo>
                  <a:lnTo>
                    <a:pt x="231" y="837"/>
                  </a:lnTo>
                  <a:lnTo>
                    <a:pt x="231" y="1395"/>
                  </a:lnTo>
                  <a:lnTo>
                    <a:pt x="231" y="1410"/>
                  </a:lnTo>
                  <a:lnTo>
                    <a:pt x="243" y="1438"/>
                  </a:lnTo>
                  <a:lnTo>
                    <a:pt x="264" y="1458"/>
                  </a:lnTo>
                  <a:lnTo>
                    <a:pt x="292" y="1471"/>
                  </a:lnTo>
                  <a:lnTo>
                    <a:pt x="308" y="1471"/>
                  </a:lnTo>
                  <a:lnTo>
                    <a:pt x="326" y="1471"/>
                  </a:lnTo>
                  <a:lnTo>
                    <a:pt x="342" y="1471"/>
                  </a:lnTo>
                  <a:lnTo>
                    <a:pt x="369" y="1458"/>
                  </a:lnTo>
                  <a:lnTo>
                    <a:pt x="390" y="1438"/>
                  </a:lnTo>
                  <a:lnTo>
                    <a:pt x="402" y="1410"/>
                  </a:lnTo>
                  <a:lnTo>
                    <a:pt x="402" y="1395"/>
                  </a:lnTo>
                  <a:lnTo>
                    <a:pt x="402" y="879"/>
                  </a:lnTo>
                  <a:lnTo>
                    <a:pt x="413" y="879"/>
                  </a:lnTo>
                  <a:lnTo>
                    <a:pt x="424" y="880"/>
                  </a:lnTo>
                  <a:lnTo>
                    <a:pt x="437" y="879"/>
                  </a:lnTo>
                  <a:lnTo>
                    <a:pt x="448" y="877"/>
                  </a:lnTo>
                  <a:lnTo>
                    <a:pt x="448" y="1395"/>
                  </a:lnTo>
                  <a:lnTo>
                    <a:pt x="450" y="1410"/>
                  </a:lnTo>
                  <a:lnTo>
                    <a:pt x="461" y="1438"/>
                  </a:lnTo>
                  <a:lnTo>
                    <a:pt x="483" y="1458"/>
                  </a:lnTo>
                  <a:lnTo>
                    <a:pt x="510" y="1471"/>
                  </a:lnTo>
                  <a:lnTo>
                    <a:pt x="526" y="1471"/>
                  </a:lnTo>
                  <a:lnTo>
                    <a:pt x="545" y="1471"/>
                  </a:lnTo>
                  <a:lnTo>
                    <a:pt x="561" y="1471"/>
                  </a:lnTo>
                  <a:lnTo>
                    <a:pt x="588" y="1458"/>
                  </a:lnTo>
                  <a:lnTo>
                    <a:pt x="608" y="1438"/>
                  </a:lnTo>
                  <a:lnTo>
                    <a:pt x="620" y="1410"/>
                  </a:lnTo>
                  <a:lnTo>
                    <a:pt x="621" y="1395"/>
                  </a:lnTo>
                  <a:lnTo>
                    <a:pt x="621" y="835"/>
                  </a:lnTo>
                  <a:lnTo>
                    <a:pt x="746" y="802"/>
                  </a:lnTo>
                  <a:lnTo>
                    <a:pt x="758" y="799"/>
                  </a:lnTo>
                  <a:lnTo>
                    <a:pt x="775" y="785"/>
                  </a:lnTo>
                  <a:lnTo>
                    <a:pt x="781" y="775"/>
                  </a:lnTo>
                  <a:lnTo>
                    <a:pt x="783" y="765"/>
                  </a:lnTo>
                  <a:lnTo>
                    <a:pt x="782" y="742"/>
                  </a:lnTo>
                  <a:lnTo>
                    <a:pt x="776" y="732"/>
                  </a:lnTo>
                  <a:lnTo>
                    <a:pt x="650" y="507"/>
                  </a:lnTo>
                  <a:lnTo>
                    <a:pt x="638" y="490"/>
                  </a:lnTo>
                  <a:lnTo>
                    <a:pt x="620" y="477"/>
                  </a:lnTo>
                  <a:lnTo>
                    <a:pt x="620" y="344"/>
                  </a:lnTo>
                  <a:lnTo>
                    <a:pt x="701" y="585"/>
                  </a:lnTo>
                  <a:lnTo>
                    <a:pt x="706" y="595"/>
                  </a:lnTo>
                  <a:lnTo>
                    <a:pt x="720" y="614"/>
                  </a:lnTo>
                  <a:lnTo>
                    <a:pt x="739" y="626"/>
                  </a:lnTo>
                  <a:lnTo>
                    <a:pt x="760" y="634"/>
                  </a:lnTo>
                  <a:lnTo>
                    <a:pt x="770" y="634"/>
                  </a:lnTo>
                  <a:lnTo>
                    <a:pt x="798" y="634"/>
                  </a:lnTo>
                  <a:lnTo>
                    <a:pt x="809" y="634"/>
                  </a:lnTo>
                  <a:lnTo>
                    <a:pt x="829" y="624"/>
                  </a:lnTo>
                  <a:lnTo>
                    <a:pt x="837" y="615"/>
                  </a:lnTo>
                  <a:lnTo>
                    <a:pt x="842" y="606"/>
                  </a:lnTo>
                  <a:lnTo>
                    <a:pt x="845" y="585"/>
                  </a:lnTo>
                  <a:lnTo>
                    <a:pt x="842" y="5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2" name="Group 4">
            <a:extLst>
              <a:ext uri="{FF2B5EF4-FFF2-40B4-BE49-F238E27FC236}">
                <a16:creationId xmlns:a16="http://schemas.microsoft.com/office/drawing/2014/main" id="{ED87E62E-2EBD-B7F3-99EF-1C93FB7A6E1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41721" y="4558797"/>
            <a:ext cx="350781" cy="724948"/>
            <a:chOff x="3696" y="1863"/>
            <a:chExt cx="285" cy="589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7801EB3C-5531-C41B-6E52-9E79157DF6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1863"/>
              <a:ext cx="139" cy="139"/>
            </a:xfrm>
            <a:custGeom>
              <a:avLst/>
              <a:gdLst>
                <a:gd name="T0" fmla="*/ 208 w 417"/>
                <a:gd name="T1" fmla="*/ 417 h 417"/>
                <a:gd name="T2" fmla="*/ 230 w 417"/>
                <a:gd name="T3" fmla="*/ 415 h 417"/>
                <a:gd name="T4" fmla="*/ 270 w 417"/>
                <a:gd name="T5" fmla="*/ 406 h 417"/>
                <a:gd name="T6" fmla="*/ 307 w 417"/>
                <a:gd name="T7" fmla="*/ 391 h 417"/>
                <a:gd name="T8" fmla="*/ 341 w 417"/>
                <a:gd name="T9" fmla="*/ 369 h 417"/>
                <a:gd name="T10" fmla="*/ 370 w 417"/>
                <a:gd name="T11" fmla="*/ 340 h 417"/>
                <a:gd name="T12" fmla="*/ 391 w 417"/>
                <a:gd name="T13" fmla="*/ 307 h 417"/>
                <a:gd name="T14" fmla="*/ 407 w 417"/>
                <a:gd name="T15" fmla="*/ 270 h 417"/>
                <a:gd name="T16" fmla="*/ 416 w 417"/>
                <a:gd name="T17" fmla="*/ 229 h 417"/>
                <a:gd name="T18" fmla="*/ 417 w 417"/>
                <a:gd name="T19" fmla="*/ 208 h 417"/>
                <a:gd name="T20" fmla="*/ 416 w 417"/>
                <a:gd name="T21" fmla="*/ 186 h 417"/>
                <a:gd name="T22" fmla="*/ 407 w 417"/>
                <a:gd name="T23" fmla="*/ 146 h 417"/>
                <a:gd name="T24" fmla="*/ 391 w 417"/>
                <a:gd name="T25" fmla="*/ 108 h 417"/>
                <a:gd name="T26" fmla="*/ 370 w 417"/>
                <a:gd name="T27" fmla="*/ 75 h 417"/>
                <a:gd name="T28" fmla="*/ 341 w 417"/>
                <a:gd name="T29" fmla="*/ 46 h 417"/>
                <a:gd name="T30" fmla="*/ 307 w 417"/>
                <a:gd name="T31" fmla="*/ 25 h 417"/>
                <a:gd name="T32" fmla="*/ 270 w 417"/>
                <a:gd name="T33" fmla="*/ 9 h 417"/>
                <a:gd name="T34" fmla="*/ 230 w 417"/>
                <a:gd name="T35" fmla="*/ 0 h 417"/>
                <a:gd name="T36" fmla="*/ 208 w 417"/>
                <a:gd name="T37" fmla="*/ 0 h 417"/>
                <a:gd name="T38" fmla="*/ 186 w 417"/>
                <a:gd name="T39" fmla="*/ 0 h 417"/>
                <a:gd name="T40" fmla="*/ 146 w 417"/>
                <a:gd name="T41" fmla="*/ 9 h 417"/>
                <a:gd name="T42" fmla="*/ 108 w 417"/>
                <a:gd name="T43" fmla="*/ 25 h 417"/>
                <a:gd name="T44" fmla="*/ 75 w 417"/>
                <a:gd name="T45" fmla="*/ 46 h 417"/>
                <a:gd name="T46" fmla="*/ 48 w 417"/>
                <a:gd name="T47" fmla="*/ 75 h 417"/>
                <a:gd name="T48" fmla="*/ 25 w 417"/>
                <a:gd name="T49" fmla="*/ 108 h 417"/>
                <a:gd name="T50" fmla="*/ 9 w 417"/>
                <a:gd name="T51" fmla="*/ 146 h 417"/>
                <a:gd name="T52" fmla="*/ 0 w 417"/>
                <a:gd name="T53" fmla="*/ 186 h 417"/>
                <a:gd name="T54" fmla="*/ 0 w 417"/>
                <a:gd name="T55" fmla="*/ 208 h 417"/>
                <a:gd name="T56" fmla="*/ 0 w 417"/>
                <a:gd name="T57" fmla="*/ 229 h 417"/>
                <a:gd name="T58" fmla="*/ 9 w 417"/>
                <a:gd name="T59" fmla="*/ 270 h 417"/>
                <a:gd name="T60" fmla="*/ 25 w 417"/>
                <a:gd name="T61" fmla="*/ 307 h 417"/>
                <a:gd name="T62" fmla="*/ 48 w 417"/>
                <a:gd name="T63" fmla="*/ 340 h 417"/>
                <a:gd name="T64" fmla="*/ 75 w 417"/>
                <a:gd name="T65" fmla="*/ 369 h 417"/>
                <a:gd name="T66" fmla="*/ 108 w 417"/>
                <a:gd name="T67" fmla="*/ 391 h 417"/>
                <a:gd name="T68" fmla="*/ 146 w 417"/>
                <a:gd name="T69" fmla="*/ 406 h 417"/>
                <a:gd name="T70" fmla="*/ 186 w 417"/>
                <a:gd name="T71" fmla="*/ 415 h 417"/>
                <a:gd name="T72" fmla="*/ 208 w 417"/>
                <a:gd name="T73" fmla="*/ 417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17" h="417">
                  <a:moveTo>
                    <a:pt x="208" y="417"/>
                  </a:moveTo>
                  <a:lnTo>
                    <a:pt x="230" y="415"/>
                  </a:lnTo>
                  <a:lnTo>
                    <a:pt x="270" y="406"/>
                  </a:lnTo>
                  <a:lnTo>
                    <a:pt x="307" y="391"/>
                  </a:lnTo>
                  <a:lnTo>
                    <a:pt x="341" y="369"/>
                  </a:lnTo>
                  <a:lnTo>
                    <a:pt x="370" y="340"/>
                  </a:lnTo>
                  <a:lnTo>
                    <a:pt x="391" y="307"/>
                  </a:lnTo>
                  <a:lnTo>
                    <a:pt x="407" y="270"/>
                  </a:lnTo>
                  <a:lnTo>
                    <a:pt x="416" y="229"/>
                  </a:lnTo>
                  <a:lnTo>
                    <a:pt x="417" y="208"/>
                  </a:lnTo>
                  <a:lnTo>
                    <a:pt x="416" y="186"/>
                  </a:lnTo>
                  <a:lnTo>
                    <a:pt x="407" y="146"/>
                  </a:lnTo>
                  <a:lnTo>
                    <a:pt x="391" y="108"/>
                  </a:lnTo>
                  <a:lnTo>
                    <a:pt x="370" y="75"/>
                  </a:lnTo>
                  <a:lnTo>
                    <a:pt x="341" y="46"/>
                  </a:lnTo>
                  <a:lnTo>
                    <a:pt x="307" y="25"/>
                  </a:lnTo>
                  <a:lnTo>
                    <a:pt x="270" y="9"/>
                  </a:lnTo>
                  <a:lnTo>
                    <a:pt x="230" y="0"/>
                  </a:lnTo>
                  <a:lnTo>
                    <a:pt x="208" y="0"/>
                  </a:lnTo>
                  <a:lnTo>
                    <a:pt x="186" y="0"/>
                  </a:lnTo>
                  <a:lnTo>
                    <a:pt x="146" y="9"/>
                  </a:lnTo>
                  <a:lnTo>
                    <a:pt x="108" y="25"/>
                  </a:lnTo>
                  <a:lnTo>
                    <a:pt x="75" y="46"/>
                  </a:lnTo>
                  <a:lnTo>
                    <a:pt x="48" y="75"/>
                  </a:lnTo>
                  <a:lnTo>
                    <a:pt x="25" y="108"/>
                  </a:lnTo>
                  <a:lnTo>
                    <a:pt x="9" y="146"/>
                  </a:lnTo>
                  <a:lnTo>
                    <a:pt x="0" y="186"/>
                  </a:lnTo>
                  <a:lnTo>
                    <a:pt x="0" y="208"/>
                  </a:lnTo>
                  <a:lnTo>
                    <a:pt x="0" y="229"/>
                  </a:lnTo>
                  <a:lnTo>
                    <a:pt x="9" y="270"/>
                  </a:lnTo>
                  <a:lnTo>
                    <a:pt x="25" y="307"/>
                  </a:lnTo>
                  <a:lnTo>
                    <a:pt x="48" y="340"/>
                  </a:lnTo>
                  <a:lnTo>
                    <a:pt x="75" y="369"/>
                  </a:lnTo>
                  <a:lnTo>
                    <a:pt x="108" y="391"/>
                  </a:lnTo>
                  <a:lnTo>
                    <a:pt x="146" y="406"/>
                  </a:lnTo>
                  <a:lnTo>
                    <a:pt x="186" y="415"/>
                  </a:lnTo>
                  <a:lnTo>
                    <a:pt x="208" y="4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9B01D02D-37EA-6142-86C9-45E943C45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2018"/>
              <a:ext cx="285" cy="434"/>
            </a:xfrm>
            <a:custGeom>
              <a:avLst/>
              <a:gdLst>
                <a:gd name="T0" fmla="*/ 682 w 854"/>
                <a:gd name="T1" fmla="*/ 51 h 1303"/>
                <a:gd name="T2" fmla="*/ 665 w 854"/>
                <a:gd name="T3" fmla="*/ 22 h 1303"/>
                <a:gd name="T4" fmla="*/ 625 w 854"/>
                <a:gd name="T5" fmla="*/ 2 h 1303"/>
                <a:gd name="T6" fmla="*/ 239 w 854"/>
                <a:gd name="T7" fmla="*/ 0 h 1303"/>
                <a:gd name="T8" fmla="*/ 208 w 854"/>
                <a:gd name="T9" fmla="*/ 9 h 1303"/>
                <a:gd name="T10" fmla="*/ 176 w 854"/>
                <a:gd name="T11" fmla="*/ 40 h 1303"/>
                <a:gd name="T12" fmla="*/ 3 w 854"/>
                <a:gd name="T13" fmla="*/ 574 h 1303"/>
                <a:gd name="T14" fmla="*/ 3 w 854"/>
                <a:gd name="T15" fmla="*/ 607 h 1303"/>
                <a:gd name="T16" fmla="*/ 16 w 854"/>
                <a:gd name="T17" fmla="*/ 624 h 1303"/>
                <a:gd name="T18" fmla="*/ 48 w 854"/>
                <a:gd name="T19" fmla="*/ 634 h 1303"/>
                <a:gd name="T20" fmla="*/ 102 w 854"/>
                <a:gd name="T21" fmla="*/ 634 h 1303"/>
                <a:gd name="T22" fmla="*/ 141 w 854"/>
                <a:gd name="T23" fmla="*/ 613 h 1303"/>
                <a:gd name="T24" fmla="*/ 160 w 854"/>
                <a:gd name="T25" fmla="*/ 585 h 1303"/>
                <a:gd name="T26" fmla="*/ 208 w 854"/>
                <a:gd name="T27" fmla="*/ 1208 h 1303"/>
                <a:gd name="T28" fmla="*/ 224 w 854"/>
                <a:gd name="T29" fmla="*/ 1261 h 1303"/>
                <a:gd name="T30" fmla="*/ 284 w 854"/>
                <a:gd name="T31" fmla="*/ 1302 h 1303"/>
                <a:gd name="T32" fmla="*/ 310 w 854"/>
                <a:gd name="T33" fmla="*/ 1303 h 1303"/>
                <a:gd name="T34" fmla="*/ 365 w 854"/>
                <a:gd name="T35" fmla="*/ 1287 h 1303"/>
                <a:gd name="T36" fmla="*/ 405 w 854"/>
                <a:gd name="T37" fmla="*/ 1227 h 1303"/>
                <a:gd name="T38" fmla="*/ 407 w 854"/>
                <a:gd name="T39" fmla="*/ 705 h 1303"/>
                <a:gd name="T40" fmla="*/ 447 w 854"/>
                <a:gd name="T41" fmla="*/ 1208 h 1303"/>
                <a:gd name="T42" fmla="*/ 463 w 854"/>
                <a:gd name="T43" fmla="*/ 1261 h 1303"/>
                <a:gd name="T44" fmla="*/ 524 w 854"/>
                <a:gd name="T45" fmla="*/ 1302 h 1303"/>
                <a:gd name="T46" fmla="*/ 551 w 854"/>
                <a:gd name="T47" fmla="*/ 1303 h 1303"/>
                <a:gd name="T48" fmla="*/ 604 w 854"/>
                <a:gd name="T49" fmla="*/ 1287 h 1303"/>
                <a:gd name="T50" fmla="*/ 645 w 854"/>
                <a:gd name="T51" fmla="*/ 1227 h 1303"/>
                <a:gd name="T52" fmla="*/ 646 w 854"/>
                <a:gd name="T53" fmla="*/ 435 h 1303"/>
                <a:gd name="T54" fmla="*/ 700 w 854"/>
                <a:gd name="T55" fmla="*/ 595 h 1303"/>
                <a:gd name="T56" fmla="*/ 731 w 854"/>
                <a:gd name="T57" fmla="*/ 627 h 1303"/>
                <a:gd name="T58" fmla="*/ 763 w 854"/>
                <a:gd name="T59" fmla="*/ 634 h 1303"/>
                <a:gd name="T60" fmla="*/ 819 w 854"/>
                <a:gd name="T61" fmla="*/ 634 h 1303"/>
                <a:gd name="T62" fmla="*/ 845 w 854"/>
                <a:gd name="T63" fmla="*/ 617 h 1303"/>
                <a:gd name="T64" fmla="*/ 854 w 854"/>
                <a:gd name="T65" fmla="*/ 585 h 1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54" h="1303">
                  <a:moveTo>
                    <a:pt x="851" y="574"/>
                  </a:moveTo>
                  <a:lnTo>
                    <a:pt x="682" y="51"/>
                  </a:lnTo>
                  <a:lnTo>
                    <a:pt x="679" y="40"/>
                  </a:lnTo>
                  <a:lnTo>
                    <a:pt x="665" y="22"/>
                  </a:lnTo>
                  <a:lnTo>
                    <a:pt x="646" y="9"/>
                  </a:lnTo>
                  <a:lnTo>
                    <a:pt x="625" y="2"/>
                  </a:lnTo>
                  <a:lnTo>
                    <a:pt x="614" y="0"/>
                  </a:lnTo>
                  <a:lnTo>
                    <a:pt x="239" y="0"/>
                  </a:lnTo>
                  <a:lnTo>
                    <a:pt x="229" y="2"/>
                  </a:lnTo>
                  <a:lnTo>
                    <a:pt x="208" y="9"/>
                  </a:lnTo>
                  <a:lnTo>
                    <a:pt x="189" y="22"/>
                  </a:lnTo>
                  <a:lnTo>
                    <a:pt x="176" y="40"/>
                  </a:lnTo>
                  <a:lnTo>
                    <a:pt x="172" y="51"/>
                  </a:lnTo>
                  <a:lnTo>
                    <a:pt x="3" y="574"/>
                  </a:lnTo>
                  <a:lnTo>
                    <a:pt x="0" y="585"/>
                  </a:lnTo>
                  <a:lnTo>
                    <a:pt x="3" y="607"/>
                  </a:lnTo>
                  <a:lnTo>
                    <a:pt x="9" y="617"/>
                  </a:lnTo>
                  <a:lnTo>
                    <a:pt x="16" y="624"/>
                  </a:lnTo>
                  <a:lnTo>
                    <a:pt x="36" y="634"/>
                  </a:lnTo>
                  <a:lnTo>
                    <a:pt x="48" y="634"/>
                  </a:lnTo>
                  <a:lnTo>
                    <a:pt x="91" y="634"/>
                  </a:lnTo>
                  <a:lnTo>
                    <a:pt x="102" y="634"/>
                  </a:lnTo>
                  <a:lnTo>
                    <a:pt x="123" y="627"/>
                  </a:lnTo>
                  <a:lnTo>
                    <a:pt x="141" y="613"/>
                  </a:lnTo>
                  <a:lnTo>
                    <a:pt x="156" y="595"/>
                  </a:lnTo>
                  <a:lnTo>
                    <a:pt x="160" y="585"/>
                  </a:lnTo>
                  <a:lnTo>
                    <a:pt x="208" y="437"/>
                  </a:lnTo>
                  <a:lnTo>
                    <a:pt x="208" y="1208"/>
                  </a:lnTo>
                  <a:lnTo>
                    <a:pt x="209" y="1227"/>
                  </a:lnTo>
                  <a:lnTo>
                    <a:pt x="224" y="1261"/>
                  </a:lnTo>
                  <a:lnTo>
                    <a:pt x="250" y="1287"/>
                  </a:lnTo>
                  <a:lnTo>
                    <a:pt x="284" y="1302"/>
                  </a:lnTo>
                  <a:lnTo>
                    <a:pt x="304" y="1303"/>
                  </a:lnTo>
                  <a:lnTo>
                    <a:pt x="310" y="1303"/>
                  </a:lnTo>
                  <a:lnTo>
                    <a:pt x="330" y="1302"/>
                  </a:lnTo>
                  <a:lnTo>
                    <a:pt x="365" y="1287"/>
                  </a:lnTo>
                  <a:lnTo>
                    <a:pt x="391" y="1261"/>
                  </a:lnTo>
                  <a:lnTo>
                    <a:pt x="405" y="1227"/>
                  </a:lnTo>
                  <a:lnTo>
                    <a:pt x="407" y="1208"/>
                  </a:lnTo>
                  <a:lnTo>
                    <a:pt x="407" y="705"/>
                  </a:lnTo>
                  <a:lnTo>
                    <a:pt x="447" y="705"/>
                  </a:lnTo>
                  <a:lnTo>
                    <a:pt x="447" y="1208"/>
                  </a:lnTo>
                  <a:lnTo>
                    <a:pt x="449" y="1227"/>
                  </a:lnTo>
                  <a:lnTo>
                    <a:pt x="463" y="1261"/>
                  </a:lnTo>
                  <a:lnTo>
                    <a:pt x="489" y="1287"/>
                  </a:lnTo>
                  <a:lnTo>
                    <a:pt x="524" y="1302"/>
                  </a:lnTo>
                  <a:lnTo>
                    <a:pt x="544" y="1303"/>
                  </a:lnTo>
                  <a:lnTo>
                    <a:pt x="551" y="1303"/>
                  </a:lnTo>
                  <a:lnTo>
                    <a:pt x="570" y="1302"/>
                  </a:lnTo>
                  <a:lnTo>
                    <a:pt x="604" y="1287"/>
                  </a:lnTo>
                  <a:lnTo>
                    <a:pt x="630" y="1261"/>
                  </a:lnTo>
                  <a:lnTo>
                    <a:pt x="645" y="1227"/>
                  </a:lnTo>
                  <a:lnTo>
                    <a:pt x="646" y="1208"/>
                  </a:lnTo>
                  <a:lnTo>
                    <a:pt x="646" y="435"/>
                  </a:lnTo>
                  <a:lnTo>
                    <a:pt x="695" y="585"/>
                  </a:lnTo>
                  <a:lnTo>
                    <a:pt x="700" y="595"/>
                  </a:lnTo>
                  <a:lnTo>
                    <a:pt x="713" y="613"/>
                  </a:lnTo>
                  <a:lnTo>
                    <a:pt x="731" y="627"/>
                  </a:lnTo>
                  <a:lnTo>
                    <a:pt x="753" y="634"/>
                  </a:lnTo>
                  <a:lnTo>
                    <a:pt x="763" y="634"/>
                  </a:lnTo>
                  <a:lnTo>
                    <a:pt x="806" y="634"/>
                  </a:lnTo>
                  <a:lnTo>
                    <a:pt x="819" y="634"/>
                  </a:lnTo>
                  <a:lnTo>
                    <a:pt x="838" y="624"/>
                  </a:lnTo>
                  <a:lnTo>
                    <a:pt x="845" y="617"/>
                  </a:lnTo>
                  <a:lnTo>
                    <a:pt x="851" y="607"/>
                  </a:lnTo>
                  <a:lnTo>
                    <a:pt x="854" y="585"/>
                  </a:lnTo>
                  <a:lnTo>
                    <a:pt x="851" y="5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5" name="Group 4">
            <a:extLst>
              <a:ext uri="{FF2B5EF4-FFF2-40B4-BE49-F238E27FC236}">
                <a16:creationId xmlns:a16="http://schemas.microsoft.com/office/drawing/2014/main" id="{B6F45459-DFBA-0540-44B6-1A92778E5DE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710344" y="4558797"/>
            <a:ext cx="350781" cy="724948"/>
            <a:chOff x="3696" y="1863"/>
            <a:chExt cx="285" cy="589"/>
          </a:xfrm>
          <a:solidFill>
            <a:schemeClr val="bg1">
              <a:lumMod val="85000"/>
            </a:schemeClr>
          </a:soli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D355D4E6-0115-ECF5-CF87-9B609F865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1863"/>
              <a:ext cx="139" cy="139"/>
            </a:xfrm>
            <a:custGeom>
              <a:avLst/>
              <a:gdLst>
                <a:gd name="T0" fmla="*/ 208 w 417"/>
                <a:gd name="T1" fmla="*/ 417 h 417"/>
                <a:gd name="T2" fmla="*/ 230 w 417"/>
                <a:gd name="T3" fmla="*/ 415 h 417"/>
                <a:gd name="T4" fmla="*/ 270 w 417"/>
                <a:gd name="T5" fmla="*/ 406 h 417"/>
                <a:gd name="T6" fmla="*/ 307 w 417"/>
                <a:gd name="T7" fmla="*/ 391 h 417"/>
                <a:gd name="T8" fmla="*/ 341 w 417"/>
                <a:gd name="T9" fmla="*/ 369 h 417"/>
                <a:gd name="T10" fmla="*/ 370 w 417"/>
                <a:gd name="T11" fmla="*/ 340 h 417"/>
                <a:gd name="T12" fmla="*/ 391 w 417"/>
                <a:gd name="T13" fmla="*/ 307 h 417"/>
                <a:gd name="T14" fmla="*/ 407 w 417"/>
                <a:gd name="T15" fmla="*/ 270 h 417"/>
                <a:gd name="T16" fmla="*/ 416 w 417"/>
                <a:gd name="T17" fmla="*/ 229 h 417"/>
                <a:gd name="T18" fmla="*/ 417 w 417"/>
                <a:gd name="T19" fmla="*/ 208 h 417"/>
                <a:gd name="T20" fmla="*/ 416 w 417"/>
                <a:gd name="T21" fmla="*/ 186 h 417"/>
                <a:gd name="T22" fmla="*/ 407 w 417"/>
                <a:gd name="T23" fmla="*/ 146 h 417"/>
                <a:gd name="T24" fmla="*/ 391 w 417"/>
                <a:gd name="T25" fmla="*/ 108 h 417"/>
                <a:gd name="T26" fmla="*/ 370 w 417"/>
                <a:gd name="T27" fmla="*/ 75 h 417"/>
                <a:gd name="T28" fmla="*/ 341 w 417"/>
                <a:gd name="T29" fmla="*/ 46 h 417"/>
                <a:gd name="T30" fmla="*/ 307 w 417"/>
                <a:gd name="T31" fmla="*/ 25 h 417"/>
                <a:gd name="T32" fmla="*/ 270 w 417"/>
                <a:gd name="T33" fmla="*/ 9 h 417"/>
                <a:gd name="T34" fmla="*/ 230 w 417"/>
                <a:gd name="T35" fmla="*/ 0 h 417"/>
                <a:gd name="T36" fmla="*/ 208 w 417"/>
                <a:gd name="T37" fmla="*/ 0 h 417"/>
                <a:gd name="T38" fmla="*/ 186 w 417"/>
                <a:gd name="T39" fmla="*/ 0 h 417"/>
                <a:gd name="T40" fmla="*/ 146 w 417"/>
                <a:gd name="T41" fmla="*/ 9 h 417"/>
                <a:gd name="T42" fmla="*/ 108 w 417"/>
                <a:gd name="T43" fmla="*/ 25 h 417"/>
                <a:gd name="T44" fmla="*/ 75 w 417"/>
                <a:gd name="T45" fmla="*/ 46 h 417"/>
                <a:gd name="T46" fmla="*/ 48 w 417"/>
                <a:gd name="T47" fmla="*/ 75 h 417"/>
                <a:gd name="T48" fmla="*/ 25 w 417"/>
                <a:gd name="T49" fmla="*/ 108 h 417"/>
                <a:gd name="T50" fmla="*/ 9 w 417"/>
                <a:gd name="T51" fmla="*/ 146 h 417"/>
                <a:gd name="T52" fmla="*/ 0 w 417"/>
                <a:gd name="T53" fmla="*/ 186 h 417"/>
                <a:gd name="T54" fmla="*/ 0 w 417"/>
                <a:gd name="T55" fmla="*/ 208 h 417"/>
                <a:gd name="T56" fmla="*/ 0 w 417"/>
                <a:gd name="T57" fmla="*/ 229 h 417"/>
                <a:gd name="T58" fmla="*/ 9 w 417"/>
                <a:gd name="T59" fmla="*/ 270 h 417"/>
                <a:gd name="T60" fmla="*/ 25 w 417"/>
                <a:gd name="T61" fmla="*/ 307 h 417"/>
                <a:gd name="T62" fmla="*/ 48 w 417"/>
                <a:gd name="T63" fmla="*/ 340 h 417"/>
                <a:gd name="T64" fmla="*/ 75 w 417"/>
                <a:gd name="T65" fmla="*/ 369 h 417"/>
                <a:gd name="T66" fmla="*/ 108 w 417"/>
                <a:gd name="T67" fmla="*/ 391 h 417"/>
                <a:gd name="T68" fmla="*/ 146 w 417"/>
                <a:gd name="T69" fmla="*/ 406 h 417"/>
                <a:gd name="T70" fmla="*/ 186 w 417"/>
                <a:gd name="T71" fmla="*/ 415 h 417"/>
                <a:gd name="T72" fmla="*/ 208 w 417"/>
                <a:gd name="T73" fmla="*/ 417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17" h="417">
                  <a:moveTo>
                    <a:pt x="208" y="417"/>
                  </a:moveTo>
                  <a:lnTo>
                    <a:pt x="230" y="415"/>
                  </a:lnTo>
                  <a:lnTo>
                    <a:pt x="270" y="406"/>
                  </a:lnTo>
                  <a:lnTo>
                    <a:pt x="307" y="391"/>
                  </a:lnTo>
                  <a:lnTo>
                    <a:pt x="341" y="369"/>
                  </a:lnTo>
                  <a:lnTo>
                    <a:pt x="370" y="340"/>
                  </a:lnTo>
                  <a:lnTo>
                    <a:pt x="391" y="307"/>
                  </a:lnTo>
                  <a:lnTo>
                    <a:pt x="407" y="270"/>
                  </a:lnTo>
                  <a:lnTo>
                    <a:pt x="416" y="229"/>
                  </a:lnTo>
                  <a:lnTo>
                    <a:pt x="417" y="208"/>
                  </a:lnTo>
                  <a:lnTo>
                    <a:pt x="416" y="186"/>
                  </a:lnTo>
                  <a:lnTo>
                    <a:pt x="407" y="146"/>
                  </a:lnTo>
                  <a:lnTo>
                    <a:pt x="391" y="108"/>
                  </a:lnTo>
                  <a:lnTo>
                    <a:pt x="370" y="75"/>
                  </a:lnTo>
                  <a:lnTo>
                    <a:pt x="341" y="46"/>
                  </a:lnTo>
                  <a:lnTo>
                    <a:pt x="307" y="25"/>
                  </a:lnTo>
                  <a:lnTo>
                    <a:pt x="270" y="9"/>
                  </a:lnTo>
                  <a:lnTo>
                    <a:pt x="230" y="0"/>
                  </a:lnTo>
                  <a:lnTo>
                    <a:pt x="208" y="0"/>
                  </a:lnTo>
                  <a:lnTo>
                    <a:pt x="186" y="0"/>
                  </a:lnTo>
                  <a:lnTo>
                    <a:pt x="146" y="9"/>
                  </a:lnTo>
                  <a:lnTo>
                    <a:pt x="108" y="25"/>
                  </a:lnTo>
                  <a:lnTo>
                    <a:pt x="75" y="46"/>
                  </a:lnTo>
                  <a:lnTo>
                    <a:pt x="48" y="75"/>
                  </a:lnTo>
                  <a:lnTo>
                    <a:pt x="25" y="108"/>
                  </a:lnTo>
                  <a:lnTo>
                    <a:pt x="9" y="146"/>
                  </a:lnTo>
                  <a:lnTo>
                    <a:pt x="0" y="186"/>
                  </a:lnTo>
                  <a:lnTo>
                    <a:pt x="0" y="208"/>
                  </a:lnTo>
                  <a:lnTo>
                    <a:pt x="0" y="229"/>
                  </a:lnTo>
                  <a:lnTo>
                    <a:pt x="9" y="270"/>
                  </a:lnTo>
                  <a:lnTo>
                    <a:pt x="25" y="307"/>
                  </a:lnTo>
                  <a:lnTo>
                    <a:pt x="48" y="340"/>
                  </a:lnTo>
                  <a:lnTo>
                    <a:pt x="75" y="369"/>
                  </a:lnTo>
                  <a:lnTo>
                    <a:pt x="108" y="391"/>
                  </a:lnTo>
                  <a:lnTo>
                    <a:pt x="146" y="406"/>
                  </a:lnTo>
                  <a:lnTo>
                    <a:pt x="186" y="415"/>
                  </a:lnTo>
                  <a:lnTo>
                    <a:pt x="208" y="4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EB9242C7-6104-C0F8-7267-9A6F471E8A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2018"/>
              <a:ext cx="285" cy="434"/>
            </a:xfrm>
            <a:custGeom>
              <a:avLst/>
              <a:gdLst>
                <a:gd name="T0" fmla="*/ 682 w 854"/>
                <a:gd name="T1" fmla="*/ 51 h 1303"/>
                <a:gd name="T2" fmla="*/ 665 w 854"/>
                <a:gd name="T3" fmla="*/ 22 h 1303"/>
                <a:gd name="T4" fmla="*/ 625 w 854"/>
                <a:gd name="T5" fmla="*/ 2 h 1303"/>
                <a:gd name="T6" fmla="*/ 239 w 854"/>
                <a:gd name="T7" fmla="*/ 0 h 1303"/>
                <a:gd name="T8" fmla="*/ 208 w 854"/>
                <a:gd name="T9" fmla="*/ 9 h 1303"/>
                <a:gd name="T10" fmla="*/ 176 w 854"/>
                <a:gd name="T11" fmla="*/ 40 h 1303"/>
                <a:gd name="T12" fmla="*/ 3 w 854"/>
                <a:gd name="T13" fmla="*/ 574 h 1303"/>
                <a:gd name="T14" fmla="*/ 3 w 854"/>
                <a:gd name="T15" fmla="*/ 607 h 1303"/>
                <a:gd name="T16" fmla="*/ 16 w 854"/>
                <a:gd name="T17" fmla="*/ 624 h 1303"/>
                <a:gd name="T18" fmla="*/ 48 w 854"/>
                <a:gd name="T19" fmla="*/ 634 h 1303"/>
                <a:gd name="T20" fmla="*/ 102 w 854"/>
                <a:gd name="T21" fmla="*/ 634 h 1303"/>
                <a:gd name="T22" fmla="*/ 141 w 854"/>
                <a:gd name="T23" fmla="*/ 613 h 1303"/>
                <a:gd name="T24" fmla="*/ 160 w 854"/>
                <a:gd name="T25" fmla="*/ 585 h 1303"/>
                <a:gd name="T26" fmla="*/ 208 w 854"/>
                <a:gd name="T27" fmla="*/ 1208 h 1303"/>
                <a:gd name="T28" fmla="*/ 224 w 854"/>
                <a:gd name="T29" fmla="*/ 1261 h 1303"/>
                <a:gd name="T30" fmla="*/ 284 w 854"/>
                <a:gd name="T31" fmla="*/ 1302 h 1303"/>
                <a:gd name="T32" fmla="*/ 310 w 854"/>
                <a:gd name="T33" fmla="*/ 1303 h 1303"/>
                <a:gd name="T34" fmla="*/ 365 w 854"/>
                <a:gd name="T35" fmla="*/ 1287 h 1303"/>
                <a:gd name="T36" fmla="*/ 405 w 854"/>
                <a:gd name="T37" fmla="*/ 1227 h 1303"/>
                <a:gd name="T38" fmla="*/ 407 w 854"/>
                <a:gd name="T39" fmla="*/ 705 h 1303"/>
                <a:gd name="T40" fmla="*/ 447 w 854"/>
                <a:gd name="T41" fmla="*/ 1208 h 1303"/>
                <a:gd name="T42" fmla="*/ 463 w 854"/>
                <a:gd name="T43" fmla="*/ 1261 h 1303"/>
                <a:gd name="T44" fmla="*/ 524 w 854"/>
                <a:gd name="T45" fmla="*/ 1302 h 1303"/>
                <a:gd name="T46" fmla="*/ 551 w 854"/>
                <a:gd name="T47" fmla="*/ 1303 h 1303"/>
                <a:gd name="T48" fmla="*/ 604 w 854"/>
                <a:gd name="T49" fmla="*/ 1287 h 1303"/>
                <a:gd name="T50" fmla="*/ 645 w 854"/>
                <a:gd name="T51" fmla="*/ 1227 h 1303"/>
                <a:gd name="T52" fmla="*/ 646 w 854"/>
                <a:gd name="T53" fmla="*/ 435 h 1303"/>
                <a:gd name="T54" fmla="*/ 700 w 854"/>
                <a:gd name="T55" fmla="*/ 595 h 1303"/>
                <a:gd name="T56" fmla="*/ 731 w 854"/>
                <a:gd name="T57" fmla="*/ 627 h 1303"/>
                <a:gd name="T58" fmla="*/ 763 w 854"/>
                <a:gd name="T59" fmla="*/ 634 h 1303"/>
                <a:gd name="T60" fmla="*/ 819 w 854"/>
                <a:gd name="T61" fmla="*/ 634 h 1303"/>
                <a:gd name="T62" fmla="*/ 845 w 854"/>
                <a:gd name="T63" fmla="*/ 617 h 1303"/>
                <a:gd name="T64" fmla="*/ 854 w 854"/>
                <a:gd name="T65" fmla="*/ 585 h 1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54" h="1303">
                  <a:moveTo>
                    <a:pt x="851" y="574"/>
                  </a:moveTo>
                  <a:lnTo>
                    <a:pt x="682" y="51"/>
                  </a:lnTo>
                  <a:lnTo>
                    <a:pt x="679" y="40"/>
                  </a:lnTo>
                  <a:lnTo>
                    <a:pt x="665" y="22"/>
                  </a:lnTo>
                  <a:lnTo>
                    <a:pt x="646" y="9"/>
                  </a:lnTo>
                  <a:lnTo>
                    <a:pt x="625" y="2"/>
                  </a:lnTo>
                  <a:lnTo>
                    <a:pt x="614" y="0"/>
                  </a:lnTo>
                  <a:lnTo>
                    <a:pt x="239" y="0"/>
                  </a:lnTo>
                  <a:lnTo>
                    <a:pt x="229" y="2"/>
                  </a:lnTo>
                  <a:lnTo>
                    <a:pt x="208" y="9"/>
                  </a:lnTo>
                  <a:lnTo>
                    <a:pt x="189" y="22"/>
                  </a:lnTo>
                  <a:lnTo>
                    <a:pt x="176" y="40"/>
                  </a:lnTo>
                  <a:lnTo>
                    <a:pt x="172" y="51"/>
                  </a:lnTo>
                  <a:lnTo>
                    <a:pt x="3" y="574"/>
                  </a:lnTo>
                  <a:lnTo>
                    <a:pt x="0" y="585"/>
                  </a:lnTo>
                  <a:lnTo>
                    <a:pt x="3" y="607"/>
                  </a:lnTo>
                  <a:lnTo>
                    <a:pt x="9" y="617"/>
                  </a:lnTo>
                  <a:lnTo>
                    <a:pt x="16" y="624"/>
                  </a:lnTo>
                  <a:lnTo>
                    <a:pt x="36" y="634"/>
                  </a:lnTo>
                  <a:lnTo>
                    <a:pt x="48" y="634"/>
                  </a:lnTo>
                  <a:lnTo>
                    <a:pt x="91" y="634"/>
                  </a:lnTo>
                  <a:lnTo>
                    <a:pt x="102" y="634"/>
                  </a:lnTo>
                  <a:lnTo>
                    <a:pt x="123" y="627"/>
                  </a:lnTo>
                  <a:lnTo>
                    <a:pt x="141" y="613"/>
                  </a:lnTo>
                  <a:lnTo>
                    <a:pt x="156" y="595"/>
                  </a:lnTo>
                  <a:lnTo>
                    <a:pt x="160" y="585"/>
                  </a:lnTo>
                  <a:lnTo>
                    <a:pt x="208" y="437"/>
                  </a:lnTo>
                  <a:lnTo>
                    <a:pt x="208" y="1208"/>
                  </a:lnTo>
                  <a:lnTo>
                    <a:pt x="209" y="1227"/>
                  </a:lnTo>
                  <a:lnTo>
                    <a:pt x="224" y="1261"/>
                  </a:lnTo>
                  <a:lnTo>
                    <a:pt x="250" y="1287"/>
                  </a:lnTo>
                  <a:lnTo>
                    <a:pt x="284" y="1302"/>
                  </a:lnTo>
                  <a:lnTo>
                    <a:pt x="304" y="1303"/>
                  </a:lnTo>
                  <a:lnTo>
                    <a:pt x="310" y="1303"/>
                  </a:lnTo>
                  <a:lnTo>
                    <a:pt x="330" y="1302"/>
                  </a:lnTo>
                  <a:lnTo>
                    <a:pt x="365" y="1287"/>
                  </a:lnTo>
                  <a:lnTo>
                    <a:pt x="391" y="1261"/>
                  </a:lnTo>
                  <a:lnTo>
                    <a:pt x="405" y="1227"/>
                  </a:lnTo>
                  <a:lnTo>
                    <a:pt x="407" y="1208"/>
                  </a:lnTo>
                  <a:lnTo>
                    <a:pt x="407" y="705"/>
                  </a:lnTo>
                  <a:lnTo>
                    <a:pt x="447" y="705"/>
                  </a:lnTo>
                  <a:lnTo>
                    <a:pt x="447" y="1208"/>
                  </a:lnTo>
                  <a:lnTo>
                    <a:pt x="449" y="1227"/>
                  </a:lnTo>
                  <a:lnTo>
                    <a:pt x="463" y="1261"/>
                  </a:lnTo>
                  <a:lnTo>
                    <a:pt x="489" y="1287"/>
                  </a:lnTo>
                  <a:lnTo>
                    <a:pt x="524" y="1302"/>
                  </a:lnTo>
                  <a:lnTo>
                    <a:pt x="544" y="1303"/>
                  </a:lnTo>
                  <a:lnTo>
                    <a:pt x="551" y="1303"/>
                  </a:lnTo>
                  <a:lnTo>
                    <a:pt x="570" y="1302"/>
                  </a:lnTo>
                  <a:lnTo>
                    <a:pt x="604" y="1287"/>
                  </a:lnTo>
                  <a:lnTo>
                    <a:pt x="630" y="1261"/>
                  </a:lnTo>
                  <a:lnTo>
                    <a:pt x="645" y="1227"/>
                  </a:lnTo>
                  <a:lnTo>
                    <a:pt x="646" y="1208"/>
                  </a:lnTo>
                  <a:lnTo>
                    <a:pt x="646" y="435"/>
                  </a:lnTo>
                  <a:lnTo>
                    <a:pt x="695" y="585"/>
                  </a:lnTo>
                  <a:lnTo>
                    <a:pt x="700" y="595"/>
                  </a:lnTo>
                  <a:lnTo>
                    <a:pt x="713" y="613"/>
                  </a:lnTo>
                  <a:lnTo>
                    <a:pt x="731" y="627"/>
                  </a:lnTo>
                  <a:lnTo>
                    <a:pt x="753" y="634"/>
                  </a:lnTo>
                  <a:lnTo>
                    <a:pt x="763" y="634"/>
                  </a:lnTo>
                  <a:lnTo>
                    <a:pt x="806" y="634"/>
                  </a:lnTo>
                  <a:lnTo>
                    <a:pt x="819" y="634"/>
                  </a:lnTo>
                  <a:lnTo>
                    <a:pt x="838" y="624"/>
                  </a:lnTo>
                  <a:lnTo>
                    <a:pt x="845" y="617"/>
                  </a:lnTo>
                  <a:lnTo>
                    <a:pt x="851" y="607"/>
                  </a:lnTo>
                  <a:lnTo>
                    <a:pt x="854" y="585"/>
                  </a:lnTo>
                  <a:lnTo>
                    <a:pt x="851" y="5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8" name="Group 4">
            <a:extLst>
              <a:ext uri="{FF2B5EF4-FFF2-40B4-BE49-F238E27FC236}">
                <a16:creationId xmlns:a16="http://schemas.microsoft.com/office/drawing/2014/main" id="{67099891-BEDF-C7B2-26A9-5039E2F9A02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78967" y="4558797"/>
            <a:ext cx="350781" cy="724948"/>
            <a:chOff x="3696" y="1863"/>
            <a:chExt cx="285" cy="589"/>
          </a:xfrm>
          <a:solidFill>
            <a:schemeClr val="bg1">
              <a:lumMod val="85000"/>
            </a:schemeClr>
          </a:soli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91A45D79-E594-9E1E-C8CE-82B4F1508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1863"/>
              <a:ext cx="139" cy="139"/>
            </a:xfrm>
            <a:custGeom>
              <a:avLst/>
              <a:gdLst>
                <a:gd name="T0" fmla="*/ 208 w 417"/>
                <a:gd name="T1" fmla="*/ 417 h 417"/>
                <a:gd name="T2" fmla="*/ 230 w 417"/>
                <a:gd name="T3" fmla="*/ 415 h 417"/>
                <a:gd name="T4" fmla="*/ 270 w 417"/>
                <a:gd name="T5" fmla="*/ 406 h 417"/>
                <a:gd name="T6" fmla="*/ 307 w 417"/>
                <a:gd name="T7" fmla="*/ 391 h 417"/>
                <a:gd name="T8" fmla="*/ 341 w 417"/>
                <a:gd name="T9" fmla="*/ 369 h 417"/>
                <a:gd name="T10" fmla="*/ 370 w 417"/>
                <a:gd name="T11" fmla="*/ 340 h 417"/>
                <a:gd name="T12" fmla="*/ 391 w 417"/>
                <a:gd name="T13" fmla="*/ 307 h 417"/>
                <a:gd name="T14" fmla="*/ 407 w 417"/>
                <a:gd name="T15" fmla="*/ 270 h 417"/>
                <a:gd name="T16" fmla="*/ 416 w 417"/>
                <a:gd name="T17" fmla="*/ 229 h 417"/>
                <a:gd name="T18" fmla="*/ 417 w 417"/>
                <a:gd name="T19" fmla="*/ 208 h 417"/>
                <a:gd name="T20" fmla="*/ 416 w 417"/>
                <a:gd name="T21" fmla="*/ 186 h 417"/>
                <a:gd name="T22" fmla="*/ 407 w 417"/>
                <a:gd name="T23" fmla="*/ 146 h 417"/>
                <a:gd name="T24" fmla="*/ 391 w 417"/>
                <a:gd name="T25" fmla="*/ 108 h 417"/>
                <a:gd name="T26" fmla="*/ 370 w 417"/>
                <a:gd name="T27" fmla="*/ 75 h 417"/>
                <a:gd name="T28" fmla="*/ 341 w 417"/>
                <a:gd name="T29" fmla="*/ 46 h 417"/>
                <a:gd name="T30" fmla="*/ 307 w 417"/>
                <a:gd name="T31" fmla="*/ 25 h 417"/>
                <a:gd name="T32" fmla="*/ 270 w 417"/>
                <a:gd name="T33" fmla="*/ 9 h 417"/>
                <a:gd name="T34" fmla="*/ 230 w 417"/>
                <a:gd name="T35" fmla="*/ 0 h 417"/>
                <a:gd name="T36" fmla="*/ 208 w 417"/>
                <a:gd name="T37" fmla="*/ 0 h 417"/>
                <a:gd name="T38" fmla="*/ 186 w 417"/>
                <a:gd name="T39" fmla="*/ 0 h 417"/>
                <a:gd name="T40" fmla="*/ 146 w 417"/>
                <a:gd name="T41" fmla="*/ 9 h 417"/>
                <a:gd name="T42" fmla="*/ 108 w 417"/>
                <a:gd name="T43" fmla="*/ 25 h 417"/>
                <a:gd name="T44" fmla="*/ 75 w 417"/>
                <a:gd name="T45" fmla="*/ 46 h 417"/>
                <a:gd name="T46" fmla="*/ 48 w 417"/>
                <a:gd name="T47" fmla="*/ 75 h 417"/>
                <a:gd name="T48" fmla="*/ 25 w 417"/>
                <a:gd name="T49" fmla="*/ 108 h 417"/>
                <a:gd name="T50" fmla="*/ 9 w 417"/>
                <a:gd name="T51" fmla="*/ 146 h 417"/>
                <a:gd name="T52" fmla="*/ 0 w 417"/>
                <a:gd name="T53" fmla="*/ 186 h 417"/>
                <a:gd name="T54" fmla="*/ 0 w 417"/>
                <a:gd name="T55" fmla="*/ 208 h 417"/>
                <a:gd name="T56" fmla="*/ 0 w 417"/>
                <a:gd name="T57" fmla="*/ 229 h 417"/>
                <a:gd name="T58" fmla="*/ 9 w 417"/>
                <a:gd name="T59" fmla="*/ 270 h 417"/>
                <a:gd name="T60" fmla="*/ 25 w 417"/>
                <a:gd name="T61" fmla="*/ 307 h 417"/>
                <a:gd name="T62" fmla="*/ 48 w 417"/>
                <a:gd name="T63" fmla="*/ 340 h 417"/>
                <a:gd name="T64" fmla="*/ 75 w 417"/>
                <a:gd name="T65" fmla="*/ 369 h 417"/>
                <a:gd name="T66" fmla="*/ 108 w 417"/>
                <a:gd name="T67" fmla="*/ 391 h 417"/>
                <a:gd name="T68" fmla="*/ 146 w 417"/>
                <a:gd name="T69" fmla="*/ 406 h 417"/>
                <a:gd name="T70" fmla="*/ 186 w 417"/>
                <a:gd name="T71" fmla="*/ 415 h 417"/>
                <a:gd name="T72" fmla="*/ 208 w 417"/>
                <a:gd name="T73" fmla="*/ 417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17" h="417">
                  <a:moveTo>
                    <a:pt x="208" y="417"/>
                  </a:moveTo>
                  <a:lnTo>
                    <a:pt x="230" y="415"/>
                  </a:lnTo>
                  <a:lnTo>
                    <a:pt x="270" y="406"/>
                  </a:lnTo>
                  <a:lnTo>
                    <a:pt x="307" y="391"/>
                  </a:lnTo>
                  <a:lnTo>
                    <a:pt x="341" y="369"/>
                  </a:lnTo>
                  <a:lnTo>
                    <a:pt x="370" y="340"/>
                  </a:lnTo>
                  <a:lnTo>
                    <a:pt x="391" y="307"/>
                  </a:lnTo>
                  <a:lnTo>
                    <a:pt x="407" y="270"/>
                  </a:lnTo>
                  <a:lnTo>
                    <a:pt x="416" y="229"/>
                  </a:lnTo>
                  <a:lnTo>
                    <a:pt x="417" y="208"/>
                  </a:lnTo>
                  <a:lnTo>
                    <a:pt x="416" y="186"/>
                  </a:lnTo>
                  <a:lnTo>
                    <a:pt x="407" y="146"/>
                  </a:lnTo>
                  <a:lnTo>
                    <a:pt x="391" y="108"/>
                  </a:lnTo>
                  <a:lnTo>
                    <a:pt x="370" y="75"/>
                  </a:lnTo>
                  <a:lnTo>
                    <a:pt x="341" y="46"/>
                  </a:lnTo>
                  <a:lnTo>
                    <a:pt x="307" y="25"/>
                  </a:lnTo>
                  <a:lnTo>
                    <a:pt x="270" y="9"/>
                  </a:lnTo>
                  <a:lnTo>
                    <a:pt x="230" y="0"/>
                  </a:lnTo>
                  <a:lnTo>
                    <a:pt x="208" y="0"/>
                  </a:lnTo>
                  <a:lnTo>
                    <a:pt x="186" y="0"/>
                  </a:lnTo>
                  <a:lnTo>
                    <a:pt x="146" y="9"/>
                  </a:lnTo>
                  <a:lnTo>
                    <a:pt x="108" y="25"/>
                  </a:lnTo>
                  <a:lnTo>
                    <a:pt x="75" y="46"/>
                  </a:lnTo>
                  <a:lnTo>
                    <a:pt x="48" y="75"/>
                  </a:lnTo>
                  <a:lnTo>
                    <a:pt x="25" y="108"/>
                  </a:lnTo>
                  <a:lnTo>
                    <a:pt x="9" y="146"/>
                  </a:lnTo>
                  <a:lnTo>
                    <a:pt x="0" y="186"/>
                  </a:lnTo>
                  <a:lnTo>
                    <a:pt x="0" y="208"/>
                  </a:lnTo>
                  <a:lnTo>
                    <a:pt x="0" y="229"/>
                  </a:lnTo>
                  <a:lnTo>
                    <a:pt x="9" y="270"/>
                  </a:lnTo>
                  <a:lnTo>
                    <a:pt x="25" y="307"/>
                  </a:lnTo>
                  <a:lnTo>
                    <a:pt x="48" y="340"/>
                  </a:lnTo>
                  <a:lnTo>
                    <a:pt x="75" y="369"/>
                  </a:lnTo>
                  <a:lnTo>
                    <a:pt x="108" y="391"/>
                  </a:lnTo>
                  <a:lnTo>
                    <a:pt x="146" y="406"/>
                  </a:lnTo>
                  <a:lnTo>
                    <a:pt x="186" y="415"/>
                  </a:lnTo>
                  <a:lnTo>
                    <a:pt x="208" y="4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22D1E3ED-7241-F4B9-599F-1344BD283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2018"/>
              <a:ext cx="285" cy="434"/>
            </a:xfrm>
            <a:custGeom>
              <a:avLst/>
              <a:gdLst>
                <a:gd name="T0" fmla="*/ 682 w 854"/>
                <a:gd name="T1" fmla="*/ 51 h 1303"/>
                <a:gd name="T2" fmla="*/ 665 w 854"/>
                <a:gd name="T3" fmla="*/ 22 h 1303"/>
                <a:gd name="T4" fmla="*/ 625 w 854"/>
                <a:gd name="T5" fmla="*/ 2 h 1303"/>
                <a:gd name="T6" fmla="*/ 239 w 854"/>
                <a:gd name="T7" fmla="*/ 0 h 1303"/>
                <a:gd name="T8" fmla="*/ 208 w 854"/>
                <a:gd name="T9" fmla="*/ 9 h 1303"/>
                <a:gd name="T10" fmla="*/ 176 w 854"/>
                <a:gd name="T11" fmla="*/ 40 h 1303"/>
                <a:gd name="T12" fmla="*/ 3 w 854"/>
                <a:gd name="T13" fmla="*/ 574 h 1303"/>
                <a:gd name="T14" fmla="*/ 3 w 854"/>
                <a:gd name="T15" fmla="*/ 607 h 1303"/>
                <a:gd name="T16" fmla="*/ 16 w 854"/>
                <a:gd name="T17" fmla="*/ 624 h 1303"/>
                <a:gd name="T18" fmla="*/ 48 w 854"/>
                <a:gd name="T19" fmla="*/ 634 h 1303"/>
                <a:gd name="T20" fmla="*/ 102 w 854"/>
                <a:gd name="T21" fmla="*/ 634 h 1303"/>
                <a:gd name="T22" fmla="*/ 141 w 854"/>
                <a:gd name="T23" fmla="*/ 613 h 1303"/>
                <a:gd name="T24" fmla="*/ 160 w 854"/>
                <a:gd name="T25" fmla="*/ 585 h 1303"/>
                <a:gd name="T26" fmla="*/ 208 w 854"/>
                <a:gd name="T27" fmla="*/ 1208 h 1303"/>
                <a:gd name="T28" fmla="*/ 224 w 854"/>
                <a:gd name="T29" fmla="*/ 1261 h 1303"/>
                <a:gd name="T30" fmla="*/ 284 w 854"/>
                <a:gd name="T31" fmla="*/ 1302 h 1303"/>
                <a:gd name="T32" fmla="*/ 310 w 854"/>
                <a:gd name="T33" fmla="*/ 1303 h 1303"/>
                <a:gd name="T34" fmla="*/ 365 w 854"/>
                <a:gd name="T35" fmla="*/ 1287 h 1303"/>
                <a:gd name="T36" fmla="*/ 405 w 854"/>
                <a:gd name="T37" fmla="*/ 1227 h 1303"/>
                <a:gd name="T38" fmla="*/ 407 w 854"/>
                <a:gd name="T39" fmla="*/ 705 h 1303"/>
                <a:gd name="T40" fmla="*/ 447 w 854"/>
                <a:gd name="T41" fmla="*/ 1208 h 1303"/>
                <a:gd name="T42" fmla="*/ 463 w 854"/>
                <a:gd name="T43" fmla="*/ 1261 h 1303"/>
                <a:gd name="T44" fmla="*/ 524 w 854"/>
                <a:gd name="T45" fmla="*/ 1302 h 1303"/>
                <a:gd name="T46" fmla="*/ 551 w 854"/>
                <a:gd name="T47" fmla="*/ 1303 h 1303"/>
                <a:gd name="T48" fmla="*/ 604 w 854"/>
                <a:gd name="T49" fmla="*/ 1287 h 1303"/>
                <a:gd name="T50" fmla="*/ 645 w 854"/>
                <a:gd name="T51" fmla="*/ 1227 h 1303"/>
                <a:gd name="T52" fmla="*/ 646 w 854"/>
                <a:gd name="T53" fmla="*/ 435 h 1303"/>
                <a:gd name="T54" fmla="*/ 700 w 854"/>
                <a:gd name="T55" fmla="*/ 595 h 1303"/>
                <a:gd name="T56" fmla="*/ 731 w 854"/>
                <a:gd name="T57" fmla="*/ 627 h 1303"/>
                <a:gd name="T58" fmla="*/ 763 w 854"/>
                <a:gd name="T59" fmla="*/ 634 h 1303"/>
                <a:gd name="T60" fmla="*/ 819 w 854"/>
                <a:gd name="T61" fmla="*/ 634 h 1303"/>
                <a:gd name="T62" fmla="*/ 845 w 854"/>
                <a:gd name="T63" fmla="*/ 617 h 1303"/>
                <a:gd name="T64" fmla="*/ 854 w 854"/>
                <a:gd name="T65" fmla="*/ 585 h 1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54" h="1303">
                  <a:moveTo>
                    <a:pt x="851" y="574"/>
                  </a:moveTo>
                  <a:lnTo>
                    <a:pt x="682" y="51"/>
                  </a:lnTo>
                  <a:lnTo>
                    <a:pt x="679" y="40"/>
                  </a:lnTo>
                  <a:lnTo>
                    <a:pt x="665" y="22"/>
                  </a:lnTo>
                  <a:lnTo>
                    <a:pt x="646" y="9"/>
                  </a:lnTo>
                  <a:lnTo>
                    <a:pt x="625" y="2"/>
                  </a:lnTo>
                  <a:lnTo>
                    <a:pt x="614" y="0"/>
                  </a:lnTo>
                  <a:lnTo>
                    <a:pt x="239" y="0"/>
                  </a:lnTo>
                  <a:lnTo>
                    <a:pt x="229" y="2"/>
                  </a:lnTo>
                  <a:lnTo>
                    <a:pt x="208" y="9"/>
                  </a:lnTo>
                  <a:lnTo>
                    <a:pt x="189" y="22"/>
                  </a:lnTo>
                  <a:lnTo>
                    <a:pt x="176" y="40"/>
                  </a:lnTo>
                  <a:lnTo>
                    <a:pt x="172" y="51"/>
                  </a:lnTo>
                  <a:lnTo>
                    <a:pt x="3" y="574"/>
                  </a:lnTo>
                  <a:lnTo>
                    <a:pt x="0" y="585"/>
                  </a:lnTo>
                  <a:lnTo>
                    <a:pt x="3" y="607"/>
                  </a:lnTo>
                  <a:lnTo>
                    <a:pt x="9" y="617"/>
                  </a:lnTo>
                  <a:lnTo>
                    <a:pt x="16" y="624"/>
                  </a:lnTo>
                  <a:lnTo>
                    <a:pt x="36" y="634"/>
                  </a:lnTo>
                  <a:lnTo>
                    <a:pt x="48" y="634"/>
                  </a:lnTo>
                  <a:lnTo>
                    <a:pt x="91" y="634"/>
                  </a:lnTo>
                  <a:lnTo>
                    <a:pt x="102" y="634"/>
                  </a:lnTo>
                  <a:lnTo>
                    <a:pt x="123" y="627"/>
                  </a:lnTo>
                  <a:lnTo>
                    <a:pt x="141" y="613"/>
                  </a:lnTo>
                  <a:lnTo>
                    <a:pt x="156" y="595"/>
                  </a:lnTo>
                  <a:lnTo>
                    <a:pt x="160" y="585"/>
                  </a:lnTo>
                  <a:lnTo>
                    <a:pt x="208" y="437"/>
                  </a:lnTo>
                  <a:lnTo>
                    <a:pt x="208" y="1208"/>
                  </a:lnTo>
                  <a:lnTo>
                    <a:pt x="209" y="1227"/>
                  </a:lnTo>
                  <a:lnTo>
                    <a:pt x="224" y="1261"/>
                  </a:lnTo>
                  <a:lnTo>
                    <a:pt x="250" y="1287"/>
                  </a:lnTo>
                  <a:lnTo>
                    <a:pt x="284" y="1302"/>
                  </a:lnTo>
                  <a:lnTo>
                    <a:pt x="304" y="1303"/>
                  </a:lnTo>
                  <a:lnTo>
                    <a:pt x="310" y="1303"/>
                  </a:lnTo>
                  <a:lnTo>
                    <a:pt x="330" y="1302"/>
                  </a:lnTo>
                  <a:lnTo>
                    <a:pt x="365" y="1287"/>
                  </a:lnTo>
                  <a:lnTo>
                    <a:pt x="391" y="1261"/>
                  </a:lnTo>
                  <a:lnTo>
                    <a:pt x="405" y="1227"/>
                  </a:lnTo>
                  <a:lnTo>
                    <a:pt x="407" y="1208"/>
                  </a:lnTo>
                  <a:lnTo>
                    <a:pt x="407" y="705"/>
                  </a:lnTo>
                  <a:lnTo>
                    <a:pt x="447" y="705"/>
                  </a:lnTo>
                  <a:lnTo>
                    <a:pt x="447" y="1208"/>
                  </a:lnTo>
                  <a:lnTo>
                    <a:pt x="449" y="1227"/>
                  </a:lnTo>
                  <a:lnTo>
                    <a:pt x="463" y="1261"/>
                  </a:lnTo>
                  <a:lnTo>
                    <a:pt x="489" y="1287"/>
                  </a:lnTo>
                  <a:lnTo>
                    <a:pt x="524" y="1302"/>
                  </a:lnTo>
                  <a:lnTo>
                    <a:pt x="544" y="1303"/>
                  </a:lnTo>
                  <a:lnTo>
                    <a:pt x="551" y="1303"/>
                  </a:lnTo>
                  <a:lnTo>
                    <a:pt x="570" y="1302"/>
                  </a:lnTo>
                  <a:lnTo>
                    <a:pt x="604" y="1287"/>
                  </a:lnTo>
                  <a:lnTo>
                    <a:pt x="630" y="1261"/>
                  </a:lnTo>
                  <a:lnTo>
                    <a:pt x="645" y="1227"/>
                  </a:lnTo>
                  <a:lnTo>
                    <a:pt x="646" y="1208"/>
                  </a:lnTo>
                  <a:lnTo>
                    <a:pt x="646" y="435"/>
                  </a:lnTo>
                  <a:lnTo>
                    <a:pt x="695" y="585"/>
                  </a:lnTo>
                  <a:lnTo>
                    <a:pt x="700" y="595"/>
                  </a:lnTo>
                  <a:lnTo>
                    <a:pt x="713" y="613"/>
                  </a:lnTo>
                  <a:lnTo>
                    <a:pt x="731" y="627"/>
                  </a:lnTo>
                  <a:lnTo>
                    <a:pt x="753" y="634"/>
                  </a:lnTo>
                  <a:lnTo>
                    <a:pt x="763" y="634"/>
                  </a:lnTo>
                  <a:lnTo>
                    <a:pt x="806" y="634"/>
                  </a:lnTo>
                  <a:lnTo>
                    <a:pt x="819" y="634"/>
                  </a:lnTo>
                  <a:lnTo>
                    <a:pt x="838" y="624"/>
                  </a:lnTo>
                  <a:lnTo>
                    <a:pt x="845" y="617"/>
                  </a:lnTo>
                  <a:lnTo>
                    <a:pt x="851" y="607"/>
                  </a:lnTo>
                  <a:lnTo>
                    <a:pt x="854" y="585"/>
                  </a:lnTo>
                  <a:lnTo>
                    <a:pt x="851" y="5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1" name="Group 4">
            <a:extLst>
              <a:ext uri="{FF2B5EF4-FFF2-40B4-BE49-F238E27FC236}">
                <a16:creationId xmlns:a16="http://schemas.microsoft.com/office/drawing/2014/main" id="{00C16918-A2D3-D600-8C22-F17FE1EA6BB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47590" y="4558797"/>
            <a:ext cx="350781" cy="724948"/>
            <a:chOff x="3696" y="1863"/>
            <a:chExt cx="285" cy="589"/>
          </a:xfrm>
          <a:solidFill>
            <a:schemeClr val="bg1">
              <a:lumMod val="85000"/>
            </a:schemeClr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E233BC79-1CBA-FBC3-4F78-90ED6F785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1863"/>
              <a:ext cx="139" cy="139"/>
            </a:xfrm>
            <a:custGeom>
              <a:avLst/>
              <a:gdLst>
                <a:gd name="T0" fmla="*/ 208 w 417"/>
                <a:gd name="T1" fmla="*/ 417 h 417"/>
                <a:gd name="T2" fmla="*/ 230 w 417"/>
                <a:gd name="T3" fmla="*/ 415 h 417"/>
                <a:gd name="T4" fmla="*/ 270 w 417"/>
                <a:gd name="T5" fmla="*/ 406 h 417"/>
                <a:gd name="T6" fmla="*/ 307 w 417"/>
                <a:gd name="T7" fmla="*/ 391 h 417"/>
                <a:gd name="T8" fmla="*/ 341 w 417"/>
                <a:gd name="T9" fmla="*/ 369 h 417"/>
                <a:gd name="T10" fmla="*/ 370 w 417"/>
                <a:gd name="T11" fmla="*/ 340 h 417"/>
                <a:gd name="T12" fmla="*/ 391 w 417"/>
                <a:gd name="T13" fmla="*/ 307 h 417"/>
                <a:gd name="T14" fmla="*/ 407 w 417"/>
                <a:gd name="T15" fmla="*/ 270 h 417"/>
                <a:gd name="T16" fmla="*/ 416 w 417"/>
                <a:gd name="T17" fmla="*/ 229 h 417"/>
                <a:gd name="T18" fmla="*/ 417 w 417"/>
                <a:gd name="T19" fmla="*/ 208 h 417"/>
                <a:gd name="T20" fmla="*/ 416 w 417"/>
                <a:gd name="T21" fmla="*/ 186 h 417"/>
                <a:gd name="T22" fmla="*/ 407 w 417"/>
                <a:gd name="T23" fmla="*/ 146 h 417"/>
                <a:gd name="T24" fmla="*/ 391 w 417"/>
                <a:gd name="T25" fmla="*/ 108 h 417"/>
                <a:gd name="T26" fmla="*/ 370 w 417"/>
                <a:gd name="T27" fmla="*/ 75 h 417"/>
                <a:gd name="T28" fmla="*/ 341 w 417"/>
                <a:gd name="T29" fmla="*/ 46 h 417"/>
                <a:gd name="T30" fmla="*/ 307 w 417"/>
                <a:gd name="T31" fmla="*/ 25 h 417"/>
                <a:gd name="T32" fmla="*/ 270 w 417"/>
                <a:gd name="T33" fmla="*/ 9 h 417"/>
                <a:gd name="T34" fmla="*/ 230 w 417"/>
                <a:gd name="T35" fmla="*/ 0 h 417"/>
                <a:gd name="T36" fmla="*/ 208 w 417"/>
                <a:gd name="T37" fmla="*/ 0 h 417"/>
                <a:gd name="T38" fmla="*/ 186 w 417"/>
                <a:gd name="T39" fmla="*/ 0 h 417"/>
                <a:gd name="T40" fmla="*/ 146 w 417"/>
                <a:gd name="T41" fmla="*/ 9 h 417"/>
                <a:gd name="T42" fmla="*/ 108 w 417"/>
                <a:gd name="T43" fmla="*/ 25 h 417"/>
                <a:gd name="T44" fmla="*/ 75 w 417"/>
                <a:gd name="T45" fmla="*/ 46 h 417"/>
                <a:gd name="T46" fmla="*/ 48 w 417"/>
                <a:gd name="T47" fmla="*/ 75 h 417"/>
                <a:gd name="T48" fmla="*/ 25 w 417"/>
                <a:gd name="T49" fmla="*/ 108 h 417"/>
                <a:gd name="T50" fmla="*/ 9 w 417"/>
                <a:gd name="T51" fmla="*/ 146 h 417"/>
                <a:gd name="T52" fmla="*/ 0 w 417"/>
                <a:gd name="T53" fmla="*/ 186 h 417"/>
                <a:gd name="T54" fmla="*/ 0 w 417"/>
                <a:gd name="T55" fmla="*/ 208 h 417"/>
                <a:gd name="T56" fmla="*/ 0 w 417"/>
                <a:gd name="T57" fmla="*/ 229 h 417"/>
                <a:gd name="T58" fmla="*/ 9 w 417"/>
                <a:gd name="T59" fmla="*/ 270 h 417"/>
                <a:gd name="T60" fmla="*/ 25 w 417"/>
                <a:gd name="T61" fmla="*/ 307 h 417"/>
                <a:gd name="T62" fmla="*/ 48 w 417"/>
                <a:gd name="T63" fmla="*/ 340 h 417"/>
                <a:gd name="T64" fmla="*/ 75 w 417"/>
                <a:gd name="T65" fmla="*/ 369 h 417"/>
                <a:gd name="T66" fmla="*/ 108 w 417"/>
                <a:gd name="T67" fmla="*/ 391 h 417"/>
                <a:gd name="T68" fmla="*/ 146 w 417"/>
                <a:gd name="T69" fmla="*/ 406 h 417"/>
                <a:gd name="T70" fmla="*/ 186 w 417"/>
                <a:gd name="T71" fmla="*/ 415 h 417"/>
                <a:gd name="T72" fmla="*/ 208 w 417"/>
                <a:gd name="T73" fmla="*/ 417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17" h="417">
                  <a:moveTo>
                    <a:pt x="208" y="417"/>
                  </a:moveTo>
                  <a:lnTo>
                    <a:pt x="230" y="415"/>
                  </a:lnTo>
                  <a:lnTo>
                    <a:pt x="270" y="406"/>
                  </a:lnTo>
                  <a:lnTo>
                    <a:pt x="307" y="391"/>
                  </a:lnTo>
                  <a:lnTo>
                    <a:pt x="341" y="369"/>
                  </a:lnTo>
                  <a:lnTo>
                    <a:pt x="370" y="340"/>
                  </a:lnTo>
                  <a:lnTo>
                    <a:pt x="391" y="307"/>
                  </a:lnTo>
                  <a:lnTo>
                    <a:pt x="407" y="270"/>
                  </a:lnTo>
                  <a:lnTo>
                    <a:pt x="416" y="229"/>
                  </a:lnTo>
                  <a:lnTo>
                    <a:pt x="417" y="208"/>
                  </a:lnTo>
                  <a:lnTo>
                    <a:pt x="416" y="186"/>
                  </a:lnTo>
                  <a:lnTo>
                    <a:pt x="407" y="146"/>
                  </a:lnTo>
                  <a:lnTo>
                    <a:pt x="391" y="108"/>
                  </a:lnTo>
                  <a:lnTo>
                    <a:pt x="370" y="75"/>
                  </a:lnTo>
                  <a:lnTo>
                    <a:pt x="341" y="46"/>
                  </a:lnTo>
                  <a:lnTo>
                    <a:pt x="307" y="25"/>
                  </a:lnTo>
                  <a:lnTo>
                    <a:pt x="270" y="9"/>
                  </a:lnTo>
                  <a:lnTo>
                    <a:pt x="230" y="0"/>
                  </a:lnTo>
                  <a:lnTo>
                    <a:pt x="208" y="0"/>
                  </a:lnTo>
                  <a:lnTo>
                    <a:pt x="186" y="0"/>
                  </a:lnTo>
                  <a:lnTo>
                    <a:pt x="146" y="9"/>
                  </a:lnTo>
                  <a:lnTo>
                    <a:pt x="108" y="25"/>
                  </a:lnTo>
                  <a:lnTo>
                    <a:pt x="75" y="46"/>
                  </a:lnTo>
                  <a:lnTo>
                    <a:pt x="48" y="75"/>
                  </a:lnTo>
                  <a:lnTo>
                    <a:pt x="25" y="108"/>
                  </a:lnTo>
                  <a:lnTo>
                    <a:pt x="9" y="146"/>
                  </a:lnTo>
                  <a:lnTo>
                    <a:pt x="0" y="186"/>
                  </a:lnTo>
                  <a:lnTo>
                    <a:pt x="0" y="208"/>
                  </a:lnTo>
                  <a:lnTo>
                    <a:pt x="0" y="229"/>
                  </a:lnTo>
                  <a:lnTo>
                    <a:pt x="9" y="270"/>
                  </a:lnTo>
                  <a:lnTo>
                    <a:pt x="25" y="307"/>
                  </a:lnTo>
                  <a:lnTo>
                    <a:pt x="48" y="340"/>
                  </a:lnTo>
                  <a:lnTo>
                    <a:pt x="75" y="369"/>
                  </a:lnTo>
                  <a:lnTo>
                    <a:pt x="108" y="391"/>
                  </a:lnTo>
                  <a:lnTo>
                    <a:pt x="146" y="406"/>
                  </a:lnTo>
                  <a:lnTo>
                    <a:pt x="186" y="415"/>
                  </a:lnTo>
                  <a:lnTo>
                    <a:pt x="208" y="4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7F965850-B747-AF42-6AD8-7F502C8C6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2018"/>
              <a:ext cx="285" cy="434"/>
            </a:xfrm>
            <a:custGeom>
              <a:avLst/>
              <a:gdLst>
                <a:gd name="T0" fmla="*/ 682 w 854"/>
                <a:gd name="T1" fmla="*/ 51 h 1303"/>
                <a:gd name="T2" fmla="*/ 665 w 854"/>
                <a:gd name="T3" fmla="*/ 22 h 1303"/>
                <a:gd name="T4" fmla="*/ 625 w 854"/>
                <a:gd name="T5" fmla="*/ 2 h 1303"/>
                <a:gd name="T6" fmla="*/ 239 w 854"/>
                <a:gd name="T7" fmla="*/ 0 h 1303"/>
                <a:gd name="T8" fmla="*/ 208 w 854"/>
                <a:gd name="T9" fmla="*/ 9 h 1303"/>
                <a:gd name="T10" fmla="*/ 176 w 854"/>
                <a:gd name="T11" fmla="*/ 40 h 1303"/>
                <a:gd name="T12" fmla="*/ 3 w 854"/>
                <a:gd name="T13" fmla="*/ 574 h 1303"/>
                <a:gd name="T14" fmla="*/ 3 w 854"/>
                <a:gd name="T15" fmla="*/ 607 h 1303"/>
                <a:gd name="T16" fmla="*/ 16 w 854"/>
                <a:gd name="T17" fmla="*/ 624 h 1303"/>
                <a:gd name="T18" fmla="*/ 48 w 854"/>
                <a:gd name="T19" fmla="*/ 634 h 1303"/>
                <a:gd name="T20" fmla="*/ 102 w 854"/>
                <a:gd name="T21" fmla="*/ 634 h 1303"/>
                <a:gd name="T22" fmla="*/ 141 w 854"/>
                <a:gd name="T23" fmla="*/ 613 h 1303"/>
                <a:gd name="T24" fmla="*/ 160 w 854"/>
                <a:gd name="T25" fmla="*/ 585 h 1303"/>
                <a:gd name="T26" fmla="*/ 208 w 854"/>
                <a:gd name="T27" fmla="*/ 1208 h 1303"/>
                <a:gd name="T28" fmla="*/ 224 w 854"/>
                <a:gd name="T29" fmla="*/ 1261 h 1303"/>
                <a:gd name="T30" fmla="*/ 284 w 854"/>
                <a:gd name="T31" fmla="*/ 1302 h 1303"/>
                <a:gd name="T32" fmla="*/ 310 w 854"/>
                <a:gd name="T33" fmla="*/ 1303 h 1303"/>
                <a:gd name="T34" fmla="*/ 365 w 854"/>
                <a:gd name="T35" fmla="*/ 1287 h 1303"/>
                <a:gd name="T36" fmla="*/ 405 w 854"/>
                <a:gd name="T37" fmla="*/ 1227 h 1303"/>
                <a:gd name="T38" fmla="*/ 407 w 854"/>
                <a:gd name="T39" fmla="*/ 705 h 1303"/>
                <a:gd name="T40" fmla="*/ 447 w 854"/>
                <a:gd name="T41" fmla="*/ 1208 h 1303"/>
                <a:gd name="T42" fmla="*/ 463 w 854"/>
                <a:gd name="T43" fmla="*/ 1261 h 1303"/>
                <a:gd name="T44" fmla="*/ 524 w 854"/>
                <a:gd name="T45" fmla="*/ 1302 h 1303"/>
                <a:gd name="T46" fmla="*/ 551 w 854"/>
                <a:gd name="T47" fmla="*/ 1303 h 1303"/>
                <a:gd name="T48" fmla="*/ 604 w 854"/>
                <a:gd name="T49" fmla="*/ 1287 h 1303"/>
                <a:gd name="T50" fmla="*/ 645 w 854"/>
                <a:gd name="T51" fmla="*/ 1227 h 1303"/>
                <a:gd name="T52" fmla="*/ 646 w 854"/>
                <a:gd name="T53" fmla="*/ 435 h 1303"/>
                <a:gd name="T54" fmla="*/ 700 w 854"/>
                <a:gd name="T55" fmla="*/ 595 h 1303"/>
                <a:gd name="T56" fmla="*/ 731 w 854"/>
                <a:gd name="T57" fmla="*/ 627 h 1303"/>
                <a:gd name="T58" fmla="*/ 763 w 854"/>
                <a:gd name="T59" fmla="*/ 634 h 1303"/>
                <a:gd name="T60" fmla="*/ 819 w 854"/>
                <a:gd name="T61" fmla="*/ 634 h 1303"/>
                <a:gd name="T62" fmla="*/ 845 w 854"/>
                <a:gd name="T63" fmla="*/ 617 h 1303"/>
                <a:gd name="T64" fmla="*/ 854 w 854"/>
                <a:gd name="T65" fmla="*/ 585 h 1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54" h="1303">
                  <a:moveTo>
                    <a:pt x="851" y="574"/>
                  </a:moveTo>
                  <a:lnTo>
                    <a:pt x="682" y="51"/>
                  </a:lnTo>
                  <a:lnTo>
                    <a:pt x="679" y="40"/>
                  </a:lnTo>
                  <a:lnTo>
                    <a:pt x="665" y="22"/>
                  </a:lnTo>
                  <a:lnTo>
                    <a:pt x="646" y="9"/>
                  </a:lnTo>
                  <a:lnTo>
                    <a:pt x="625" y="2"/>
                  </a:lnTo>
                  <a:lnTo>
                    <a:pt x="614" y="0"/>
                  </a:lnTo>
                  <a:lnTo>
                    <a:pt x="239" y="0"/>
                  </a:lnTo>
                  <a:lnTo>
                    <a:pt x="229" y="2"/>
                  </a:lnTo>
                  <a:lnTo>
                    <a:pt x="208" y="9"/>
                  </a:lnTo>
                  <a:lnTo>
                    <a:pt x="189" y="22"/>
                  </a:lnTo>
                  <a:lnTo>
                    <a:pt x="176" y="40"/>
                  </a:lnTo>
                  <a:lnTo>
                    <a:pt x="172" y="51"/>
                  </a:lnTo>
                  <a:lnTo>
                    <a:pt x="3" y="574"/>
                  </a:lnTo>
                  <a:lnTo>
                    <a:pt x="0" y="585"/>
                  </a:lnTo>
                  <a:lnTo>
                    <a:pt x="3" y="607"/>
                  </a:lnTo>
                  <a:lnTo>
                    <a:pt x="9" y="617"/>
                  </a:lnTo>
                  <a:lnTo>
                    <a:pt x="16" y="624"/>
                  </a:lnTo>
                  <a:lnTo>
                    <a:pt x="36" y="634"/>
                  </a:lnTo>
                  <a:lnTo>
                    <a:pt x="48" y="634"/>
                  </a:lnTo>
                  <a:lnTo>
                    <a:pt x="91" y="634"/>
                  </a:lnTo>
                  <a:lnTo>
                    <a:pt x="102" y="634"/>
                  </a:lnTo>
                  <a:lnTo>
                    <a:pt x="123" y="627"/>
                  </a:lnTo>
                  <a:lnTo>
                    <a:pt x="141" y="613"/>
                  </a:lnTo>
                  <a:lnTo>
                    <a:pt x="156" y="595"/>
                  </a:lnTo>
                  <a:lnTo>
                    <a:pt x="160" y="585"/>
                  </a:lnTo>
                  <a:lnTo>
                    <a:pt x="208" y="437"/>
                  </a:lnTo>
                  <a:lnTo>
                    <a:pt x="208" y="1208"/>
                  </a:lnTo>
                  <a:lnTo>
                    <a:pt x="209" y="1227"/>
                  </a:lnTo>
                  <a:lnTo>
                    <a:pt x="224" y="1261"/>
                  </a:lnTo>
                  <a:lnTo>
                    <a:pt x="250" y="1287"/>
                  </a:lnTo>
                  <a:lnTo>
                    <a:pt x="284" y="1302"/>
                  </a:lnTo>
                  <a:lnTo>
                    <a:pt x="304" y="1303"/>
                  </a:lnTo>
                  <a:lnTo>
                    <a:pt x="310" y="1303"/>
                  </a:lnTo>
                  <a:lnTo>
                    <a:pt x="330" y="1302"/>
                  </a:lnTo>
                  <a:lnTo>
                    <a:pt x="365" y="1287"/>
                  </a:lnTo>
                  <a:lnTo>
                    <a:pt x="391" y="1261"/>
                  </a:lnTo>
                  <a:lnTo>
                    <a:pt x="405" y="1227"/>
                  </a:lnTo>
                  <a:lnTo>
                    <a:pt x="407" y="1208"/>
                  </a:lnTo>
                  <a:lnTo>
                    <a:pt x="407" y="705"/>
                  </a:lnTo>
                  <a:lnTo>
                    <a:pt x="447" y="705"/>
                  </a:lnTo>
                  <a:lnTo>
                    <a:pt x="447" y="1208"/>
                  </a:lnTo>
                  <a:lnTo>
                    <a:pt x="449" y="1227"/>
                  </a:lnTo>
                  <a:lnTo>
                    <a:pt x="463" y="1261"/>
                  </a:lnTo>
                  <a:lnTo>
                    <a:pt x="489" y="1287"/>
                  </a:lnTo>
                  <a:lnTo>
                    <a:pt x="524" y="1302"/>
                  </a:lnTo>
                  <a:lnTo>
                    <a:pt x="544" y="1303"/>
                  </a:lnTo>
                  <a:lnTo>
                    <a:pt x="551" y="1303"/>
                  </a:lnTo>
                  <a:lnTo>
                    <a:pt x="570" y="1302"/>
                  </a:lnTo>
                  <a:lnTo>
                    <a:pt x="604" y="1287"/>
                  </a:lnTo>
                  <a:lnTo>
                    <a:pt x="630" y="1261"/>
                  </a:lnTo>
                  <a:lnTo>
                    <a:pt x="645" y="1227"/>
                  </a:lnTo>
                  <a:lnTo>
                    <a:pt x="646" y="1208"/>
                  </a:lnTo>
                  <a:lnTo>
                    <a:pt x="646" y="435"/>
                  </a:lnTo>
                  <a:lnTo>
                    <a:pt x="695" y="585"/>
                  </a:lnTo>
                  <a:lnTo>
                    <a:pt x="700" y="595"/>
                  </a:lnTo>
                  <a:lnTo>
                    <a:pt x="713" y="613"/>
                  </a:lnTo>
                  <a:lnTo>
                    <a:pt x="731" y="627"/>
                  </a:lnTo>
                  <a:lnTo>
                    <a:pt x="753" y="634"/>
                  </a:lnTo>
                  <a:lnTo>
                    <a:pt x="763" y="634"/>
                  </a:lnTo>
                  <a:lnTo>
                    <a:pt x="806" y="634"/>
                  </a:lnTo>
                  <a:lnTo>
                    <a:pt x="819" y="634"/>
                  </a:lnTo>
                  <a:lnTo>
                    <a:pt x="838" y="624"/>
                  </a:lnTo>
                  <a:lnTo>
                    <a:pt x="845" y="617"/>
                  </a:lnTo>
                  <a:lnTo>
                    <a:pt x="851" y="607"/>
                  </a:lnTo>
                  <a:lnTo>
                    <a:pt x="854" y="585"/>
                  </a:lnTo>
                  <a:lnTo>
                    <a:pt x="851" y="5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4" name="Group 4">
            <a:extLst>
              <a:ext uri="{FF2B5EF4-FFF2-40B4-BE49-F238E27FC236}">
                <a16:creationId xmlns:a16="http://schemas.microsoft.com/office/drawing/2014/main" id="{82C5797D-EB8E-5446-F8E0-08CBC5F98F0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6213" y="4558797"/>
            <a:ext cx="350781" cy="724948"/>
            <a:chOff x="3696" y="1863"/>
            <a:chExt cx="285" cy="589"/>
          </a:xfrm>
          <a:solidFill>
            <a:schemeClr val="bg1">
              <a:lumMod val="85000"/>
            </a:schemeClr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41986DB3-5403-9D3B-FBE6-BE7202240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1863"/>
              <a:ext cx="139" cy="139"/>
            </a:xfrm>
            <a:custGeom>
              <a:avLst/>
              <a:gdLst>
                <a:gd name="T0" fmla="*/ 208 w 417"/>
                <a:gd name="T1" fmla="*/ 417 h 417"/>
                <a:gd name="T2" fmla="*/ 230 w 417"/>
                <a:gd name="T3" fmla="*/ 415 h 417"/>
                <a:gd name="T4" fmla="*/ 270 w 417"/>
                <a:gd name="T5" fmla="*/ 406 h 417"/>
                <a:gd name="T6" fmla="*/ 307 w 417"/>
                <a:gd name="T7" fmla="*/ 391 h 417"/>
                <a:gd name="T8" fmla="*/ 341 w 417"/>
                <a:gd name="T9" fmla="*/ 369 h 417"/>
                <a:gd name="T10" fmla="*/ 370 w 417"/>
                <a:gd name="T11" fmla="*/ 340 h 417"/>
                <a:gd name="T12" fmla="*/ 391 w 417"/>
                <a:gd name="T13" fmla="*/ 307 h 417"/>
                <a:gd name="T14" fmla="*/ 407 w 417"/>
                <a:gd name="T15" fmla="*/ 270 h 417"/>
                <a:gd name="T16" fmla="*/ 416 w 417"/>
                <a:gd name="T17" fmla="*/ 229 h 417"/>
                <a:gd name="T18" fmla="*/ 417 w 417"/>
                <a:gd name="T19" fmla="*/ 208 h 417"/>
                <a:gd name="T20" fmla="*/ 416 w 417"/>
                <a:gd name="T21" fmla="*/ 186 h 417"/>
                <a:gd name="T22" fmla="*/ 407 w 417"/>
                <a:gd name="T23" fmla="*/ 146 h 417"/>
                <a:gd name="T24" fmla="*/ 391 w 417"/>
                <a:gd name="T25" fmla="*/ 108 h 417"/>
                <a:gd name="T26" fmla="*/ 370 w 417"/>
                <a:gd name="T27" fmla="*/ 75 h 417"/>
                <a:gd name="T28" fmla="*/ 341 w 417"/>
                <a:gd name="T29" fmla="*/ 46 h 417"/>
                <a:gd name="T30" fmla="*/ 307 w 417"/>
                <a:gd name="T31" fmla="*/ 25 h 417"/>
                <a:gd name="T32" fmla="*/ 270 w 417"/>
                <a:gd name="T33" fmla="*/ 9 h 417"/>
                <a:gd name="T34" fmla="*/ 230 w 417"/>
                <a:gd name="T35" fmla="*/ 0 h 417"/>
                <a:gd name="T36" fmla="*/ 208 w 417"/>
                <a:gd name="T37" fmla="*/ 0 h 417"/>
                <a:gd name="T38" fmla="*/ 186 w 417"/>
                <a:gd name="T39" fmla="*/ 0 h 417"/>
                <a:gd name="T40" fmla="*/ 146 w 417"/>
                <a:gd name="T41" fmla="*/ 9 h 417"/>
                <a:gd name="T42" fmla="*/ 108 w 417"/>
                <a:gd name="T43" fmla="*/ 25 h 417"/>
                <a:gd name="T44" fmla="*/ 75 w 417"/>
                <a:gd name="T45" fmla="*/ 46 h 417"/>
                <a:gd name="T46" fmla="*/ 48 w 417"/>
                <a:gd name="T47" fmla="*/ 75 h 417"/>
                <a:gd name="T48" fmla="*/ 25 w 417"/>
                <a:gd name="T49" fmla="*/ 108 h 417"/>
                <a:gd name="T50" fmla="*/ 9 w 417"/>
                <a:gd name="T51" fmla="*/ 146 h 417"/>
                <a:gd name="T52" fmla="*/ 0 w 417"/>
                <a:gd name="T53" fmla="*/ 186 h 417"/>
                <a:gd name="T54" fmla="*/ 0 w 417"/>
                <a:gd name="T55" fmla="*/ 208 h 417"/>
                <a:gd name="T56" fmla="*/ 0 w 417"/>
                <a:gd name="T57" fmla="*/ 229 h 417"/>
                <a:gd name="T58" fmla="*/ 9 w 417"/>
                <a:gd name="T59" fmla="*/ 270 h 417"/>
                <a:gd name="T60" fmla="*/ 25 w 417"/>
                <a:gd name="T61" fmla="*/ 307 h 417"/>
                <a:gd name="T62" fmla="*/ 48 w 417"/>
                <a:gd name="T63" fmla="*/ 340 h 417"/>
                <a:gd name="T64" fmla="*/ 75 w 417"/>
                <a:gd name="T65" fmla="*/ 369 h 417"/>
                <a:gd name="T66" fmla="*/ 108 w 417"/>
                <a:gd name="T67" fmla="*/ 391 h 417"/>
                <a:gd name="T68" fmla="*/ 146 w 417"/>
                <a:gd name="T69" fmla="*/ 406 h 417"/>
                <a:gd name="T70" fmla="*/ 186 w 417"/>
                <a:gd name="T71" fmla="*/ 415 h 417"/>
                <a:gd name="T72" fmla="*/ 208 w 417"/>
                <a:gd name="T73" fmla="*/ 417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17" h="417">
                  <a:moveTo>
                    <a:pt x="208" y="417"/>
                  </a:moveTo>
                  <a:lnTo>
                    <a:pt x="230" y="415"/>
                  </a:lnTo>
                  <a:lnTo>
                    <a:pt x="270" y="406"/>
                  </a:lnTo>
                  <a:lnTo>
                    <a:pt x="307" y="391"/>
                  </a:lnTo>
                  <a:lnTo>
                    <a:pt x="341" y="369"/>
                  </a:lnTo>
                  <a:lnTo>
                    <a:pt x="370" y="340"/>
                  </a:lnTo>
                  <a:lnTo>
                    <a:pt x="391" y="307"/>
                  </a:lnTo>
                  <a:lnTo>
                    <a:pt x="407" y="270"/>
                  </a:lnTo>
                  <a:lnTo>
                    <a:pt x="416" y="229"/>
                  </a:lnTo>
                  <a:lnTo>
                    <a:pt x="417" y="208"/>
                  </a:lnTo>
                  <a:lnTo>
                    <a:pt x="416" y="186"/>
                  </a:lnTo>
                  <a:lnTo>
                    <a:pt x="407" y="146"/>
                  </a:lnTo>
                  <a:lnTo>
                    <a:pt x="391" y="108"/>
                  </a:lnTo>
                  <a:lnTo>
                    <a:pt x="370" y="75"/>
                  </a:lnTo>
                  <a:lnTo>
                    <a:pt x="341" y="46"/>
                  </a:lnTo>
                  <a:lnTo>
                    <a:pt x="307" y="25"/>
                  </a:lnTo>
                  <a:lnTo>
                    <a:pt x="270" y="9"/>
                  </a:lnTo>
                  <a:lnTo>
                    <a:pt x="230" y="0"/>
                  </a:lnTo>
                  <a:lnTo>
                    <a:pt x="208" y="0"/>
                  </a:lnTo>
                  <a:lnTo>
                    <a:pt x="186" y="0"/>
                  </a:lnTo>
                  <a:lnTo>
                    <a:pt x="146" y="9"/>
                  </a:lnTo>
                  <a:lnTo>
                    <a:pt x="108" y="25"/>
                  </a:lnTo>
                  <a:lnTo>
                    <a:pt x="75" y="46"/>
                  </a:lnTo>
                  <a:lnTo>
                    <a:pt x="48" y="75"/>
                  </a:lnTo>
                  <a:lnTo>
                    <a:pt x="25" y="108"/>
                  </a:lnTo>
                  <a:lnTo>
                    <a:pt x="9" y="146"/>
                  </a:lnTo>
                  <a:lnTo>
                    <a:pt x="0" y="186"/>
                  </a:lnTo>
                  <a:lnTo>
                    <a:pt x="0" y="208"/>
                  </a:lnTo>
                  <a:lnTo>
                    <a:pt x="0" y="229"/>
                  </a:lnTo>
                  <a:lnTo>
                    <a:pt x="9" y="270"/>
                  </a:lnTo>
                  <a:lnTo>
                    <a:pt x="25" y="307"/>
                  </a:lnTo>
                  <a:lnTo>
                    <a:pt x="48" y="340"/>
                  </a:lnTo>
                  <a:lnTo>
                    <a:pt x="75" y="369"/>
                  </a:lnTo>
                  <a:lnTo>
                    <a:pt x="108" y="391"/>
                  </a:lnTo>
                  <a:lnTo>
                    <a:pt x="146" y="406"/>
                  </a:lnTo>
                  <a:lnTo>
                    <a:pt x="186" y="415"/>
                  </a:lnTo>
                  <a:lnTo>
                    <a:pt x="208" y="4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A50EFED7-F177-3ABE-2448-19BE9BBAE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2018"/>
              <a:ext cx="285" cy="434"/>
            </a:xfrm>
            <a:custGeom>
              <a:avLst/>
              <a:gdLst>
                <a:gd name="T0" fmla="*/ 682 w 854"/>
                <a:gd name="T1" fmla="*/ 51 h 1303"/>
                <a:gd name="T2" fmla="*/ 665 w 854"/>
                <a:gd name="T3" fmla="*/ 22 h 1303"/>
                <a:gd name="T4" fmla="*/ 625 w 854"/>
                <a:gd name="T5" fmla="*/ 2 h 1303"/>
                <a:gd name="T6" fmla="*/ 239 w 854"/>
                <a:gd name="T7" fmla="*/ 0 h 1303"/>
                <a:gd name="T8" fmla="*/ 208 w 854"/>
                <a:gd name="T9" fmla="*/ 9 h 1303"/>
                <a:gd name="T10" fmla="*/ 176 w 854"/>
                <a:gd name="T11" fmla="*/ 40 h 1303"/>
                <a:gd name="T12" fmla="*/ 3 w 854"/>
                <a:gd name="T13" fmla="*/ 574 h 1303"/>
                <a:gd name="T14" fmla="*/ 3 w 854"/>
                <a:gd name="T15" fmla="*/ 607 h 1303"/>
                <a:gd name="T16" fmla="*/ 16 w 854"/>
                <a:gd name="T17" fmla="*/ 624 h 1303"/>
                <a:gd name="T18" fmla="*/ 48 w 854"/>
                <a:gd name="T19" fmla="*/ 634 h 1303"/>
                <a:gd name="T20" fmla="*/ 102 w 854"/>
                <a:gd name="T21" fmla="*/ 634 h 1303"/>
                <a:gd name="T22" fmla="*/ 141 w 854"/>
                <a:gd name="T23" fmla="*/ 613 h 1303"/>
                <a:gd name="T24" fmla="*/ 160 w 854"/>
                <a:gd name="T25" fmla="*/ 585 h 1303"/>
                <a:gd name="T26" fmla="*/ 208 w 854"/>
                <a:gd name="T27" fmla="*/ 1208 h 1303"/>
                <a:gd name="T28" fmla="*/ 224 w 854"/>
                <a:gd name="T29" fmla="*/ 1261 h 1303"/>
                <a:gd name="T30" fmla="*/ 284 w 854"/>
                <a:gd name="T31" fmla="*/ 1302 h 1303"/>
                <a:gd name="T32" fmla="*/ 310 w 854"/>
                <a:gd name="T33" fmla="*/ 1303 h 1303"/>
                <a:gd name="T34" fmla="*/ 365 w 854"/>
                <a:gd name="T35" fmla="*/ 1287 h 1303"/>
                <a:gd name="T36" fmla="*/ 405 w 854"/>
                <a:gd name="T37" fmla="*/ 1227 h 1303"/>
                <a:gd name="T38" fmla="*/ 407 w 854"/>
                <a:gd name="T39" fmla="*/ 705 h 1303"/>
                <a:gd name="T40" fmla="*/ 447 w 854"/>
                <a:gd name="T41" fmla="*/ 1208 h 1303"/>
                <a:gd name="T42" fmla="*/ 463 w 854"/>
                <a:gd name="T43" fmla="*/ 1261 h 1303"/>
                <a:gd name="T44" fmla="*/ 524 w 854"/>
                <a:gd name="T45" fmla="*/ 1302 h 1303"/>
                <a:gd name="T46" fmla="*/ 551 w 854"/>
                <a:gd name="T47" fmla="*/ 1303 h 1303"/>
                <a:gd name="T48" fmla="*/ 604 w 854"/>
                <a:gd name="T49" fmla="*/ 1287 h 1303"/>
                <a:gd name="T50" fmla="*/ 645 w 854"/>
                <a:gd name="T51" fmla="*/ 1227 h 1303"/>
                <a:gd name="T52" fmla="*/ 646 w 854"/>
                <a:gd name="T53" fmla="*/ 435 h 1303"/>
                <a:gd name="T54" fmla="*/ 700 w 854"/>
                <a:gd name="T55" fmla="*/ 595 h 1303"/>
                <a:gd name="T56" fmla="*/ 731 w 854"/>
                <a:gd name="T57" fmla="*/ 627 h 1303"/>
                <a:gd name="T58" fmla="*/ 763 w 854"/>
                <a:gd name="T59" fmla="*/ 634 h 1303"/>
                <a:gd name="T60" fmla="*/ 819 w 854"/>
                <a:gd name="T61" fmla="*/ 634 h 1303"/>
                <a:gd name="T62" fmla="*/ 845 w 854"/>
                <a:gd name="T63" fmla="*/ 617 h 1303"/>
                <a:gd name="T64" fmla="*/ 854 w 854"/>
                <a:gd name="T65" fmla="*/ 585 h 1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54" h="1303">
                  <a:moveTo>
                    <a:pt x="851" y="574"/>
                  </a:moveTo>
                  <a:lnTo>
                    <a:pt x="682" y="51"/>
                  </a:lnTo>
                  <a:lnTo>
                    <a:pt x="679" y="40"/>
                  </a:lnTo>
                  <a:lnTo>
                    <a:pt x="665" y="22"/>
                  </a:lnTo>
                  <a:lnTo>
                    <a:pt x="646" y="9"/>
                  </a:lnTo>
                  <a:lnTo>
                    <a:pt x="625" y="2"/>
                  </a:lnTo>
                  <a:lnTo>
                    <a:pt x="614" y="0"/>
                  </a:lnTo>
                  <a:lnTo>
                    <a:pt x="239" y="0"/>
                  </a:lnTo>
                  <a:lnTo>
                    <a:pt x="229" y="2"/>
                  </a:lnTo>
                  <a:lnTo>
                    <a:pt x="208" y="9"/>
                  </a:lnTo>
                  <a:lnTo>
                    <a:pt x="189" y="22"/>
                  </a:lnTo>
                  <a:lnTo>
                    <a:pt x="176" y="40"/>
                  </a:lnTo>
                  <a:lnTo>
                    <a:pt x="172" y="51"/>
                  </a:lnTo>
                  <a:lnTo>
                    <a:pt x="3" y="574"/>
                  </a:lnTo>
                  <a:lnTo>
                    <a:pt x="0" y="585"/>
                  </a:lnTo>
                  <a:lnTo>
                    <a:pt x="3" y="607"/>
                  </a:lnTo>
                  <a:lnTo>
                    <a:pt x="9" y="617"/>
                  </a:lnTo>
                  <a:lnTo>
                    <a:pt x="16" y="624"/>
                  </a:lnTo>
                  <a:lnTo>
                    <a:pt x="36" y="634"/>
                  </a:lnTo>
                  <a:lnTo>
                    <a:pt x="48" y="634"/>
                  </a:lnTo>
                  <a:lnTo>
                    <a:pt x="91" y="634"/>
                  </a:lnTo>
                  <a:lnTo>
                    <a:pt x="102" y="634"/>
                  </a:lnTo>
                  <a:lnTo>
                    <a:pt x="123" y="627"/>
                  </a:lnTo>
                  <a:lnTo>
                    <a:pt x="141" y="613"/>
                  </a:lnTo>
                  <a:lnTo>
                    <a:pt x="156" y="595"/>
                  </a:lnTo>
                  <a:lnTo>
                    <a:pt x="160" y="585"/>
                  </a:lnTo>
                  <a:lnTo>
                    <a:pt x="208" y="437"/>
                  </a:lnTo>
                  <a:lnTo>
                    <a:pt x="208" y="1208"/>
                  </a:lnTo>
                  <a:lnTo>
                    <a:pt x="209" y="1227"/>
                  </a:lnTo>
                  <a:lnTo>
                    <a:pt x="224" y="1261"/>
                  </a:lnTo>
                  <a:lnTo>
                    <a:pt x="250" y="1287"/>
                  </a:lnTo>
                  <a:lnTo>
                    <a:pt x="284" y="1302"/>
                  </a:lnTo>
                  <a:lnTo>
                    <a:pt x="304" y="1303"/>
                  </a:lnTo>
                  <a:lnTo>
                    <a:pt x="310" y="1303"/>
                  </a:lnTo>
                  <a:lnTo>
                    <a:pt x="330" y="1302"/>
                  </a:lnTo>
                  <a:lnTo>
                    <a:pt x="365" y="1287"/>
                  </a:lnTo>
                  <a:lnTo>
                    <a:pt x="391" y="1261"/>
                  </a:lnTo>
                  <a:lnTo>
                    <a:pt x="405" y="1227"/>
                  </a:lnTo>
                  <a:lnTo>
                    <a:pt x="407" y="1208"/>
                  </a:lnTo>
                  <a:lnTo>
                    <a:pt x="407" y="705"/>
                  </a:lnTo>
                  <a:lnTo>
                    <a:pt x="447" y="705"/>
                  </a:lnTo>
                  <a:lnTo>
                    <a:pt x="447" y="1208"/>
                  </a:lnTo>
                  <a:lnTo>
                    <a:pt x="449" y="1227"/>
                  </a:lnTo>
                  <a:lnTo>
                    <a:pt x="463" y="1261"/>
                  </a:lnTo>
                  <a:lnTo>
                    <a:pt x="489" y="1287"/>
                  </a:lnTo>
                  <a:lnTo>
                    <a:pt x="524" y="1302"/>
                  </a:lnTo>
                  <a:lnTo>
                    <a:pt x="544" y="1303"/>
                  </a:lnTo>
                  <a:lnTo>
                    <a:pt x="551" y="1303"/>
                  </a:lnTo>
                  <a:lnTo>
                    <a:pt x="570" y="1302"/>
                  </a:lnTo>
                  <a:lnTo>
                    <a:pt x="604" y="1287"/>
                  </a:lnTo>
                  <a:lnTo>
                    <a:pt x="630" y="1261"/>
                  </a:lnTo>
                  <a:lnTo>
                    <a:pt x="645" y="1227"/>
                  </a:lnTo>
                  <a:lnTo>
                    <a:pt x="646" y="1208"/>
                  </a:lnTo>
                  <a:lnTo>
                    <a:pt x="646" y="435"/>
                  </a:lnTo>
                  <a:lnTo>
                    <a:pt x="695" y="585"/>
                  </a:lnTo>
                  <a:lnTo>
                    <a:pt x="700" y="595"/>
                  </a:lnTo>
                  <a:lnTo>
                    <a:pt x="713" y="613"/>
                  </a:lnTo>
                  <a:lnTo>
                    <a:pt x="731" y="627"/>
                  </a:lnTo>
                  <a:lnTo>
                    <a:pt x="753" y="634"/>
                  </a:lnTo>
                  <a:lnTo>
                    <a:pt x="763" y="634"/>
                  </a:lnTo>
                  <a:lnTo>
                    <a:pt x="806" y="634"/>
                  </a:lnTo>
                  <a:lnTo>
                    <a:pt x="819" y="634"/>
                  </a:lnTo>
                  <a:lnTo>
                    <a:pt x="838" y="624"/>
                  </a:lnTo>
                  <a:lnTo>
                    <a:pt x="845" y="617"/>
                  </a:lnTo>
                  <a:lnTo>
                    <a:pt x="851" y="607"/>
                  </a:lnTo>
                  <a:lnTo>
                    <a:pt x="854" y="585"/>
                  </a:lnTo>
                  <a:lnTo>
                    <a:pt x="851" y="5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7" name="Group 4">
            <a:extLst>
              <a:ext uri="{FF2B5EF4-FFF2-40B4-BE49-F238E27FC236}">
                <a16:creationId xmlns:a16="http://schemas.microsoft.com/office/drawing/2014/main" id="{95C54327-8FD6-69B3-A9B1-32FD1640994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84836" y="4558797"/>
            <a:ext cx="350781" cy="724948"/>
            <a:chOff x="3696" y="1863"/>
            <a:chExt cx="285" cy="589"/>
          </a:xfrm>
          <a:solidFill>
            <a:schemeClr val="bg1">
              <a:lumMod val="85000"/>
            </a:schemeClr>
          </a:solidFill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6F57AD23-3F4C-3139-A6F5-0126FB137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1863"/>
              <a:ext cx="139" cy="139"/>
            </a:xfrm>
            <a:custGeom>
              <a:avLst/>
              <a:gdLst>
                <a:gd name="T0" fmla="*/ 208 w 417"/>
                <a:gd name="T1" fmla="*/ 417 h 417"/>
                <a:gd name="T2" fmla="*/ 230 w 417"/>
                <a:gd name="T3" fmla="*/ 415 h 417"/>
                <a:gd name="T4" fmla="*/ 270 w 417"/>
                <a:gd name="T5" fmla="*/ 406 h 417"/>
                <a:gd name="T6" fmla="*/ 307 w 417"/>
                <a:gd name="T7" fmla="*/ 391 h 417"/>
                <a:gd name="T8" fmla="*/ 341 w 417"/>
                <a:gd name="T9" fmla="*/ 369 h 417"/>
                <a:gd name="T10" fmla="*/ 370 w 417"/>
                <a:gd name="T11" fmla="*/ 340 h 417"/>
                <a:gd name="T12" fmla="*/ 391 w 417"/>
                <a:gd name="T13" fmla="*/ 307 h 417"/>
                <a:gd name="T14" fmla="*/ 407 w 417"/>
                <a:gd name="T15" fmla="*/ 270 h 417"/>
                <a:gd name="T16" fmla="*/ 416 w 417"/>
                <a:gd name="T17" fmla="*/ 229 h 417"/>
                <a:gd name="T18" fmla="*/ 417 w 417"/>
                <a:gd name="T19" fmla="*/ 208 h 417"/>
                <a:gd name="T20" fmla="*/ 416 w 417"/>
                <a:gd name="T21" fmla="*/ 186 h 417"/>
                <a:gd name="T22" fmla="*/ 407 w 417"/>
                <a:gd name="T23" fmla="*/ 146 h 417"/>
                <a:gd name="T24" fmla="*/ 391 w 417"/>
                <a:gd name="T25" fmla="*/ 108 h 417"/>
                <a:gd name="T26" fmla="*/ 370 w 417"/>
                <a:gd name="T27" fmla="*/ 75 h 417"/>
                <a:gd name="T28" fmla="*/ 341 w 417"/>
                <a:gd name="T29" fmla="*/ 46 h 417"/>
                <a:gd name="T30" fmla="*/ 307 w 417"/>
                <a:gd name="T31" fmla="*/ 25 h 417"/>
                <a:gd name="T32" fmla="*/ 270 w 417"/>
                <a:gd name="T33" fmla="*/ 9 h 417"/>
                <a:gd name="T34" fmla="*/ 230 w 417"/>
                <a:gd name="T35" fmla="*/ 0 h 417"/>
                <a:gd name="T36" fmla="*/ 208 w 417"/>
                <a:gd name="T37" fmla="*/ 0 h 417"/>
                <a:gd name="T38" fmla="*/ 186 w 417"/>
                <a:gd name="T39" fmla="*/ 0 h 417"/>
                <a:gd name="T40" fmla="*/ 146 w 417"/>
                <a:gd name="T41" fmla="*/ 9 h 417"/>
                <a:gd name="T42" fmla="*/ 108 w 417"/>
                <a:gd name="T43" fmla="*/ 25 h 417"/>
                <a:gd name="T44" fmla="*/ 75 w 417"/>
                <a:gd name="T45" fmla="*/ 46 h 417"/>
                <a:gd name="T46" fmla="*/ 48 w 417"/>
                <a:gd name="T47" fmla="*/ 75 h 417"/>
                <a:gd name="T48" fmla="*/ 25 w 417"/>
                <a:gd name="T49" fmla="*/ 108 h 417"/>
                <a:gd name="T50" fmla="*/ 9 w 417"/>
                <a:gd name="T51" fmla="*/ 146 h 417"/>
                <a:gd name="T52" fmla="*/ 0 w 417"/>
                <a:gd name="T53" fmla="*/ 186 h 417"/>
                <a:gd name="T54" fmla="*/ 0 w 417"/>
                <a:gd name="T55" fmla="*/ 208 h 417"/>
                <a:gd name="T56" fmla="*/ 0 w 417"/>
                <a:gd name="T57" fmla="*/ 229 h 417"/>
                <a:gd name="T58" fmla="*/ 9 w 417"/>
                <a:gd name="T59" fmla="*/ 270 h 417"/>
                <a:gd name="T60" fmla="*/ 25 w 417"/>
                <a:gd name="T61" fmla="*/ 307 h 417"/>
                <a:gd name="T62" fmla="*/ 48 w 417"/>
                <a:gd name="T63" fmla="*/ 340 h 417"/>
                <a:gd name="T64" fmla="*/ 75 w 417"/>
                <a:gd name="T65" fmla="*/ 369 h 417"/>
                <a:gd name="T66" fmla="*/ 108 w 417"/>
                <a:gd name="T67" fmla="*/ 391 h 417"/>
                <a:gd name="T68" fmla="*/ 146 w 417"/>
                <a:gd name="T69" fmla="*/ 406 h 417"/>
                <a:gd name="T70" fmla="*/ 186 w 417"/>
                <a:gd name="T71" fmla="*/ 415 h 417"/>
                <a:gd name="T72" fmla="*/ 208 w 417"/>
                <a:gd name="T73" fmla="*/ 417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17" h="417">
                  <a:moveTo>
                    <a:pt x="208" y="417"/>
                  </a:moveTo>
                  <a:lnTo>
                    <a:pt x="230" y="415"/>
                  </a:lnTo>
                  <a:lnTo>
                    <a:pt x="270" y="406"/>
                  </a:lnTo>
                  <a:lnTo>
                    <a:pt x="307" y="391"/>
                  </a:lnTo>
                  <a:lnTo>
                    <a:pt x="341" y="369"/>
                  </a:lnTo>
                  <a:lnTo>
                    <a:pt x="370" y="340"/>
                  </a:lnTo>
                  <a:lnTo>
                    <a:pt x="391" y="307"/>
                  </a:lnTo>
                  <a:lnTo>
                    <a:pt x="407" y="270"/>
                  </a:lnTo>
                  <a:lnTo>
                    <a:pt x="416" y="229"/>
                  </a:lnTo>
                  <a:lnTo>
                    <a:pt x="417" y="208"/>
                  </a:lnTo>
                  <a:lnTo>
                    <a:pt x="416" y="186"/>
                  </a:lnTo>
                  <a:lnTo>
                    <a:pt x="407" y="146"/>
                  </a:lnTo>
                  <a:lnTo>
                    <a:pt x="391" y="108"/>
                  </a:lnTo>
                  <a:lnTo>
                    <a:pt x="370" y="75"/>
                  </a:lnTo>
                  <a:lnTo>
                    <a:pt x="341" y="46"/>
                  </a:lnTo>
                  <a:lnTo>
                    <a:pt x="307" y="25"/>
                  </a:lnTo>
                  <a:lnTo>
                    <a:pt x="270" y="9"/>
                  </a:lnTo>
                  <a:lnTo>
                    <a:pt x="230" y="0"/>
                  </a:lnTo>
                  <a:lnTo>
                    <a:pt x="208" y="0"/>
                  </a:lnTo>
                  <a:lnTo>
                    <a:pt x="186" y="0"/>
                  </a:lnTo>
                  <a:lnTo>
                    <a:pt x="146" y="9"/>
                  </a:lnTo>
                  <a:lnTo>
                    <a:pt x="108" y="25"/>
                  </a:lnTo>
                  <a:lnTo>
                    <a:pt x="75" y="46"/>
                  </a:lnTo>
                  <a:lnTo>
                    <a:pt x="48" y="75"/>
                  </a:lnTo>
                  <a:lnTo>
                    <a:pt x="25" y="108"/>
                  </a:lnTo>
                  <a:lnTo>
                    <a:pt x="9" y="146"/>
                  </a:lnTo>
                  <a:lnTo>
                    <a:pt x="0" y="186"/>
                  </a:lnTo>
                  <a:lnTo>
                    <a:pt x="0" y="208"/>
                  </a:lnTo>
                  <a:lnTo>
                    <a:pt x="0" y="229"/>
                  </a:lnTo>
                  <a:lnTo>
                    <a:pt x="9" y="270"/>
                  </a:lnTo>
                  <a:lnTo>
                    <a:pt x="25" y="307"/>
                  </a:lnTo>
                  <a:lnTo>
                    <a:pt x="48" y="340"/>
                  </a:lnTo>
                  <a:lnTo>
                    <a:pt x="75" y="369"/>
                  </a:lnTo>
                  <a:lnTo>
                    <a:pt x="108" y="391"/>
                  </a:lnTo>
                  <a:lnTo>
                    <a:pt x="146" y="406"/>
                  </a:lnTo>
                  <a:lnTo>
                    <a:pt x="186" y="415"/>
                  </a:lnTo>
                  <a:lnTo>
                    <a:pt x="208" y="4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F4059457-883D-A196-248F-62F10B51C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2018"/>
              <a:ext cx="285" cy="434"/>
            </a:xfrm>
            <a:custGeom>
              <a:avLst/>
              <a:gdLst>
                <a:gd name="T0" fmla="*/ 682 w 854"/>
                <a:gd name="T1" fmla="*/ 51 h 1303"/>
                <a:gd name="T2" fmla="*/ 665 w 854"/>
                <a:gd name="T3" fmla="*/ 22 h 1303"/>
                <a:gd name="T4" fmla="*/ 625 w 854"/>
                <a:gd name="T5" fmla="*/ 2 h 1303"/>
                <a:gd name="T6" fmla="*/ 239 w 854"/>
                <a:gd name="T7" fmla="*/ 0 h 1303"/>
                <a:gd name="T8" fmla="*/ 208 w 854"/>
                <a:gd name="T9" fmla="*/ 9 h 1303"/>
                <a:gd name="T10" fmla="*/ 176 w 854"/>
                <a:gd name="T11" fmla="*/ 40 h 1303"/>
                <a:gd name="T12" fmla="*/ 3 w 854"/>
                <a:gd name="T13" fmla="*/ 574 h 1303"/>
                <a:gd name="T14" fmla="*/ 3 w 854"/>
                <a:gd name="T15" fmla="*/ 607 h 1303"/>
                <a:gd name="T16" fmla="*/ 16 w 854"/>
                <a:gd name="T17" fmla="*/ 624 h 1303"/>
                <a:gd name="T18" fmla="*/ 48 w 854"/>
                <a:gd name="T19" fmla="*/ 634 h 1303"/>
                <a:gd name="T20" fmla="*/ 102 w 854"/>
                <a:gd name="T21" fmla="*/ 634 h 1303"/>
                <a:gd name="T22" fmla="*/ 141 w 854"/>
                <a:gd name="T23" fmla="*/ 613 h 1303"/>
                <a:gd name="T24" fmla="*/ 160 w 854"/>
                <a:gd name="T25" fmla="*/ 585 h 1303"/>
                <a:gd name="T26" fmla="*/ 208 w 854"/>
                <a:gd name="T27" fmla="*/ 1208 h 1303"/>
                <a:gd name="T28" fmla="*/ 224 w 854"/>
                <a:gd name="T29" fmla="*/ 1261 h 1303"/>
                <a:gd name="T30" fmla="*/ 284 w 854"/>
                <a:gd name="T31" fmla="*/ 1302 h 1303"/>
                <a:gd name="T32" fmla="*/ 310 w 854"/>
                <a:gd name="T33" fmla="*/ 1303 h 1303"/>
                <a:gd name="T34" fmla="*/ 365 w 854"/>
                <a:gd name="T35" fmla="*/ 1287 h 1303"/>
                <a:gd name="T36" fmla="*/ 405 w 854"/>
                <a:gd name="T37" fmla="*/ 1227 h 1303"/>
                <a:gd name="T38" fmla="*/ 407 w 854"/>
                <a:gd name="T39" fmla="*/ 705 h 1303"/>
                <a:gd name="T40" fmla="*/ 447 w 854"/>
                <a:gd name="T41" fmla="*/ 1208 h 1303"/>
                <a:gd name="T42" fmla="*/ 463 w 854"/>
                <a:gd name="T43" fmla="*/ 1261 h 1303"/>
                <a:gd name="T44" fmla="*/ 524 w 854"/>
                <a:gd name="T45" fmla="*/ 1302 h 1303"/>
                <a:gd name="T46" fmla="*/ 551 w 854"/>
                <a:gd name="T47" fmla="*/ 1303 h 1303"/>
                <a:gd name="T48" fmla="*/ 604 w 854"/>
                <a:gd name="T49" fmla="*/ 1287 h 1303"/>
                <a:gd name="T50" fmla="*/ 645 w 854"/>
                <a:gd name="T51" fmla="*/ 1227 h 1303"/>
                <a:gd name="T52" fmla="*/ 646 w 854"/>
                <a:gd name="T53" fmla="*/ 435 h 1303"/>
                <a:gd name="T54" fmla="*/ 700 w 854"/>
                <a:gd name="T55" fmla="*/ 595 h 1303"/>
                <a:gd name="T56" fmla="*/ 731 w 854"/>
                <a:gd name="T57" fmla="*/ 627 h 1303"/>
                <a:gd name="T58" fmla="*/ 763 w 854"/>
                <a:gd name="T59" fmla="*/ 634 h 1303"/>
                <a:gd name="T60" fmla="*/ 819 w 854"/>
                <a:gd name="T61" fmla="*/ 634 h 1303"/>
                <a:gd name="T62" fmla="*/ 845 w 854"/>
                <a:gd name="T63" fmla="*/ 617 h 1303"/>
                <a:gd name="T64" fmla="*/ 854 w 854"/>
                <a:gd name="T65" fmla="*/ 585 h 1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54" h="1303">
                  <a:moveTo>
                    <a:pt x="851" y="574"/>
                  </a:moveTo>
                  <a:lnTo>
                    <a:pt x="682" y="51"/>
                  </a:lnTo>
                  <a:lnTo>
                    <a:pt x="679" y="40"/>
                  </a:lnTo>
                  <a:lnTo>
                    <a:pt x="665" y="22"/>
                  </a:lnTo>
                  <a:lnTo>
                    <a:pt x="646" y="9"/>
                  </a:lnTo>
                  <a:lnTo>
                    <a:pt x="625" y="2"/>
                  </a:lnTo>
                  <a:lnTo>
                    <a:pt x="614" y="0"/>
                  </a:lnTo>
                  <a:lnTo>
                    <a:pt x="239" y="0"/>
                  </a:lnTo>
                  <a:lnTo>
                    <a:pt x="229" y="2"/>
                  </a:lnTo>
                  <a:lnTo>
                    <a:pt x="208" y="9"/>
                  </a:lnTo>
                  <a:lnTo>
                    <a:pt x="189" y="22"/>
                  </a:lnTo>
                  <a:lnTo>
                    <a:pt x="176" y="40"/>
                  </a:lnTo>
                  <a:lnTo>
                    <a:pt x="172" y="51"/>
                  </a:lnTo>
                  <a:lnTo>
                    <a:pt x="3" y="574"/>
                  </a:lnTo>
                  <a:lnTo>
                    <a:pt x="0" y="585"/>
                  </a:lnTo>
                  <a:lnTo>
                    <a:pt x="3" y="607"/>
                  </a:lnTo>
                  <a:lnTo>
                    <a:pt x="9" y="617"/>
                  </a:lnTo>
                  <a:lnTo>
                    <a:pt x="16" y="624"/>
                  </a:lnTo>
                  <a:lnTo>
                    <a:pt x="36" y="634"/>
                  </a:lnTo>
                  <a:lnTo>
                    <a:pt x="48" y="634"/>
                  </a:lnTo>
                  <a:lnTo>
                    <a:pt x="91" y="634"/>
                  </a:lnTo>
                  <a:lnTo>
                    <a:pt x="102" y="634"/>
                  </a:lnTo>
                  <a:lnTo>
                    <a:pt x="123" y="627"/>
                  </a:lnTo>
                  <a:lnTo>
                    <a:pt x="141" y="613"/>
                  </a:lnTo>
                  <a:lnTo>
                    <a:pt x="156" y="595"/>
                  </a:lnTo>
                  <a:lnTo>
                    <a:pt x="160" y="585"/>
                  </a:lnTo>
                  <a:lnTo>
                    <a:pt x="208" y="437"/>
                  </a:lnTo>
                  <a:lnTo>
                    <a:pt x="208" y="1208"/>
                  </a:lnTo>
                  <a:lnTo>
                    <a:pt x="209" y="1227"/>
                  </a:lnTo>
                  <a:lnTo>
                    <a:pt x="224" y="1261"/>
                  </a:lnTo>
                  <a:lnTo>
                    <a:pt x="250" y="1287"/>
                  </a:lnTo>
                  <a:lnTo>
                    <a:pt x="284" y="1302"/>
                  </a:lnTo>
                  <a:lnTo>
                    <a:pt x="304" y="1303"/>
                  </a:lnTo>
                  <a:lnTo>
                    <a:pt x="310" y="1303"/>
                  </a:lnTo>
                  <a:lnTo>
                    <a:pt x="330" y="1302"/>
                  </a:lnTo>
                  <a:lnTo>
                    <a:pt x="365" y="1287"/>
                  </a:lnTo>
                  <a:lnTo>
                    <a:pt x="391" y="1261"/>
                  </a:lnTo>
                  <a:lnTo>
                    <a:pt x="405" y="1227"/>
                  </a:lnTo>
                  <a:lnTo>
                    <a:pt x="407" y="1208"/>
                  </a:lnTo>
                  <a:lnTo>
                    <a:pt x="407" y="705"/>
                  </a:lnTo>
                  <a:lnTo>
                    <a:pt x="447" y="705"/>
                  </a:lnTo>
                  <a:lnTo>
                    <a:pt x="447" y="1208"/>
                  </a:lnTo>
                  <a:lnTo>
                    <a:pt x="449" y="1227"/>
                  </a:lnTo>
                  <a:lnTo>
                    <a:pt x="463" y="1261"/>
                  </a:lnTo>
                  <a:lnTo>
                    <a:pt x="489" y="1287"/>
                  </a:lnTo>
                  <a:lnTo>
                    <a:pt x="524" y="1302"/>
                  </a:lnTo>
                  <a:lnTo>
                    <a:pt x="544" y="1303"/>
                  </a:lnTo>
                  <a:lnTo>
                    <a:pt x="551" y="1303"/>
                  </a:lnTo>
                  <a:lnTo>
                    <a:pt x="570" y="1302"/>
                  </a:lnTo>
                  <a:lnTo>
                    <a:pt x="604" y="1287"/>
                  </a:lnTo>
                  <a:lnTo>
                    <a:pt x="630" y="1261"/>
                  </a:lnTo>
                  <a:lnTo>
                    <a:pt x="645" y="1227"/>
                  </a:lnTo>
                  <a:lnTo>
                    <a:pt x="646" y="1208"/>
                  </a:lnTo>
                  <a:lnTo>
                    <a:pt x="646" y="435"/>
                  </a:lnTo>
                  <a:lnTo>
                    <a:pt x="695" y="585"/>
                  </a:lnTo>
                  <a:lnTo>
                    <a:pt x="700" y="595"/>
                  </a:lnTo>
                  <a:lnTo>
                    <a:pt x="713" y="613"/>
                  </a:lnTo>
                  <a:lnTo>
                    <a:pt x="731" y="627"/>
                  </a:lnTo>
                  <a:lnTo>
                    <a:pt x="753" y="634"/>
                  </a:lnTo>
                  <a:lnTo>
                    <a:pt x="763" y="634"/>
                  </a:lnTo>
                  <a:lnTo>
                    <a:pt x="806" y="634"/>
                  </a:lnTo>
                  <a:lnTo>
                    <a:pt x="819" y="634"/>
                  </a:lnTo>
                  <a:lnTo>
                    <a:pt x="838" y="624"/>
                  </a:lnTo>
                  <a:lnTo>
                    <a:pt x="845" y="617"/>
                  </a:lnTo>
                  <a:lnTo>
                    <a:pt x="851" y="607"/>
                  </a:lnTo>
                  <a:lnTo>
                    <a:pt x="854" y="585"/>
                  </a:lnTo>
                  <a:lnTo>
                    <a:pt x="851" y="5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Group 4">
            <a:extLst>
              <a:ext uri="{FF2B5EF4-FFF2-40B4-BE49-F238E27FC236}">
                <a16:creationId xmlns:a16="http://schemas.microsoft.com/office/drawing/2014/main" id="{15241BFA-158D-4333-3C15-FC699667E54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53459" y="4558797"/>
            <a:ext cx="350781" cy="724948"/>
            <a:chOff x="3696" y="1863"/>
            <a:chExt cx="285" cy="589"/>
          </a:xfrm>
          <a:solidFill>
            <a:schemeClr val="bg1">
              <a:lumMod val="85000"/>
            </a:schemeClr>
          </a:solidFill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D169B43C-A8FE-594B-FE82-A192278F1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1863"/>
              <a:ext cx="139" cy="139"/>
            </a:xfrm>
            <a:custGeom>
              <a:avLst/>
              <a:gdLst>
                <a:gd name="T0" fmla="*/ 208 w 417"/>
                <a:gd name="T1" fmla="*/ 417 h 417"/>
                <a:gd name="T2" fmla="*/ 230 w 417"/>
                <a:gd name="T3" fmla="*/ 415 h 417"/>
                <a:gd name="T4" fmla="*/ 270 w 417"/>
                <a:gd name="T5" fmla="*/ 406 h 417"/>
                <a:gd name="T6" fmla="*/ 307 w 417"/>
                <a:gd name="T7" fmla="*/ 391 h 417"/>
                <a:gd name="T8" fmla="*/ 341 w 417"/>
                <a:gd name="T9" fmla="*/ 369 h 417"/>
                <a:gd name="T10" fmla="*/ 370 w 417"/>
                <a:gd name="T11" fmla="*/ 340 h 417"/>
                <a:gd name="T12" fmla="*/ 391 w 417"/>
                <a:gd name="T13" fmla="*/ 307 h 417"/>
                <a:gd name="T14" fmla="*/ 407 w 417"/>
                <a:gd name="T15" fmla="*/ 270 h 417"/>
                <a:gd name="T16" fmla="*/ 416 w 417"/>
                <a:gd name="T17" fmla="*/ 229 h 417"/>
                <a:gd name="T18" fmla="*/ 417 w 417"/>
                <a:gd name="T19" fmla="*/ 208 h 417"/>
                <a:gd name="T20" fmla="*/ 416 w 417"/>
                <a:gd name="T21" fmla="*/ 186 h 417"/>
                <a:gd name="T22" fmla="*/ 407 w 417"/>
                <a:gd name="T23" fmla="*/ 146 h 417"/>
                <a:gd name="T24" fmla="*/ 391 w 417"/>
                <a:gd name="T25" fmla="*/ 108 h 417"/>
                <a:gd name="T26" fmla="*/ 370 w 417"/>
                <a:gd name="T27" fmla="*/ 75 h 417"/>
                <a:gd name="T28" fmla="*/ 341 w 417"/>
                <a:gd name="T29" fmla="*/ 46 h 417"/>
                <a:gd name="T30" fmla="*/ 307 w 417"/>
                <a:gd name="T31" fmla="*/ 25 h 417"/>
                <a:gd name="T32" fmla="*/ 270 w 417"/>
                <a:gd name="T33" fmla="*/ 9 h 417"/>
                <a:gd name="T34" fmla="*/ 230 w 417"/>
                <a:gd name="T35" fmla="*/ 0 h 417"/>
                <a:gd name="T36" fmla="*/ 208 w 417"/>
                <a:gd name="T37" fmla="*/ 0 h 417"/>
                <a:gd name="T38" fmla="*/ 186 w 417"/>
                <a:gd name="T39" fmla="*/ 0 h 417"/>
                <a:gd name="T40" fmla="*/ 146 w 417"/>
                <a:gd name="T41" fmla="*/ 9 h 417"/>
                <a:gd name="T42" fmla="*/ 108 w 417"/>
                <a:gd name="T43" fmla="*/ 25 h 417"/>
                <a:gd name="T44" fmla="*/ 75 w 417"/>
                <a:gd name="T45" fmla="*/ 46 h 417"/>
                <a:gd name="T46" fmla="*/ 48 w 417"/>
                <a:gd name="T47" fmla="*/ 75 h 417"/>
                <a:gd name="T48" fmla="*/ 25 w 417"/>
                <a:gd name="T49" fmla="*/ 108 h 417"/>
                <a:gd name="T50" fmla="*/ 9 w 417"/>
                <a:gd name="T51" fmla="*/ 146 h 417"/>
                <a:gd name="T52" fmla="*/ 0 w 417"/>
                <a:gd name="T53" fmla="*/ 186 h 417"/>
                <a:gd name="T54" fmla="*/ 0 w 417"/>
                <a:gd name="T55" fmla="*/ 208 h 417"/>
                <a:gd name="T56" fmla="*/ 0 w 417"/>
                <a:gd name="T57" fmla="*/ 229 h 417"/>
                <a:gd name="T58" fmla="*/ 9 w 417"/>
                <a:gd name="T59" fmla="*/ 270 h 417"/>
                <a:gd name="T60" fmla="*/ 25 w 417"/>
                <a:gd name="T61" fmla="*/ 307 h 417"/>
                <a:gd name="T62" fmla="*/ 48 w 417"/>
                <a:gd name="T63" fmla="*/ 340 h 417"/>
                <a:gd name="T64" fmla="*/ 75 w 417"/>
                <a:gd name="T65" fmla="*/ 369 h 417"/>
                <a:gd name="T66" fmla="*/ 108 w 417"/>
                <a:gd name="T67" fmla="*/ 391 h 417"/>
                <a:gd name="T68" fmla="*/ 146 w 417"/>
                <a:gd name="T69" fmla="*/ 406 h 417"/>
                <a:gd name="T70" fmla="*/ 186 w 417"/>
                <a:gd name="T71" fmla="*/ 415 h 417"/>
                <a:gd name="T72" fmla="*/ 208 w 417"/>
                <a:gd name="T73" fmla="*/ 417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17" h="417">
                  <a:moveTo>
                    <a:pt x="208" y="417"/>
                  </a:moveTo>
                  <a:lnTo>
                    <a:pt x="230" y="415"/>
                  </a:lnTo>
                  <a:lnTo>
                    <a:pt x="270" y="406"/>
                  </a:lnTo>
                  <a:lnTo>
                    <a:pt x="307" y="391"/>
                  </a:lnTo>
                  <a:lnTo>
                    <a:pt x="341" y="369"/>
                  </a:lnTo>
                  <a:lnTo>
                    <a:pt x="370" y="340"/>
                  </a:lnTo>
                  <a:lnTo>
                    <a:pt x="391" y="307"/>
                  </a:lnTo>
                  <a:lnTo>
                    <a:pt x="407" y="270"/>
                  </a:lnTo>
                  <a:lnTo>
                    <a:pt x="416" y="229"/>
                  </a:lnTo>
                  <a:lnTo>
                    <a:pt x="417" y="208"/>
                  </a:lnTo>
                  <a:lnTo>
                    <a:pt x="416" y="186"/>
                  </a:lnTo>
                  <a:lnTo>
                    <a:pt x="407" y="146"/>
                  </a:lnTo>
                  <a:lnTo>
                    <a:pt x="391" y="108"/>
                  </a:lnTo>
                  <a:lnTo>
                    <a:pt x="370" y="75"/>
                  </a:lnTo>
                  <a:lnTo>
                    <a:pt x="341" y="46"/>
                  </a:lnTo>
                  <a:lnTo>
                    <a:pt x="307" y="25"/>
                  </a:lnTo>
                  <a:lnTo>
                    <a:pt x="270" y="9"/>
                  </a:lnTo>
                  <a:lnTo>
                    <a:pt x="230" y="0"/>
                  </a:lnTo>
                  <a:lnTo>
                    <a:pt x="208" y="0"/>
                  </a:lnTo>
                  <a:lnTo>
                    <a:pt x="186" y="0"/>
                  </a:lnTo>
                  <a:lnTo>
                    <a:pt x="146" y="9"/>
                  </a:lnTo>
                  <a:lnTo>
                    <a:pt x="108" y="25"/>
                  </a:lnTo>
                  <a:lnTo>
                    <a:pt x="75" y="46"/>
                  </a:lnTo>
                  <a:lnTo>
                    <a:pt x="48" y="75"/>
                  </a:lnTo>
                  <a:lnTo>
                    <a:pt x="25" y="108"/>
                  </a:lnTo>
                  <a:lnTo>
                    <a:pt x="9" y="146"/>
                  </a:lnTo>
                  <a:lnTo>
                    <a:pt x="0" y="186"/>
                  </a:lnTo>
                  <a:lnTo>
                    <a:pt x="0" y="208"/>
                  </a:lnTo>
                  <a:lnTo>
                    <a:pt x="0" y="229"/>
                  </a:lnTo>
                  <a:lnTo>
                    <a:pt x="9" y="270"/>
                  </a:lnTo>
                  <a:lnTo>
                    <a:pt x="25" y="307"/>
                  </a:lnTo>
                  <a:lnTo>
                    <a:pt x="48" y="340"/>
                  </a:lnTo>
                  <a:lnTo>
                    <a:pt x="75" y="369"/>
                  </a:lnTo>
                  <a:lnTo>
                    <a:pt x="108" y="391"/>
                  </a:lnTo>
                  <a:lnTo>
                    <a:pt x="146" y="406"/>
                  </a:lnTo>
                  <a:lnTo>
                    <a:pt x="186" y="415"/>
                  </a:lnTo>
                  <a:lnTo>
                    <a:pt x="208" y="4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B812FEA1-5CA7-F54B-EDA1-0734148BF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2018"/>
              <a:ext cx="285" cy="434"/>
            </a:xfrm>
            <a:custGeom>
              <a:avLst/>
              <a:gdLst>
                <a:gd name="T0" fmla="*/ 682 w 854"/>
                <a:gd name="T1" fmla="*/ 51 h 1303"/>
                <a:gd name="T2" fmla="*/ 665 w 854"/>
                <a:gd name="T3" fmla="*/ 22 h 1303"/>
                <a:gd name="T4" fmla="*/ 625 w 854"/>
                <a:gd name="T5" fmla="*/ 2 h 1303"/>
                <a:gd name="T6" fmla="*/ 239 w 854"/>
                <a:gd name="T7" fmla="*/ 0 h 1303"/>
                <a:gd name="T8" fmla="*/ 208 w 854"/>
                <a:gd name="T9" fmla="*/ 9 h 1303"/>
                <a:gd name="T10" fmla="*/ 176 w 854"/>
                <a:gd name="T11" fmla="*/ 40 h 1303"/>
                <a:gd name="T12" fmla="*/ 3 w 854"/>
                <a:gd name="T13" fmla="*/ 574 h 1303"/>
                <a:gd name="T14" fmla="*/ 3 w 854"/>
                <a:gd name="T15" fmla="*/ 607 h 1303"/>
                <a:gd name="T16" fmla="*/ 16 w 854"/>
                <a:gd name="T17" fmla="*/ 624 h 1303"/>
                <a:gd name="T18" fmla="*/ 48 w 854"/>
                <a:gd name="T19" fmla="*/ 634 h 1303"/>
                <a:gd name="T20" fmla="*/ 102 w 854"/>
                <a:gd name="T21" fmla="*/ 634 h 1303"/>
                <a:gd name="T22" fmla="*/ 141 w 854"/>
                <a:gd name="T23" fmla="*/ 613 h 1303"/>
                <a:gd name="T24" fmla="*/ 160 w 854"/>
                <a:gd name="T25" fmla="*/ 585 h 1303"/>
                <a:gd name="T26" fmla="*/ 208 w 854"/>
                <a:gd name="T27" fmla="*/ 1208 h 1303"/>
                <a:gd name="T28" fmla="*/ 224 w 854"/>
                <a:gd name="T29" fmla="*/ 1261 h 1303"/>
                <a:gd name="T30" fmla="*/ 284 w 854"/>
                <a:gd name="T31" fmla="*/ 1302 h 1303"/>
                <a:gd name="T32" fmla="*/ 310 w 854"/>
                <a:gd name="T33" fmla="*/ 1303 h 1303"/>
                <a:gd name="T34" fmla="*/ 365 w 854"/>
                <a:gd name="T35" fmla="*/ 1287 h 1303"/>
                <a:gd name="T36" fmla="*/ 405 w 854"/>
                <a:gd name="T37" fmla="*/ 1227 h 1303"/>
                <a:gd name="T38" fmla="*/ 407 w 854"/>
                <a:gd name="T39" fmla="*/ 705 h 1303"/>
                <a:gd name="T40" fmla="*/ 447 w 854"/>
                <a:gd name="T41" fmla="*/ 1208 h 1303"/>
                <a:gd name="T42" fmla="*/ 463 w 854"/>
                <a:gd name="T43" fmla="*/ 1261 h 1303"/>
                <a:gd name="T44" fmla="*/ 524 w 854"/>
                <a:gd name="T45" fmla="*/ 1302 h 1303"/>
                <a:gd name="T46" fmla="*/ 551 w 854"/>
                <a:gd name="T47" fmla="*/ 1303 h 1303"/>
                <a:gd name="T48" fmla="*/ 604 w 854"/>
                <a:gd name="T49" fmla="*/ 1287 h 1303"/>
                <a:gd name="T50" fmla="*/ 645 w 854"/>
                <a:gd name="T51" fmla="*/ 1227 h 1303"/>
                <a:gd name="T52" fmla="*/ 646 w 854"/>
                <a:gd name="T53" fmla="*/ 435 h 1303"/>
                <a:gd name="T54" fmla="*/ 700 w 854"/>
                <a:gd name="T55" fmla="*/ 595 h 1303"/>
                <a:gd name="T56" fmla="*/ 731 w 854"/>
                <a:gd name="T57" fmla="*/ 627 h 1303"/>
                <a:gd name="T58" fmla="*/ 763 w 854"/>
                <a:gd name="T59" fmla="*/ 634 h 1303"/>
                <a:gd name="T60" fmla="*/ 819 w 854"/>
                <a:gd name="T61" fmla="*/ 634 h 1303"/>
                <a:gd name="T62" fmla="*/ 845 w 854"/>
                <a:gd name="T63" fmla="*/ 617 h 1303"/>
                <a:gd name="T64" fmla="*/ 854 w 854"/>
                <a:gd name="T65" fmla="*/ 585 h 1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54" h="1303">
                  <a:moveTo>
                    <a:pt x="851" y="574"/>
                  </a:moveTo>
                  <a:lnTo>
                    <a:pt x="682" y="51"/>
                  </a:lnTo>
                  <a:lnTo>
                    <a:pt x="679" y="40"/>
                  </a:lnTo>
                  <a:lnTo>
                    <a:pt x="665" y="22"/>
                  </a:lnTo>
                  <a:lnTo>
                    <a:pt x="646" y="9"/>
                  </a:lnTo>
                  <a:lnTo>
                    <a:pt x="625" y="2"/>
                  </a:lnTo>
                  <a:lnTo>
                    <a:pt x="614" y="0"/>
                  </a:lnTo>
                  <a:lnTo>
                    <a:pt x="239" y="0"/>
                  </a:lnTo>
                  <a:lnTo>
                    <a:pt x="229" y="2"/>
                  </a:lnTo>
                  <a:lnTo>
                    <a:pt x="208" y="9"/>
                  </a:lnTo>
                  <a:lnTo>
                    <a:pt x="189" y="22"/>
                  </a:lnTo>
                  <a:lnTo>
                    <a:pt x="176" y="40"/>
                  </a:lnTo>
                  <a:lnTo>
                    <a:pt x="172" y="51"/>
                  </a:lnTo>
                  <a:lnTo>
                    <a:pt x="3" y="574"/>
                  </a:lnTo>
                  <a:lnTo>
                    <a:pt x="0" y="585"/>
                  </a:lnTo>
                  <a:lnTo>
                    <a:pt x="3" y="607"/>
                  </a:lnTo>
                  <a:lnTo>
                    <a:pt x="9" y="617"/>
                  </a:lnTo>
                  <a:lnTo>
                    <a:pt x="16" y="624"/>
                  </a:lnTo>
                  <a:lnTo>
                    <a:pt x="36" y="634"/>
                  </a:lnTo>
                  <a:lnTo>
                    <a:pt x="48" y="634"/>
                  </a:lnTo>
                  <a:lnTo>
                    <a:pt x="91" y="634"/>
                  </a:lnTo>
                  <a:lnTo>
                    <a:pt x="102" y="634"/>
                  </a:lnTo>
                  <a:lnTo>
                    <a:pt x="123" y="627"/>
                  </a:lnTo>
                  <a:lnTo>
                    <a:pt x="141" y="613"/>
                  </a:lnTo>
                  <a:lnTo>
                    <a:pt x="156" y="595"/>
                  </a:lnTo>
                  <a:lnTo>
                    <a:pt x="160" y="585"/>
                  </a:lnTo>
                  <a:lnTo>
                    <a:pt x="208" y="437"/>
                  </a:lnTo>
                  <a:lnTo>
                    <a:pt x="208" y="1208"/>
                  </a:lnTo>
                  <a:lnTo>
                    <a:pt x="209" y="1227"/>
                  </a:lnTo>
                  <a:lnTo>
                    <a:pt x="224" y="1261"/>
                  </a:lnTo>
                  <a:lnTo>
                    <a:pt x="250" y="1287"/>
                  </a:lnTo>
                  <a:lnTo>
                    <a:pt x="284" y="1302"/>
                  </a:lnTo>
                  <a:lnTo>
                    <a:pt x="304" y="1303"/>
                  </a:lnTo>
                  <a:lnTo>
                    <a:pt x="310" y="1303"/>
                  </a:lnTo>
                  <a:lnTo>
                    <a:pt x="330" y="1302"/>
                  </a:lnTo>
                  <a:lnTo>
                    <a:pt x="365" y="1287"/>
                  </a:lnTo>
                  <a:lnTo>
                    <a:pt x="391" y="1261"/>
                  </a:lnTo>
                  <a:lnTo>
                    <a:pt x="405" y="1227"/>
                  </a:lnTo>
                  <a:lnTo>
                    <a:pt x="407" y="1208"/>
                  </a:lnTo>
                  <a:lnTo>
                    <a:pt x="407" y="705"/>
                  </a:lnTo>
                  <a:lnTo>
                    <a:pt x="447" y="705"/>
                  </a:lnTo>
                  <a:lnTo>
                    <a:pt x="447" y="1208"/>
                  </a:lnTo>
                  <a:lnTo>
                    <a:pt x="449" y="1227"/>
                  </a:lnTo>
                  <a:lnTo>
                    <a:pt x="463" y="1261"/>
                  </a:lnTo>
                  <a:lnTo>
                    <a:pt x="489" y="1287"/>
                  </a:lnTo>
                  <a:lnTo>
                    <a:pt x="524" y="1302"/>
                  </a:lnTo>
                  <a:lnTo>
                    <a:pt x="544" y="1303"/>
                  </a:lnTo>
                  <a:lnTo>
                    <a:pt x="551" y="1303"/>
                  </a:lnTo>
                  <a:lnTo>
                    <a:pt x="570" y="1302"/>
                  </a:lnTo>
                  <a:lnTo>
                    <a:pt x="604" y="1287"/>
                  </a:lnTo>
                  <a:lnTo>
                    <a:pt x="630" y="1261"/>
                  </a:lnTo>
                  <a:lnTo>
                    <a:pt x="645" y="1227"/>
                  </a:lnTo>
                  <a:lnTo>
                    <a:pt x="646" y="1208"/>
                  </a:lnTo>
                  <a:lnTo>
                    <a:pt x="646" y="435"/>
                  </a:lnTo>
                  <a:lnTo>
                    <a:pt x="695" y="585"/>
                  </a:lnTo>
                  <a:lnTo>
                    <a:pt x="700" y="595"/>
                  </a:lnTo>
                  <a:lnTo>
                    <a:pt x="713" y="613"/>
                  </a:lnTo>
                  <a:lnTo>
                    <a:pt x="731" y="627"/>
                  </a:lnTo>
                  <a:lnTo>
                    <a:pt x="753" y="634"/>
                  </a:lnTo>
                  <a:lnTo>
                    <a:pt x="763" y="634"/>
                  </a:lnTo>
                  <a:lnTo>
                    <a:pt x="806" y="634"/>
                  </a:lnTo>
                  <a:lnTo>
                    <a:pt x="819" y="634"/>
                  </a:lnTo>
                  <a:lnTo>
                    <a:pt x="838" y="624"/>
                  </a:lnTo>
                  <a:lnTo>
                    <a:pt x="845" y="617"/>
                  </a:lnTo>
                  <a:lnTo>
                    <a:pt x="851" y="607"/>
                  </a:lnTo>
                  <a:lnTo>
                    <a:pt x="854" y="585"/>
                  </a:lnTo>
                  <a:lnTo>
                    <a:pt x="851" y="5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3" name="Group 4">
            <a:extLst>
              <a:ext uri="{FF2B5EF4-FFF2-40B4-BE49-F238E27FC236}">
                <a16:creationId xmlns:a16="http://schemas.microsoft.com/office/drawing/2014/main" id="{4084A6B6-6C10-07FD-34AA-BD04EF361B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922082" y="4558797"/>
            <a:ext cx="350781" cy="724948"/>
            <a:chOff x="3696" y="1863"/>
            <a:chExt cx="285" cy="589"/>
          </a:xfrm>
          <a:solidFill>
            <a:schemeClr val="bg1">
              <a:lumMod val="85000"/>
            </a:schemeClr>
          </a:solidFill>
        </p:grpSpPr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CF3BEA30-18F8-9BAC-AB07-309A1B914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1863"/>
              <a:ext cx="139" cy="139"/>
            </a:xfrm>
            <a:custGeom>
              <a:avLst/>
              <a:gdLst>
                <a:gd name="T0" fmla="*/ 208 w 417"/>
                <a:gd name="T1" fmla="*/ 417 h 417"/>
                <a:gd name="T2" fmla="*/ 230 w 417"/>
                <a:gd name="T3" fmla="*/ 415 h 417"/>
                <a:gd name="T4" fmla="*/ 270 w 417"/>
                <a:gd name="T5" fmla="*/ 406 h 417"/>
                <a:gd name="T6" fmla="*/ 307 w 417"/>
                <a:gd name="T7" fmla="*/ 391 h 417"/>
                <a:gd name="T8" fmla="*/ 341 w 417"/>
                <a:gd name="T9" fmla="*/ 369 h 417"/>
                <a:gd name="T10" fmla="*/ 370 w 417"/>
                <a:gd name="T11" fmla="*/ 340 h 417"/>
                <a:gd name="T12" fmla="*/ 391 w 417"/>
                <a:gd name="T13" fmla="*/ 307 h 417"/>
                <a:gd name="T14" fmla="*/ 407 w 417"/>
                <a:gd name="T15" fmla="*/ 270 h 417"/>
                <a:gd name="T16" fmla="*/ 416 w 417"/>
                <a:gd name="T17" fmla="*/ 229 h 417"/>
                <a:gd name="T18" fmla="*/ 417 w 417"/>
                <a:gd name="T19" fmla="*/ 208 h 417"/>
                <a:gd name="T20" fmla="*/ 416 w 417"/>
                <a:gd name="T21" fmla="*/ 186 h 417"/>
                <a:gd name="T22" fmla="*/ 407 w 417"/>
                <a:gd name="T23" fmla="*/ 146 h 417"/>
                <a:gd name="T24" fmla="*/ 391 w 417"/>
                <a:gd name="T25" fmla="*/ 108 h 417"/>
                <a:gd name="T26" fmla="*/ 370 w 417"/>
                <a:gd name="T27" fmla="*/ 75 h 417"/>
                <a:gd name="T28" fmla="*/ 341 w 417"/>
                <a:gd name="T29" fmla="*/ 46 h 417"/>
                <a:gd name="T30" fmla="*/ 307 w 417"/>
                <a:gd name="T31" fmla="*/ 25 h 417"/>
                <a:gd name="T32" fmla="*/ 270 w 417"/>
                <a:gd name="T33" fmla="*/ 9 h 417"/>
                <a:gd name="T34" fmla="*/ 230 w 417"/>
                <a:gd name="T35" fmla="*/ 0 h 417"/>
                <a:gd name="T36" fmla="*/ 208 w 417"/>
                <a:gd name="T37" fmla="*/ 0 h 417"/>
                <a:gd name="T38" fmla="*/ 186 w 417"/>
                <a:gd name="T39" fmla="*/ 0 h 417"/>
                <a:gd name="T40" fmla="*/ 146 w 417"/>
                <a:gd name="T41" fmla="*/ 9 h 417"/>
                <a:gd name="T42" fmla="*/ 108 w 417"/>
                <a:gd name="T43" fmla="*/ 25 h 417"/>
                <a:gd name="T44" fmla="*/ 75 w 417"/>
                <a:gd name="T45" fmla="*/ 46 h 417"/>
                <a:gd name="T46" fmla="*/ 48 w 417"/>
                <a:gd name="T47" fmla="*/ 75 h 417"/>
                <a:gd name="T48" fmla="*/ 25 w 417"/>
                <a:gd name="T49" fmla="*/ 108 h 417"/>
                <a:gd name="T50" fmla="*/ 9 w 417"/>
                <a:gd name="T51" fmla="*/ 146 h 417"/>
                <a:gd name="T52" fmla="*/ 0 w 417"/>
                <a:gd name="T53" fmla="*/ 186 h 417"/>
                <a:gd name="T54" fmla="*/ 0 w 417"/>
                <a:gd name="T55" fmla="*/ 208 h 417"/>
                <a:gd name="T56" fmla="*/ 0 w 417"/>
                <a:gd name="T57" fmla="*/ 229 h 417"/>
                <a:gd name="T58" fmla="*/ 9 w 417"/>
                <a:gd name="T59" fmla="*/ 270 h 417"/>
                <a:gd name="T60" fmla="*/ 25 w 417"/>
                <a:gd name="T61" fmla="*/ 307 h 417"/>
                <a:gd name="T62" fmla="*/ 48 w 417"/>
                <a:gd name="T63" fmla="*/ 340 h 417"/>
                <a:gd name="T64" fmla="*/ 75 w 417"/>
                <a:gd name="T65" fmla="*/ 369 h 417"/>
                <a:gd name="T66" fmla="*/ 108 w 417"/>
                <a:gd name="T67" fmla="*/ 391 h 417"/>
                <a:gd name="T68" fmla="*/ 146 w 417"/>
                <a:gd name="T69" fmla="*/ 406 h 417"/>
                <a:gd name="T70" fmla="*/ 186 w 417"/>
                <a:gd name="T71" fmla="*/ 415 h 417"/>
                <a:gd name="T72" fmla="*/ 208 w 417"/>
                <a:gd name="T73" fmla="*/ 417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17" h="417">
                  <a:moveTo>
                    <a:pt x="208" y="417"/>
                  </a:moveTo>
                  <a:lnTo>
                    <a:pt x="230" y="415"/>
                  </a:lnTo>
                  <a:lnTo>
                    <a:pt x="270" y="406"/>
                  </a:lnTo>
                  <a:lnTo>
                    <a:pt x="307" y="391"/>
                  </a:lnTo>
                  <a:lnTo>
                    <a:pt x="341" y="369"/>
                  </a:lnTo>
                  <a:lnTo>
                    <a:pt x="370" y="340"/>
                  </a:lnTo>
                  <a:lnTo>
                    <a:pt x="391" y="307"/>
                  </a:lnTo>
                  <a:lnTo>
                    <a:pt x="407" y="270"/>
                  </a:lnTo>
                  <a:lnTo>
                    <a:pt x="416" y="229"/>
                  </a:lnTo>
                  <a:lnTo>
                    <a:pt x="417" y="208"/>
                  </a:lnTo>
                  <a:lnTo>
                    <a:pt x="416" y="186"/>
                  </a:lnTo>
                  <a:lnTo>
                    <a:pt x="407" y="146"/>
                  </a:lnTo>
                  <a:lnTo>
                    <a:pt x="391" y="108"/>
                  </a:lnTo>
                  <a:lnTo>
                    <a:pt x="370" y="75"/>
                  </a:lnTo>
                  <a:lnTo>
                    <a:pt x="341" y="46"/>
                  </a:lnTo>
                  <a:lnTo>
                    <a:pt x="307" y="25"/>
                  </a:lnTo>
                  <a:lnTo>
                    <a:pt x="270" y="9"/>
                  </a:lnTo>
                  <a:lnTo>
                    <a:pt x="230" y="0"/>
                  </a:lnTo>
                  <a:lnTo>
                    <a:pt x="208" y="0"/>
                  </a:lnTo>
                  <a:lnTo>
                    <a:pt x="186" y="0"/>
                  </a:lnTo>
                  <a:lnTo>
                    <a:pt x="146" y="9"/>
                  </a:lnTo>
                  <a:lnTo>
                    <a:pt x="108" y="25"/>
                  </a:lnTo>
                  <a:lnTo>
                    <a:pt x="75" y="46"/>
                  </a:lnTo>
                  <a:lnTo>
                    <a:pt x="48" y="75"/>
                  </a:lnTo>
                  <a:lnTo>
                    <a:pt x="25" y="108"/>
                  </a:lnTo>
                  <a:lnTo>
                    <a:pt x="9" y="146"/>
                  </a:lnTo>
                  <a:lnTo>
                    <a:pt x="0" y="186"/>
                  </a:lnTo>
                  <a:lnTo>
                    <a:pt x="0" y="208"/>
                  </a:lnTo>
                  <a:lnTo>
                    <a:pt x="0" y="229"/>
                  </a:lnTo>
                  <a:lnTo>
                    <a:pt x="9" y="270"/>
                  </a:lnTo>
                  <a:lnTo>
                    <a:pt x="25" y="307"/>
                  </a:lnTo>
                  <a:lnTo>
                    <a:pt x="48" y="340"/>
                  </a:lnTo>
                  <a:lnTo>
                    <a:pt x="75" y="369"/>
                  </a:lnTo>
                  <a:lnTo>
                    <a:pt x="108" y="391"/>
                  </a:lnTo>
                  <a:lnTo>
                    <a:pt x="146" y="406"/>
                  </a:lnTo>
                  <a:lnTo>
                    <a:pt x="186" y="415"/>
                  </a:lnTo>
                  <a:lnTo>
                    <a:pt x="208" y="4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0E3D115E-2230-ED64-C0AB-D2CEA7956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2018"/>
              <a:ext cx="285" cy="434"/>
            </a:xfrm>
            <a:custGeom>
              <a:avLst/>
              <a:gdLst>
                <a:gd name="T0" fmla="*/ 682 w 854"/>
                <a:gd name="T1" fmla="*/ 51 h 1303"/>
                <a:gd name="T2" fmla="*/ 665 w 854"/>
                <a:gd name="T3" fmla="*/ 22 h 1303"/>
                <a:gd name="T4" fmla="*/ 625 w 854"/>
                <a:gd name="T5" fmla="*/ 2 h 1303"/>
                <a:gd name="T6" fmla="*/ 239 w 854"/>
                <a:gd name="T7" fmla="*/ 0 h 1303"/>
                <a:gd name="T8" fmla="*/ 208 w 854"/>
                <a:gd name="T9" fmla="*/ 9 h 1303"/>
                <a:gd name="T10" fmla="*/ 176 w 854"/>
                <a:gd name="T11" fmla="*/ 40 h 1303"/>
                <a:gd name="T12" fmla="*/ 3 w 854"/>
                <a:gd name="T13" fmla="*/ 574 h 1303"/>
                <a:gd name="T14" fmla="*/ 3 w 854"/>
                <a:gd name="T15" fmla="*/ 607 h 1303"/>
                <a:gd name="T16" fmla="*/ 16 w 854"/>
                <a:gd name="T17" fmla="*/ 624 h 1303"/>
                <a:gd name="T18" fmla="*/ 48 w 854"/>
                <a:gd name="T19" fmla="*/ 634 h 1303"/>
                <a:gd name="T20" fmla="*/ 102 w 854"/>
                <a:gd name="T21" fmla="*/ 634 h 1303"/>
                <a:gd name="T22" fmla="*/ 141 w 854"/>
                <a:gd name="T23" fmla="*/ 613 h 1303"/>
                <a:gd name="T24" fmla="*/ 160 w 854"/>
                <a:gd name="T25" fmla="*/ 585 h 1303"/>
                <a:gd name="T26" fmla="*/ 208 w 854"/>
                <a:gd name="T27" fmla="*/ 1208 h 1303"/>
                <a:gd name="T28" fmla="*/ 224 w 854"/>
                <a:gd name="T29" fmla="*/ 1261 h 1303"/>
                <a:gd name="T30" fmla="*/ 284 w 854"/>
                <a:gd name="T31" fmla="*/ 1302 h 1303"/>
                <a:gd name="T32" fmla="*/ 310 w 854"/>
                <a:gd name="T33" fmla="*/ 1303 h 1303"/>
                <a:gd name="T34" fmla="*/ 365 w 854"/>
                <a:gd name="T35" fmla="*/ 1287 h 1303"/>
                <a:gd name="T36" fmla="*/ 405 w 854"/>
                <a:gd name="T37" fmla="*/ 1227 h 1303"/>
                <a:gd name="T38" fmla="*/ 407 w 854"/>
                <a:gd name="T39" fmla="*/ 705 h 1303"/>
                <a:gd name="T40" fmla="*/ 447 w 854"/>
                <a:gd name="T41" fmla="*/ 1208 h 1303"/>
                <a:gd name="T42" fmla="*/ 463 w 854"/>
                <a:gd name="T43" fmla="*/ 1261 h 1303"/>
                <a:gd name="T44" fmla="*/ 524 w 854"/>
                <a:gd name="T45" fmla="*/ 1302 h 1303"/>
                <a:gd name="T46" fmla="*/ 551 w 854"/>
                <a:gd name="T47" fmla="*/ 1303 h 1303"/>
                <a:gd name="T48" fmla="*/ 604 w 854"/>
                <a:gd name="T49" fmla="*/ 1287 h 1303"/>
                <a:gd name="T50" fmla="*/ 645 w 854"/>
                <a:gd name="T51" fmla="*/ 1227 h 1303"/>
                <a:gd name="T52" fmla="*/ 646 w 854"/>
                <a:gd name="T53" fmla="*/ 435 h 1303"/>
                <a:gd name="T54" fmla="*/ 700 w 854"/>
                <a:gd name="T55" fmla="*/ 595 h 1303"/>
                <a:gd name="T56" fmla="*/ 731 w 854"/>
                <a:gd name="T57" fmla="*/ 627 h 1303"/>
                <a:gd name="T58" fmla="*/ 763 w 854"/>
                <a:gd name="T59" fmla="*/ 634 h 1303"/>
                <a:gd name="T60" fmla="*/ 819 w 854"/>
                <a:gd name="T61" fmla="*/ 634 h 1303"/>
                <a:gd name="T62" fmla="*/ 845 w 854"/>
                <a:gd name="T63" fmla="*/ 617 h 1303"/>
                <a:gd name="T64" fmla="*/ 854 w 854"/>
                <a:gd name="T65" fmla="*/ 585 h 1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54" h="1303">
                  <a:moveTo>
                    <a:pt x="851" y="574"/>
                  </a:moveTo>
                  <a:lnTo>
                    <a:pt x="682" y="51"/>
                  </a:lnTo>
                  <a:lnTo>
                    <a:pt x="679" y="40"/>
                  </a:lnTo>
                  <a:lnTo>
                    <a:pt x="665" y="22"/>
                  </a:lnTo>
                  <a:lnTo>
                    <a:pt x="646" y="9"/>
                  </a:lnTo>
                  <a:lnTo>
                    <a:pt x="625" y="2"/>
                  </a:lnTo>
                  <a:lnTo>
                    <a:pt x="614" y="0"/>
                  </a:lnTo>
                  <a:lnTo>
                    <a:pt x="239" y="0"/>
                  </a:lnTo>
                  <a:lnTo>
                    <a:pt x="229" y="2"/>
                  </a:lnTo>
                  <a:lnTo>
                    <a:pt x="208" y="9"/>
                  </a:lnTo>
                  <a:lnTo>
                    <a:pt x="189" y="22"/>
                  </a:lnTo>
                  <a:lnTo>
                    <a:pt x="176" y="40"/>
                  </a:lnTo>
                  <a:lnTo>
                    <a:pt x="172" y="51"/>
                  </a:lnTo>
                  <a:lnTo>
                    <a:pt x="3" y="574"/>
                  </a:lnTo>
                  <a:lnTo>
                    <a:pt x="0" y="585"/>
                  </a:lnTo>
                  <a:lnTo>
                    <a:pt x="3" y="607"/>
                  </a:lnTo>
                  <a:lnTo>
                    <a:pt x="9" y="617"/>
                  </a:lnTo>
                  <a:lnTo>
                    <a:pt x="16" y="624"/>
                  </a:lnTo>
                  <a:lnTo>
                    <a:pt x="36" y="634"/>
                  </a:lnTo>
                  <a:lnTo>
                    <a:pt x="48" y="634"/>
                  </a:lnTo>
                  <a:lnTo>
                    <a:pt x="91" y="634"/>
                  </a:lnTo>
                  <a:lnTo>
                    <a:pt x="102" y="634"/>
                  </a:lnTo>
                  <a:lnTo>
                    <a:pt x="123" y="627"/>
                  </a:lnTo>
                  <a:lnTo>
                    <a:pt x="141" y="613"/>
                  </a:lnTo>
                  <a:lnTo>
                    <a:pt x="156" y="595"/>
                  </a:lnTo>
                  <a:lnTo>
                    <a:pt x="160" y="585"/>
                  </a:lnTo>
                  <a:lnTo>
                    <a:pt x="208" y="437"/>
                  </a:lnTo>
                  <a:lnTo>
                    <a:pt x="208" y="1208"/>
                  </a:lnTo>
                  <a:lnTo>
                    <a:pt x="209" y="1227"/>
                  </a:lnTo>
                  <a:lnTo>
                    <a:pt x="224" y="1261"/>
                  </a:lnTo>
                  <a:lnTo>
                    <a:pt x="250" y="1287"/>
                  </a:lnTo>
                  <a:lnTo>
                    <a:pt x="284" y="1302"/>
                  </a:lnTo>
                  <a:lnTo>
                    <a:pt x="304" y="1303"/>
                  </a:lnTo>
                  <a:lnTo>
                    <a:pt x="310" y="1303"/>
                  </a:lnTo>
                  <a:lnTo>
                    <a:pt x="330" y="1302"/>
                  </a:lnTo>
                  <a:lnTo>
                    <a:pt x="365" y="1287"/>
                  </a:lnTo>
                  <a:lnTo>
                    <a:pt x="391" y="1261"/>
                  </a:lnTo>
                  <a:lnTo>
                    <a:pt x="405" y="1227"/>
                  </a:lnTo>
                  <a:lnTo>
                    <a:pt x="407" y="1208"/>
                  </a:lnTo>
                  <a:lnTo>
                    <a:pt x="407" y="705"/>
                  </a:lnTo>
                  <a:lnTo>
                    <a:pt x="447" y="705"/>
                  </a:lnTo>
                  <a:lnTo>
                    <a:pt x="447" y="1208"/>
                  </a:lnTo>
                  <a:lnTo>
                    <a:pt x="449" y="1227"/>
                  </a:lnTo>
                  <a:lnTo>
                    <a:pt x="463" y="1261"/>
                  </a:lnTo>
                  <a:lnTo>
                    <a:pt x="489" y="1287"/>
                  </a:lnTo>
                  <a:lnTo>
                    <a:pt x="524" y="1302"/>
                  </a:lnTo>
                  <a:lnTo>
                    <a:pt x="544" y="1303"/>
                  </a:lnTo>
                  <a:lnTo>
                    <a:pt x="551" y="1303"/>
                  </a:lnTo>
                  <a:lnTo>
                    <a:pt x="570" y="1302"/>
                  </a:lnTo>
                  <a:lnTo>
                    <a:pt x="604" y="1287"/>
                  </a:lnTo>
                  <a:lnTo>
                    <a:pt x="630" y="1261"/>
                  </a:lnTo>
                  <a:lnTo>
                    <a:pt x="645" y="1227"/>
                  </a:lnTo>
                  <a:lnTo>
                    <a:pt x="646" y="1208"/>
                  </a:lnTo>
                  <a:lnTo>
                    <a:pt x="646" y="435"/>
                  </a:lnTo>
                  <a:lnTo>
                    <a:pt x="695" y="585"/>
                  </a:lnTo>
                  <a:lnTo>
                    <a:pt x="700" y="595"/>
                  </a:lnTo>
                  <a:lnTo>
                    <a:pt x="713" y="613"/>
                  </a:lnTo>
                  <a:lnTo>
                    <a:pt x="731" y="627"/>
                  </a:lnTo>
                  <a:lnTo>
                    <a:pt x="753" y="634"/>
                  </a:lnTo>
                  <a:lnTo>
                    <a:pt x="763" y="634"/>
                  </a:lnTo>
                  <a:lnTo>
                    <a:pt x="806" y="634"/>
                  </a:lnTo>
                  <a:lnTo>
                    <a:pt x="819" y="634"/>
                  </a:lnTo>
                  <a:lnTo>
                    <a:pt x="838" y="624"/>
                  </a:lnTo>
                  <a:lnTo>
                    <a:pt x="845" y="617"/>
                  </a:lnTo>
                  <a:lnTo>
                    <a:pt x="851" y="607"/>
                  </a:lnTo>
                  <a:lnTo>
                    <a:pt x="854" y="585"/>
                  </a:lnTo>
                  <a:lnTo>
                    <a:pt x="851" y="5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6" name="Group 4">
            <a:extLst>
              <a:ext uri="{FF2B5EF4-FFF2-40B4-BE49-F238E27FC236}">
                <a16:creationId xmlns:a16="http://schemas.microsoft.com/office/drawing/2014/main" id="{E6A1F9AD-22F1-8033-32C9-327DA9A2FA1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290705" y="4558797"/>
            <a:ext cx="350781" cy="724948"/>
            <a:chOff x="3696" y="1863"/>
            <a:chExt cx="285" cy="589"/>
          </a:xfrm>
          <a:solidFill>
            <a:schemeClr val="bg1">
              <a:lumMod val="85000"/>
            </a:schemeClr>
          </a:solidFill>
        </p:grpSpPr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795D0FBC-5709-115F-0820-8E848BB24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1863"/>
              <a:ext cx="139" cy="139"/>
            </a:xfrm>
            <a:custGeom>
              <a:avLst/>
              <a:gdLst>
                <a:gd name="T0" fmla="*/ 208 w 417"/>
                <a:gd name="T1" fmla="*/ 417 h 417"/>
                <a:gd name="T2" fmla="*/ 230 w 417"/>
                <a:gd name="T3" fmla="*/ 415 h 417"/>
                <a:gd name="T4" fmla="*/ 270 w 417"/>
                <a:gd name="T5" fmla="*/ 406 h 417"/>
                <a:gd name="T6" fmla="*/ 307 w 417"/>
                <a:gd name="T7" fmla="*/ 391 h 417"/>
                <a:gd name="T8" fmla="*/ 341 w 417"/>
                <a:gd name="T9" fmla="*/ 369 h 417"/>
                <a:gd name="T10" fmla="*/ 370 w 417"/>
                <a:gd name="T11" fmla="*/ 340 h 417"/>
                <a:gd name="T12" fmla="*/ 391 w 417"/>
                <a:gd name="T13" fmla="*/ 307 h 417"/>
                <a:gd name="T14" fmla="*/ 407 w 417"/>
                <a:gd name="T15" fmla="*/ 270 h 417"/>
                <a:gd name="T16" fmla="*/ 416 w 417"/>
                <a:gd name="T17" fmla="*/ 229 h 417"/>
                <a:gd name="T18" fmla="*/ 417 w 417"/>
                <a:gd name="T19" fmla="*/ 208 h 417"/>
                <a:gd name="T20" fmla="*/ 416 w 417"/>
                <a:gd name="T21" fmla="*/ 186 h 417"/>
                <a:gd name="T22" fmla="*/ 407 w 417"/>
                <a:gd name="T23" fmla="*/ 146 h 417"/>
                <a:gd name="T24" fmla="*/ 391 w 417"/>
                <a:gd name="T25" fmla="*/ 108 h 417"/>
                <a:gd name="T26" fmla="*/ 370 w 417"/>
                <a:gd name="T27" fmla="*/ 75 h 417"/>
                <a:gd name="T28" fmla="*/ 341 w 417"/>
                <a:gd name="T29" fmla="*/ 46 h 417"/>
                <a:gd name="T30" fmla="*/ 307 w 417"/>
                <a:gd name="T31" fmla="*/ 25 h 417"/>
                <a:gd name="T32" fmla="*/ 270 w 417"/>
                <a:gd name="T33" fmla="*/ 9 h 417"/>
                <a:gd name="T34" fmla="*/ 230 w 417"/>
                <a:gd name="T35" fmla="*/ 0 h 417"/>
                <a:gd name="T36" fmla="*/ 208 w 417"/>
                <a:gd name="T37" fmla="*/ 0 h 417"/>
                <a:gd name="T38" fmla="*/ 186 w 417"/>
                <a:gd name="T39" fmla="*/ 0 h 417"/>
                <a:gd name="T40" fmla="*/ 146 w 417"/>
                <a:gd name="T41" fmla="*/ 9 h 417"/>
                <a:gd name="T42" fmla="*/ 108 w 417"/>
                <a:gd name="T43" fmla="*/ 25 h 417"/>
                <a:gd name="T44" fmla="*/ 75 w 417"/>
                <a:gd name="T45" fmla="*/ 46 h 417"/>
                <a:gd name="T46" fmla="*/ 48 w 417"/>
                <a:gd name="T47" fmla="*/ 75 h 417"/>
                <a:gd name="T48" fmla="*/ 25 w 417"/>
                <a:gd name="T49" fmla="*/ 108 h 417"/>
                <a:gd name="T50" fmla="*/ 9 w 417"/>
                <a:gd name="T51" fmla="*/ 146 h 417"/>
                <a:gd name="T52" fmla="*/ 0 w 417"/>
                <a:gd name="T53" fmla="*/ 186 h 417"/>
                <a:gd name="T54" fmla="*/ 0 w 417"/>
                <a:gd name="T55" fmla="*/ 208 h 417"/>
                <a:gd name="T56" fmla="*/ 0 w 417"/>
                <a:gd name="T57" fmla="*/ 229 h 417"/>
                <a:gd name="T58" fmla="*/ 9 w 417"/>
                <a:gd name="T59" fmla="*/ 270 h 417"/>
                <a:gd name="T60" fmla="*/ 25 w 417"/>
                <a:gd name="T61" fmla="*/ 307 h 417"/>
                <a:gd name="T62" fmla="*/ 48 w 417"/>
                <a:gd name="T63" fmla="*/ 340 h 417"/>
                <a:gd name="T64" fmla="*/ 75 w 417"/>
                <a:gd name="T65" fmla="*/ 369 h 417"/>
                <a:gd name="T66" fmla="*/ 108 w 417"/>
                <a:gd name="T67" fmla="*/ 391 h 417"/>
                <a:gd name="T68" fmla="*/ 146 w 417"/>
                <a:gd name="T69" fmla="*/ 406 h 417"/>
                <a:gd name="T70" fmla="*/ 186 w 417"/>
                <a:gd name="T71" fmla="*/ 415 h 417"/>
                <a:gd name="T72" fmla="*/ 208 w 417"/>
                <a:gd name="T73" fmla="*/ 417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17" h="417">
                  <a:moveTo>
                    <a:pt x="208" y="417"/>
                  </a:moveTo>
                  <a:lnTo>
                    <a:pt x="230" y="415"/>
                  </a:lnTo>
                  <a:lnTo>
                    <a:pt x="270" y="406"/>
                  </a:lnTo>
                  <a:lnTo>
                    <a:pt x="307" y="391"/>
                  </a:lnTo>
                  <a:lnTo>
                    <a:pt x="341" y="369"/>
                  </a:lnTo>
                  <a:lnTo>
                    <a:pt x="370" y="340"/>
                  </a:lnTo>
                  <a:lnTo>
                    <a:pt x="391" y="307"/>
                  </a:lnTo>
                  <a:lnTo>
                    <a:pt x="407" y="270"/>
                  </a:lnTo>
                  <a:lnTo>
                    <a:pt x="416" y="229"/>
                  </a:lnTo>
                  <a:lnTo>
                    <a:pt x="417" y="208"/>
                  </a:lnTo>
                  <a:lnTo>
                    <a:pt x="416" y="186"/>
                  </a:lnTo>
                  <a:lnTo>
                    <a:pt x="407" y="146"/>
                  </a:lnTo>
                  <a:lnTo>
                    <a:pt x="391" y="108"/>
                  </a:lnTo>
                  <a:lnTo>
                    <a:pt x="370" y="75"/>
                  </a:lnTo>
                  <a:lnTo>
                    <a:pt x="341" y="46"/>
                  </a:lnTo>
                  <a:lnTo>
                    <a:pt x="307" y="25"/>
                  </a:lnTo>
                  <a:lnTo>
                    <a:pt x="270" y="9"/>
                  </a:lnTo>
                  <a:lnTo>
                    <a:pt x="230" y="0"/>
                  </a:lnTo>
                  <a:lnTo>
                    <a:pt x="208" y="0"/>
                  </a:lnTo>
                  <a:lnTo>
                    <a:pt x="186" y="0"/>
                  </a:lnTo>
                  <a:lnTo>
                    <a:pt x="146" y="9"/>
                  </a:lnTo>
                  <a:lnTo>
                    <a:pt x="108" y="25"/>
                  </a:lnTo>
                  <a:lnTo>
                    <a:pt x="75" y="46"/>
                  </a:lnTo>
                  <a:lnTo>
                    <a:pt x="48" y="75"/>
                  </a:lnTo>
                  <a:lnTo>
                    <a:pt x="25" y="108"/>
                  </a:lnTo>
                  <a:lnTo>
                    <a:pt x="9" y="146"/>
                  </a:lnTo>
                  <a:lnTo>
                    <a:pt x="0" y="186"/>
                  </a:lnTo>
                  <a:lnTo>
                    <a:pt x="0" y="208"/>
                  </a:lnTo>
                  <a:lnTo>
                    <a:pt x="0" y="229"/>
                  </a:lnTo>
                  <a:lnTo>
                    <a:pt x="9" y="270"/>
                  </a:lnTo>
                  <a:lnTo>
                    <a:pt x="25" y="307"/>
                  </a:lnTo>
                  <a:lnTo>
                    <a:pt x="48" y="340"/>
                  </a:lnTo>
                  <a:lnTo>
                    <a:pt x="75" y="369"/>
                  </a:lnTo>
                  <a:lnTo>
                    <a:pt x="108" y="391"/>
                  </a:lnTo>
                  <a:lnTo>
                    <a:pt x="146" y="406"/>
                  </a:lnTo>
                  <a:lnTo>
                    <a:pt x="186" y="415"/>
                  </a:lnTo>
                  <a:lnTo>
                    <a:pt x="208" y="4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7BDA0BDF-924C-2595-C720-F0059DC69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2018"/>
              <a:ext cx="285" cy="434"/>
            </a:xfrm>
            <a:custGeom>
              <a:avLst/>
              <a:gdLst>
                <a:gd name="T0" fmla="*/ 682 w 854"/>
                <a:gd name="T1" fmla="*/ 51 h 1303"/>
                <a:gd name="T2" fmla="*/ 665 w 854"/>
                <a:gd name="T3" fmla="*/ 22 h 1303"/>
                <a:gd name="T4" fmla="*/ 625 w 854"/>
                <a:gd name="T5" fmla="*/ 2 h 1303"/>
                <a:gd name="T6" fmla="*/ 239 w 854"/>
                <a:gd name="T7" fmla="*/ 0 h 1303"/>
                <a:gd name="T8" fmla="*/ 208 w 854"/>
                <a:gd name="T9" fmla="*/ 9 h 1303"/>
                <a:gd name="T10" fmla="*/ 176 w 854"/>
                <a:gd name="T11" fmla="*/ 40 h 1303"/>
                <a:gd name="T12" fmla="*/ 3 w 854"/>
                <a:gd name="T13" fmla="*/ 574 h 1303"/>
                <a:gd name="T14" fmla="*/ 3 w 854"/>
                <a:gd name="T15" fmla="*/ 607 h 1303"/>
                <a:gd name="T16" fmla="*/ 16 w 854"/>
                <a:gd name="T17" fmla="*/ 624 h 1303"/>
                <a:gd name="T18" fmla="*/ 48 w 854"/>
                <a:gd name="T19" fmla="*/ 634 h 1303"/>
                <a:gd name="T20" fmla="*/ 102 w 854"/>
                <a:gd name="T21" fmla="*/ 634 h 1303"/>
                <a:gd name="T22" fmla="*/ 141 w 854"/>
                <a:gd name="T23" fmla="*/ 613 h 1303"/>
                <a:gd name="T24" fmla="*/ 160 w 854"/>
                <a:gd name="T25" fmla="*/ 585 h 1303"/>
                <a:gd name="T26" fmla="*/ 208 w 854"/>
                <a:gd name="T27" fmla="*/ 1208 h 1303"/>
                <a:gd name="T28" fmla="*/ 224 w 854"/>
                <a:gd name="T29" fmla="*/ 1261 h 1303"/>
                <a:gd name="T30" fmla="*/ 284 w 854"/>
                <a:gd name="T31" fmla="*/ 1302 h 1303"/>
                <a:gd name="T32" fmla="*/ 310 w 854"/>
                <a:gd name="T33" fmla="*/ 1303 h 1303"/>
                <a:gd name="T34" fmla="*/ 365 w 854"/>
                <a:gd name="T35" fmla="*/ 1287 h 1303"/>
                <a:gd name="T36" fmla="*/ 405 w 854"/>
                <a:gd name="T37" fmla="*/ 1227 h 1303"/>
                <a:gd name="T38" fmla="*/ 407 w 854"/>
                <a:gd name="T39" fmla="*/ 705 h 1303"/>
                <a:gd name="T40" fmla="*/ 447 w 854"/>
                <a:gd name="T41" fmla="*/ 1208 h 1303"/>
                <a:gd name="T42" fmla="*/ 463 w 854"/>
                <a:gd name="T43" fmla="*/ 1261 h 1303"/>
                <a:gd name="T44" fmla="*/ 524 w 854"/>
                <a:gd name="T45" fmla="*/ 1302 h 1303"/>
                <a:gd name="T46" fmla="*/ 551 w 854"/>
                <a:gd name="T47" fmla="*/ 1303 h 1303"/>
                <a:gd name="T48" fmla="*/ 604 w 854"/>
                <a:gd name="T49" fmla="*/ 1287 h 1303"/>
                <a:gd name="T50" fmla="*/ 645 w 854"/>
                <a:gd name="T51" fmla="*/ 1227 h 1303"/>
                <a:gd name="T52" fmla="*/ 646 w 854"/>
                <a:gd name="T53" fmla="*/ 435 h 1303"/>
                <a:gd name="T54" fmla="*/ 700 w 854"/>
                <a:gd name="T55" fmla="*/ 595 h 1303"/>
                <a:gd name="T56" fmla="*/ 731 w 854"/>
                <a:gd name="T57" fmla="*/ 627 h 1303"/>
                <a:gd name="T58" fmla="*/ 763 w 854"/>
                <a:gd name="T59" fmla="*/ 634 h 1303"/>
                <a:gd name="T60" fmla="*/ 819 w 854"/>
                <a:gd name="T61" fmla="*/ 634 h 1303"/>
                <a:gd name="T62" fmla="*/ 845 w 854"/>
                <a:gd name="T63" fmla="*/ 617 h 1303"/>
                <a:gd name="T64" fmla="*/ 854 w 854"/>
                <a:gd name="T65" fmla="*/ 585 h 1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54" h="1303">
                  <a:moveTo>
                    <a:pt x="851" y="574"/>
                  </a:moveTo>
                  <a:lnTo>
                    <a:pt x="682" y="51"/>
                  </a:lnTo>
                  <a:lnTo>
                    <a:pt x="679" y="40"/>
                  </a:lnTo>
                  <a:lnTo>
                    <a:pt x="665" y="22"/>
                  </a:lnTo>
                  <a:lnTo>
                    <a:pt x="646" y="9"/>
                  </a:lnTo>
                  <a:lnTo>
                    <a:pt x="625" y="2"/>
                  </a:lnTo>
                  <a:lnTo>
                    <a:pt x="614" y="0"/>
                  </a:lnTo>
                  <a:lnTo>
                    <a:pt x="239" y="0"/>
                  </a:lnTo>
                  <a:lnTo>
                    <a:pt x="229" y="2"/>
                  </a:lnTo>
                  <a:lnTo>
                    <a:pt x="208" y="9"/>
                  </a:lnTo>
                  <a:lnTo>
                    <a:pt x="189" y="22"/>
                  </a:lnTo>
                  <a:lnTo>
                    <a:pt x="176" y="40"/>
                  </a:lnTo>
                  <a:lnTo>
                    <a:pt x="172" y="51"/>
                  </a:lnTo>
                  <a:lnTo>
                    <a:pt x="3" y="574"/>
                  </a:lnTo>
                  <a:lnTo>
                    <a:pt x="0" y="585"/>
                  </a:lnTo>
                  <a:lnTo>
                    <a:pt x="3" y="607"/>
                  </a:lnTo>
                  <a:lnTo>
                    <a:pt x="9" y="617"/>
                  </a:lnTo>
                  <a:lnTo>
                    <a:pt x="16" y="624"/>
                  </a:lnTo>
                  <a:lnTo>
                    <a:pt x="36" y="634"/>
                  </a:lnTo>
                  <a:lnTo>
                    <a:pt x="48" y="634"/>
                  </a:lnTo>
                  <a:lnTo>
                    <a:pt x="91" y="634"/>
                  </a:lnTo>
                  <a:lnTo>
                    <a:pt x="102" y="634"/>
                  </a:lnTo>
                  <a:lnTo>
                    <a:pt x="123" y="627"/>
                  </a:lnTo>
                  <a:lnTo>
                    <a:pt x="141" y="613"/>
                  </a:lnTo>
                  <a:lnTo>
                    <a:pt x="156" y="595"/>
                  </a:lnTo>
                  <a:lnTo>
                    <a:pt x="160" y="585"/>
                  </a:lnTo>
                  <a:lnTo>
                    <a:pt x="208" y="437"/>
                  </a:lnTo>
                  <a:lnTo>
                    <a:pt x="208" y="1208"/>
                  </a:lnTo>
                  <a:lnTo>
                    <a:pt x="209" y="1227"/>
                  </a:lnTo>
                  <a:lnTo>
                    <a:pt x="224" y="1261"/>
                  </a:lnTo>
                  <a:lnTo>
                    <a:pt x="250" y="1287"/>
                  </a:lnTo>
                  <a:lnTo>
                    <a:pt x="284" y="1302"/>
                  </a:lnTo>
                  <a:lnTo>
                    <a:pt x="304" y="1303"/>
                  </a:lnTo>
                  <a:lnTo>
                    <a:pt x="310" y="1303"/>
                  </a:lnTo>
                  <a:lnTo>
                    <a:pt x="330" y="1302"/>
                  </a:lnTo>
                  <a:lnTo>
                    <a:pt x="365" y="1287"/>
                  </a:lnTo>
                  <a:lnTo>
                    <a:pt x="391" y="1261"/>
                  </a:lnTo>
                  <a:lnTo>
                    <a:pt x="405" y="1227"/>
                  </a:lnTo>
                  <a:lnTo>
                    <a:pt x="407" y="1208"/>
                  </a:lnTo>
                  <a:lnTo>
                    <a:pt x="407" y="705"/>
                  </a:lnTo>
                  <a:lnTo>
                    <a:pt x="447" y="705"/>
                  </a:lnTo>
                  <a:lnTo>
                    <a:pt x="447" y="1208"/>
                  </a:lnTo>
                  <a:lnTo>
                    <a:pt x="449" y="1227"/>
                  </a:lnTo>
                  <a:lnTo>
                    <a:pt x="463" y="1261"/>
                  </a:lnTo>
                  <a:lnTo>
                    <a:pt x="489" y="1287"/>
                  </a:lnTo>
                  <a:lnTo>
                    <a:pt x="524" y="1302"/>
                  </a:lnTo>
                  <a:lnTo>
                    <a:pt x="544" y="1303"/>
                  </a:lnTo>
                  <a:lnTo>
                    <a:pt x="551" y="1303"/>
                  </a:lnTo>
                  <a:lnTo>
                    <a:pt x="570" y="1302"/>
                  </a:lnTo>
                  <a:lnTo>
                    <a:pt x="604" y="1287"/>
                  </a:lnTo>
                  <a:lnTo>
                    <a:pt x="630" y="1261"/>
                  </a:lnTo>
                  <a:lnTo>
                    <a:pt x="645" y="1227"/>
                  </a:lnTo>
                  <a:lnTo>
                    <a:pt x="646" y="1208"/>
                  </a:lnTo>
                  <a:lnTo>
                    <a:pt x="646" y="435"/>
                  </a:lnTo>
                  <a:lnTo>
                    <a:pt x="695" y="585"/>
                  </a:lnTo>
                  <a:lnTo>
                    <a:pt x="700" y="595"/>
                  </a:lnTo>
                  <a:lnTo>
                    <a:pt x="713" y="613"/>
                  </a:lnTo>
                  <a:lnTo>
                    <a:pt x="731" y="627"/>
                  </a:lnTo>
                  <a:lnTo>
                    <a:pt x="753" y="634"/>
                  </a:lnTo>
                  <a:lnTo>
                    <a:pt x="763" y="634"/>
                  </a:lnTo>
                  <a:lnTo>
                    <a:pt x="806" y="634"/>
                  </a:lnTo>
                  <a:lnTo>
                    <a:pt x="819" y="634"/>
                  </a:lnTo>
                  <a:lnTo>
                    <a:pt x="838" y="624"/>
                  </a:lnTo>
                  <a:lnTo>
                    <a:pt x="845" y="617"/>
                  </a:lnTo>
                  <a:lnTo>
                    <a:pt x="851" y="607"/>
                  </a:lnTo>
                  <a:lnTo>
                    <a:pt x="854" y="585"/>
                  </a:lnTo>
                  <a:lnTo>
                    <a:pt x="851" y="5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9" name="Group 9">
            <a:extLst>
              <a:ext uri="{FF2B5EF4-FFF2-40B4-BE49-F238E27FC236}">
                <a16:creationId xmlns:a16="http://schemas.microsoft.com/office/drawing/2014/main" id="{35F918D8-755D-84A2-00D4-F391FC7F5BA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75877" y="2164773"/>
            <a:ext cx="319185" cy="718732"/>
            <a:chOff x="4426" y="2133"/>
            <a:chExt cx="282" cy="635"/>
          </a:xfrm>
          <a:solidFill>
            <a:srgbClr val="239B82"/>
          </a:solidFill>
        </p:grpSpPr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C9FC8C3F-1CC2-D015-ED22-A0632B9F7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3" y="2133"/>
              <a:ext cx="126" cy="126"/>
            </a:xfrm>
            <a:custGeom>
              <a:avLst/>
              <a:gdLst>
                <a:gd name="T0" fmla="*/ 189 w 377"/>
                <a:gd name="T1" fmla="*/ 377 h 377"/>
                <a:gd name="T2" fmla="*/ 207 w 377"/>
                <a:gd name="T3" fmla="*/ 376 h 377"/>
                <a:gd name="T4" fmla="*/ 245 w 377"/>
                <a:gd name="T5" fmla="*/ 369 h 377"/>
                <a:gd name="T6" fmla="*/ 278 w 377"/>
                <a:gd name="T7" fmla="*/ 354 h 377"/>
                <a:gd name="T8" fmla="*/ 308 w 377"/>
                <a:gd name="T9" fmla="*/ 334 h 377"/>
                <a:gd name="T10" fmla="*/ 334 w 377"/>
                <a:gd name="T11" fmla="*/ 308 h 377"/>
                <a:gd name="T12" fmla="*/ 354 w 377"/>
                <a:gd name="T13" fmla="*/ 278 h 377"/>
                <a:gd name="T14" fmla="*/ 368 w 377"/>
                <a:gd name="T15" fmla="*/ 245 h 377"/>
                <a:gd name="T16" fmla="*/ 376 w 377"/>
                <a:gd name="T17" fmla="*/ 207 h 377"/>
                <a:gd name="T18" fmla="*/ 377 w 377"/>
                <a:gd name="T19" fmla="*/ 189 h 377"/>
                <a:gd name="T20" fmla="*/ 376 w 377"/>
                <a:gd name="T21" fmla="*/ 168 h 377"/>
                <a:gd name="T22" fmla="*/ 368 w 377"/>
                <a:gd name="T23" fmla="*/ 132 h 377"/>
                <a:gd name="T24" fmla="*/ 354 w 377"/>
                <a:gd name="T25" fmla="*/ 98 h 377"/>
                <a:gd name="T26" fmla="*/ 334 w 377"/>
                <a:gd name="T27" fmla="*/ 68 h 377"/>
                <a:gd name="T28" fmla="*/ 308 w 377"/>
                <a:gd name="T29" fmla="*/ 42 h 377"/>
                <a:gd name="T30" fmla="*/ 278 w 377"/>
                <a:gd name="T31" fmla="*/ 21 h 377"/>
                <a:gd name="T32" fmla="*/ 245 w 377"/>
                <a:gd name="T33" fmla="*/ 7 h 377"/>
                <a:gd name="T34" fmla="*/ 207 w 377"/>
                <a:gd name="T35" fmla="*/ 0 h 377"/>
                <a:gd name="T36" fmla="*/ 189 w 377"/>
                <a:gd name="T37" fmla="*/ 0 h 377"/>
                <a:gd name="T38" fmla="*/ 169 w 377"/>
                <a:gd name="T39" fmla="*/ 0 h 377"/>
                <a:gd name="T40" fmla="*/ 133 w 377"/>
                <a:gd name="T41" fmla="*/ 7 h 377"/>
                <a:gd name="T42" fmla="*/ 98 w 377"/>
                <a:gd name="T43" fmla="*/ 21 h 377"/>
                <a:gd name="T44" fmla="*/ 68 w 377"/>
                <a:gd name="T45" fmla="*/ 42 h 377"/>
                <a:gd name="T46" fmla="*/ 42 w 377"/>
                <a:gd name="T47" fmla="*/ 68 h 377"/>
                <a:gd name="T48" fmla="*/ 22 w 377"/>
                <a:gd name="T49" fmla="*/ 98 h 377"/>
                <a:gd name="T50" fmla="*/ 8 w 377"/>
                <a:gd name="T51" fmla="*/ 132 h 377"/>
                <a:gd name="T52" fmla="*/ 0 w 377"/>
                <a:gd name="T53" fmla="*/ 168 h 377"/>
                <a:gd name="T54" fmla="*/ 0 w 377"/>
                <a:gd name="T55" fmla="*/ 189 h 377"/>
                <a:gd name="T56" fmla="*/ 0 w 377"/>
                <a:gd name="T57" fmla="*/ 207 h 377"/>
                <a:gd name="T58" fmla="*/ 8 w 377"/>
                <a:gd name="T59" fmla="*/ 245 h 377"/>
                <a:gd name="T60" fmla="*/ 22 w 377"/>
                <a:gd name="T61" fmla="*/ 278 h 377"/>
                <a:gd name="T62" fmla="*/ 42 w 377"/>
                <a:gd name="T63" fmla="*/ 308 h 377"/>
                <a:gd name="T64" fmla="*/ 68 w 377"/>
                <a:gd name="T65" fmla="*/ 334 h 377"/>
                <a:gd name="T66" fmla="*/ 98 w 377"/>
                <a:gd name="T67" fmla="*/ 354 h 377"/>
                <a:gd name="T68" fmla="*/ 133 w 377"/>
                <a:gd name="T69" fmla="*/ 369 h 377"/>
                <a:gd name="T70" fmla="*/ 169 w 377"/>
                <a:gd name="T71" fmla="*/ 376 h 377"/>
                <a:gd name="T72" fmla="*/ 189 w 377"/>
                <a:gd name="T73" fmla="*/ 377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77" h="377">
                  <a:moveTo>
                    <a:pt x="189" y="377"/>
                  </a:moveTo>
                  <a:lnTo>
                    <a:pt x="207" y="376"/>
                  </a:lnTo>
                  <a:lnTo>
                    <a:pt x="245" y="369"/>
                  </a:lnTo>
                  <a:lnTo>
                    <a:pt x="278" y="354"/>
                  </a:lnTo>
                  <a:lnTo>
                    <a:pt x="308" y="334"/>
                  </a:lnTo>
                  <a:lnTo>
                    <a:pt x="334" y="308"/>
                  </a:lnTo>
                  <a:lnTo>
                    <a:pt x="354" y="278"/>
                  </a:lnTo>
                  <a:lnTo>
                    <a:pt x="368" y="245"/>
                  </a:lnTo>
                  <a:lnTo>
                    <a:pt x="376" y="207"/>
                  </a:lnTo>
                  <a:lnTo>
                    <a:pt x="377" y="189"/>
                  </a:lnTo>
                  <a:lnTo>
                    <a:pt x="376" y="168"/>
                  </a:lnTo>
                  <a:lnTo>
                    <a:pt x="368" y="132"/>
                  </a:lnTo>
                  <a:lnTo>
                    <a:pt x="354" y="98"/>
                  </a:lnTo>
                  <a:lnTo>
                    <a:pt x="334" y="68"/>
                  </a:lnTo>
                  <a:lnTo>
                    <a:pt x="308" y="42"/>
                  </a:lnTo>
                  <a:lnTo>
                    <a:pt x="278" y="21"/>
                  </a:lnTo>
                  <a:lnTo>
                    <a:pt x="245" y="7"/>
                  </a:lnTo>
                  <a:lnTo>
                    <a:pt x="207" y="0"/>
                  </a:lnTo>
                  <a:lnTo>
                    <a:pt x="189" y="0"/>
                  </a:lnTo>
                  <a:lnTo>
                    <a:pt x="169" y="0"/>
                  </a:lnTo>
                  <a:lnTo>
                    <a:pt x="133" y="7"/>
                  </a:lnTo>
                  <a:lnTo>
                    <a:pt x="98" y="21"/>
                  </a:lnTo>
                  <a:lnTo>
                    <a:pt x="68" y="42"/>
                  </a:lnTo>
                  <a:lnTo>
                    <a:pt x="42" y="68"/>
                  </a:lnTo>
                  <a:lnTo>
                    <a:pt x="22" y="98"/>
                  </a:lnTo>
                  <a:lnTo>
                    <a:pt x="8" y="132"/>
                  </a:lnTo>
                  <a:lnTo>
                    <a:pt x="0" y="168"/>
                  </a:lnTo>
                  <a:lnTo>
                    <a:pt x="0" y="189"/>
                  </a:lnTo>
                  <a:lnTo>
                    <a:pt x="0" y="207"/>
                  </a:lnTo>
                  <a:lnTo>
                    <a:pt x="8" y="245"/>
                  </a:lnTo>
                  <a:lnTo>
                    <a:pt x="22" y="278"/>
                  </a:lnTo>
                  <a:lnTo>
                    <a:pt x="42" y="308"/>
                  </a:lnTo>
                  <a:lnTo>
                    <a:pt x="68" y="334"/>
                  </a:lnTo>
                  <a:lnTo>
                    <a:pt x="98" y="354"/>
                  </a:lnTo>
                  <a:lnTo>
                    <a:pt x="133" y="369"/>
                  </a:lnTo>
                  <a:lnTo>
                    <a:pt x="169" y="376"/>
                  </a:lnTo>
                  <a:lnTo>
                    <a:pt x="189" y="3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780C53B7-BC4C-49CA-F9DE-DABC7D38C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6" y="2278"/>
              <a:ext cx="282" cy="490"/>
            </a:xfrm>
            <a:custGeom>
              <a:avLst/>
              <a:gdLst>
                <a:gd name="T0" fmla="*/ 674 w 845"/>
                <a:gd name="T1" fmla="*/ 50 h 1471"/>
                <a:gd name="T2" fmla="*/ 657 w 845"/>
                <a:gd name="T3" fmla="*/ 21 h 1471"/>
                <a:gd name="T4" fmla="*/ 617 w 845"/>
                <a:gd name="T5" fmla="*/ 1 h 1471"/>
                <a:gd name="T6" fmla="*/ 565 w 845"/>
                <a:gd name="T7" fmla="*/ 0 h 1471"/>
                <a:gd name="T8" fmla="*/ 563 w 845"/>
                <a:gd name="T9" fmla="*/ 0 h 1471"/>
                <a:gd name="T10" fmla="*/ 562 w 845"/>
                <a:gd name="T11" fmla="*/ 0 h 1471"/>
                <a:gd name="T12" fmla="*/ 276 w 845"/>
                <a:gd name="T13" fmla="*/ 0 h 1471"/>
                <a:gd name="T14" fmla="*/ 273 w 845"/>
                <a:gd name="T15" fmla="*/ 0 h 1471"/>
                <a:gd name="T16" fmla="*/ 239 w 845"/>
                <a:gd name="T17" fmla="*/ 0 h 1471"/>
                <a:gd name="T18" fmla="*/ 207 w 845"/>
                <a:gd name="T19" fmla="*/ 8 h 1471"/>
                <a:gd name="T20" fmla="*/ 175 w 845"/>
                <a:gd name="T21" fmla="*/ 40 h 1471"/>
                <a:gd name="T22" fmla="*/ 3 w 845"/>
                <a:gd name="T23" fmla="*/ 573 h 1471"/>
                <a:gd name="T24" fmla="*/ 3 w 845"/>
                <a:gd name="T25" fmla="*/ 606 h 1471"/>
                <a:gd name="T26" fmla="*/ 16 w 845"/>
                <a:gd name="T27" fmla="*/ 624 h 1471"/>
                <a:gd name="T28" fmla="*/ 47 w 845"/>
                <a:gd name="T29" fmla="*/ 634 h 1471"/>
                <a:gd name="T30" fmla="*/ 85 w 845"/>
                <a:gd name="T31" fmla="*/ 634 h 1471"/>
                <a:gd name="T32" fmla="*/ 125 w 845"/>
                <a:gd name="T33" fmla="*/ 612 h 1471"/>
                <a:gd name="T34" fmla="*/ 142 w 845"/>
                <a:gd name="T35" fmla="*/ 585 h 1471"/>
                <a:gd name="T36" fmla="*/ 220 w 845"/>
                <a:gd name="T37" fmla="*/ 477 h 1471"/>
                <a:gd name="T38" fmla="*/ 188 w 845"/>
                <a:gd name="T39" fmla="*/ 507 h 1471"/>
                <a:gd name="T40" fmla="*/ 57 w 845"/>
                <a:gd name="T41" fmla="*/ 742 h 1471"/>
                <a:gd name="T42" fmla="*/ 59 w 845"/>
                <a:gd name="T43" fmla="*/ 775 h 1471"/>
                <a:gd name="T44" fmla="*/ 80 w 845"/>
                <a:gd name="T45" fmla="*/ 799 h 1471"/>
                <a:gd name="T46" fmla="*/ 231 w 845"/>
                <a:gd name="T47" fmla="*/ 837 h 1471"/>
                <a:gd name="T48" fmla="*/ 231 w 845"/>
                <a:gd name="T49" fmla="*/ 1410 h 1471"/>
                <a:gd name="T50" fmla="*/ 264 w 845"/>
                <a:gd name="T51" fmla="*/ 1458 h 1471"/>
                <a:gd name="T52" fmla="*/ 308 w 845"/>
                <a:gd name="T53" fmla="*/ 1471 h 1471"/>
                <a:gd name="T54" fmla="*/ 342 w 845"/>
                <a:gd name="T55" fmla="*/ 1471 h 1471"/>
                <a:gd name="T56" fmla="*/ 390 w 845"/>
                <a:gd name="T57" fmla="*/ 1438 h 1471"/>
                <a:gd name="T58" fmla="*/ 402 w 845"/>
                <a:gd name="T59" fmla="*/ 1395 h 1471"/>
                <a:gd name="T60" fmla="*/ 413 w 845"/>
                <a:gd name="T61" fmla="*/ 879 h 1471"/>
                <a:gd name="T62" fmla="*/ 437 w 845"/>
                <a:gd name="T63" fmla="*/ 879 h 1471"/>
                <a:gd name="T64" fmla="*/ 448 w 845"/>
                <a:gd name="T65" fmla="*/ 1395 h 1471"/>
                <a:gd name="T66" fmla="*/ 461 w 845"/>
                <a:gd name="T67" fmla="*/ 1438 h 1471"/>
                <a:gd name="T68" fmla="*/ 510 w 845"/>
                <a:gd name="T69" fmla="*/ 1471 h 1471"/>
                <a:gd name="T70" fmla="*/ 545 w 845"/>
                <a:gd name="T71" fmla="*/ 1471 h 1471"/>
                <a:gd name="T72" fmla="*/ 588 w 845"/>
                <a:gd name="T73" fmla="*/ 1458 h 1471"/>
                <a:gd name="T74" fmla="*/ 620 w 845"/>
                <a:gd name="T75" fmla="*/ 1410 h 1471"/>
                <a:gd name="T76" fmla="*/ 621 w 845"/>
                <a:gd name="T77" fmla="*/ 835 h 1471"/>
                <a:gd name="T78" fmla="*/ 758 w 845"/>
                <a:gd name="T79" fmla="*/ 799 h 1471"/>
                <a:gd name="T80" fmla="*/ 781 w 845"/>
                <a:gd name="T81" fmla="*/ 775 h 1471"/>
                <a:gd name="T82" fmla="*/ 782 w 845"/>
                <a:gd name="T83" fmla="*/ 742 h 1471"/>
                <a:gd name="T84" fmla="*/ 650 w 845"/>
                <a:gd name="T85" fmla="*/ 507 h 1471"/>
                <a:gd name="T86" fmla="*/ 620 w 845"/>
                <a:gd name="T87" fmla="*/ 477 h 1471"/>
                <a:gd name="T88" fmla="*/ 701 w 845"/>
                <a:gd name="T89" fmla="*/ 585 h 1471"/>
                <a:gd name="T90" fmla="*/ 720 w 845"/>
                <a:gd name="T91" fmla="*/ 614 h 1471"/>
                <a:gd name="T92" fmla="*/ 760 w 845"/>
                <a:gd name="T93" fmla="*/ 634 h 1471"/>
                <a:gd name="T94" fmla="*/ 798 w 845"/>
                <a:gd name="T95" fmla="*/ 634 h 1471"/>
                <a:gd name="T96" fmla="*/ 829 w 845"/>
                <a:gd name="T97" fmla="*/ 624 h 1471"/>
                <a:gd name="T98" fmla="*/ 842 w 845"/>
                <a:gd name="T99" fmla="*/ 606 h 1471"/>
                <a:gd name="T100" fmla="*/ 842 w 845"/>
                <a:gd name="T101" fmla="*/ 573 h 1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45" h="1471">
                  <a:moveTo>
                    <a:pt x="842" y="573"/>
                  </a:moveTo>
                  <a:lnTo>
                    <a:pt x="674" y="50"/>
                  </a:lnTo>
                  <a:lnTo>
                    <a:pt x="670" y="40"/>
                  </a:lnTo>
                  <a:lnTo>
                    <a:pt x="657" y="21"/>
                  </a:lnTo>
                  <a:lnTo>
                    <a:pt x="638" y="8"/>
                  </a:lnTo>
                  <a:lnTo>
                    <a:pt x="617" y="1"/>
                  </a:lnTo>
                  <a:lnTo>
                    <a:pt x="605" y="0"/>
                  </a:lnTo>
                  <a:lnTo>
                    <a:pt x="565" y="0"/>
                  </a:lnTo>
                  <a:lnTo>
                    <a:pt x="563" y="0"/>
                  </a:lnTo>
                  <a:lnTo>
                    <a:pt x="563" y="0"/>
                  </a:lnTo>
                  <a:lnTo>
                    <a:pt x="562" y="0"/>
                  </a:lnTo>
                  <a:lnTo>
                    <a:pt x="562" y="0"/>
                  </a:lnTo>
                  <a:lnTo>
                    <a:pt x="277" y="0"/>
                  </a:lnTo>
                  <a:lnTo>
                    <a:pt x="276" y="0"/>
                  </a:lnTo>
                  <a:lnTo>
                    <a:pt x="275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39" y="0"/>
                  </a:lnTo>
                  <a:lnTo>
                    <a:pt x="229" y="1"/>
                  </a:lnTo>
                  <a:lnTo>
                    <a:pt x="207" y="8"/>
                  </a:lnTo>
                  <a:lnTo>
                    <a:pt x="188" y="21"/>
                  </a:lnTo>
                  <a:lnTo>
                    <a:pt x="175" y="40"/>
                  </a:lnTo>
                  <a:lnTo>
                    <a:pt x="171" y="50"/>
                  </a:lnTo>
                  <a:lnTo>
                    <a:pt x="3" y="573"/>
                  </a:lnTo>
                  <a:lnTo>
                    <a:pt x="0" y="585"/>
                  </a:lnTo>
                  <a:lnTo>
                    <a:pt x="3" y="606"/>
                  </a:lnTo>
                  <a:lnTo>
                    <a:pt x="9" y="615"/>
                  </a:lnTo>
                  <a:lnTo>
                    <a:pt x="16" y="624"/>
                  </a:lnTo>
                  <a:lnTo>
                    <a:pt x="36" y="634"/>
                  </a:lnTo>
                  <a:lnTo>
                    <a:pt x="47" y="634"/>
                  </a:lnTo>
                  <a:lnTo>
                    <a:pt x="73" y="634"/>
                  </a:lnTo>
                  <a:lnTo>
                    <a:pt x="85" y="634"/>
                  </a:lnTo>
                  <a:lnTo>
                    <a:pt x="106" y="626"/>
                  </a:lnTo>
                  <a:lnTo>
                    <a:pt x="125" y="612"/>
                  </a:lnTo>
                  <a:lnTo>
                    <a:pt x="138" y="595"/>
                  </a:lnTo>
                  <a:lnTo>
                    <a:pt x="142" y="585"/>
                  </a:lnTo>
                  <a:lnTo>
                    <a:pt x="220" y="351"/>
                  </a:lnTo>
                  <a:lnTo>
                    <a:pt x="220" y="477"/>
                  </a:lnTo>
                  <a:lnTo>
                    <a:pt x="201" y="490"/>
                  </a:lnTo>
                  <a:lnTo>
                    <a:pt x="188" y="507"/>
                  </a:lnTo>
                  <a:lnTo>
                    <a:pt x="62" y="732"/>
                  </a:lnTo>
                  <a:lnTo>
                    <a:pt x="57" y="742"/>
                  </a:lnTo>
                  <a:lnTo>
                    <a:pt x="55" y="765"/>
                  </a:lnTo>
                  <a:lnTo>
                    <a:pt x="59" y="775"/>
                  </a:lnTo>
                  <a:lnTo>
                    <a:pt x="63" y="785"/>
                  </a:lnTo>
                  <a:lnTo>
                    <a:pt x="80" y="799"/>
                  </a:lnTo>
                  <a:lnTo>
                    <a:pt x="92" y="802"/>
                  </a:lnTo>
                  <a:lnTo>
                    <a:pt x="231" y="837"/>
                  </a:lnTo>
                  <a:lnTo>
                    <a:pt x="231" y="1395"/>
                  </a:lnTo>
                  <a:lnTo>
                    <a:pt x="231" y="1410"/>
                  </a:lnTo>
                  <a:lnTo>
                    <a:pt x="243" y="1438"/>
                  </a:lnTo>
                  <a:lnTo>
                    <a:pt x="264" y="1458"/>
                  </a:lnTo>
                  <a:lnTo>
                    <a:pt x="292" y="1471"/>
                  </a:lnTo>
                  <a:lnTo>
                    <a:pt x="308" y="1471"/>
                  </a:lnTo>
                  <a:lnTo>
                    <a:pt x="326" y="1471"/>
                  </a:lnTo>
                  <a:lnTo>
                    <a:pt x="342" y="1471"/>
                  </a:lnTo>
                  <a:lnTo>
                    <a:pt x="369" y="1458"/>
                  </a:lnTo>
                  <a:lnTo>
                    <a:pt x="390" y="1438"/>
                  </a:lnTo>
                  <a:lnTo>
                    <a:pt x="402" y="1410"/>
                  </a:lnTo>
                  <a:lnTo>
                    <a:pt x="402" y="1395"/>
                  </a:lnTo>
                  <a:lnTo>
                    <a:pt x="402" y="879"/>
                  </a:lnTo>
                  <a:lnTo>
                    <a:pt x="413" y="879"/>
                  </a:lnTo>
                  <a:lnTo>
                    <a:pt x="424" y="880"/>
                  </a:lnTo>
                  <a:lnTo>
                    <a:pt x="437" y="879"/>
                  </a:lnTo>
                  <a:lnTo>
                    <a:pt x="448" y="877"/>
                  </a:lnTo>
                  <a:lnTo>
                    <a:pt x="448" y="1395"/>
                  </a:lnTo>
                  <a:lnTo>
                    <a:pt x="450" y="1410"/>
                  </a:lnTo>
                  <a:lnTo>
                    <a:pt x="461" y="1438"/>
                  </a:lnTo>
                  <a:lnTo>
                    <a:pt x="483" y="1458"/>
                  </a:lnTo>
                  <a:lnTo>
                    <a:pt x="510" y="1471"/>
                  </a:lnTo>
                  <a:lnTo>
                    <a:pt x="526" y="1471"/>
                  </a:lnTo>
                  <a:lnTo>
                    <a:pt x="545" y="1471"/>
                  </a:lnTo>
                  <a:lnTo>
                    <a:pt x="561" y="1471"/>
                  </a:lnTo>
                  <a:lnTo>
                    <a:pt x="588" y="1458"/>
                  </a:lnTo>
                  <a:lnTo>
                    <a:pt x="608" y="1438"/>
                  </a:lnTo>
                  <a:lnTo>
                    <a:pt x="620" y="1410"/>
                  </a:lnTo>
                  <a:lnTo>
                    <a:pt x="621" y="1395"/>
                  </a:lnTo>
                  <a:lnTo>
                    <a:pt x="621" y="835"/>
                  </a:lnTo>
                  <a:lnTo>
                    <a:pt x="746" y="802"/>
                  </a:lnTo>
                  <a:lnTo>
                    <a:pt x="758" y="799"/>
                  </a:lnTo>
                  <a:lnTo>
                    <a:pt x="775" y="785"/>
                  </a:lnTo>
                  <a:lnTo>
                    <a:pt x="781" y="775"/>
                  </a:lnTo>
                  <a:lnTo>
                    <a:pt x="783" y="765"/>
                  </a:lnTo>
                  <a:lnTo>
                    <a:pt x="782" y="742"/>
                  </a:lnTo>
                  <a:lnTo>
                    <a:pt x="776" y="732"/>
                  </a:lnTo>
                  <a:lnTo>
                    <a:pt x="650" y="507"/>
                  </a:lnTo>
                  <a:lnTo>
                    <a:pt x="638" y="490"/>
                  </a:lnTo>
                  <a:lnTo>
                    <a:pt x="620" y="477"/>
                  </a:lnTo>
                  <a:lnTo>
                    <a:pt x="620" y="344"/>
                  </a:lnTo>
                  <a:lnTo>
                    <a:pt x="701" y="585"/>
                  </a:lnTo>
                  <a:lnTo>
                    <a:pt x="706" y="595"/>
                  </a:lnTo>
                  <a:lnTo>
                    <a:pt x="720" y="614"/>
                  </a:lnTo>
                  <a:lnTo>
                    <a:pt x="739" y="626"/>
                  </a:lnTo>
                  <a:lnTo>
                    <a:pt x="760" y="634"/>
                  </a:lnTo>
                  <a:lnTo>
                    <a:pt x="770" y="634"/>
                  </a:lnTo>
                  <a:lnTo>
                    <a:pt x="798" y="634"/>
                  </a:lnTo>
                  <a:lnTo>
                    <a:pt x="809" y="634"/>
                  </a:lnTo>
                  <a:lnTo>
                    <a:pt x="829" y="624"/>
                  </a:lnTo>
                  <a:lnTo>
                    <a:pt x="837" y="615"/>
                  </a:lnTo>
                  <a:lnTo>
                    <a:pt x="842" y="606"/>
                  </a:lnTo>
                  <a:lnTo>
                    <a:pt x="845" y="585"/>
                  </a:lnTo>
                  <a:lnTo>
                    <a:pt x="842" y="5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2" name="Group 9">
            <a:extLst>
              <a:ext uri="{FF2B5EF4-FFF2-40B4-BE49-F238E27FC236}">
                <a16:creationId xmlns:a16="http://schemas.microsoft.com/office/drawing/2014/main" id="{6895F830-842F-27DA-4A83-FF078139287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743670" y="2167460"/>
            <a:ext cx="319185" cy="718732"/>
            <a:chOff x="4426" y="2133"/>
            <a:chExt cx="282" cy="635"/>
          </a:xfrm>
          <a:solidFill>
            <a:srgbClr val="239B82"/>
          </a:solidFill>
        </p:grpSpPr>
        <p:sp>
          <p:nvSpPr>
            <p:cNvPr id="43" name="Freeform 10">
              <a:extLst>
                <a:ext uri="{FF2B5EF4-FFF2-40B4-BE49-F238E27FC236}">
                  <a16:creationId xmlns:a16="http://schemas.microsoft.com/office/drawing/2014/main" id="{EEBE53A0-D2B2-6F2C-F34B-7957C8B79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3" y="2133"/>
              <a:ext cx="126" cy="126"/>
            </a:xfrm>
            <a:custGeom>
              <a:avLst/>
              <a:gdLst>
                <a:gd name="T0" fmla="*/ 189 w 377"/>
                <a:gd name="T1" fmla="*/ 377 h 377"/>
                <a:gd name="T2" fmla="*/ 207 w 377"/>
                <a:gd name="T3" fmla="*/ 376 h 377"/>
                <a:gd name="T4" fmla="*/ 245 w 377"/>
                <a:gd name="T5" fmla="*/ 369 h 377"/>
                <a:gd name="T6" fmla="*/ 278 w 377"/>
                <a:gd name="T7" fmla="*/ 354 h 377"/>
                <a:gd name="T8" fmla="*/ 308 w 377"/>
                <a:gd name="T9" fmla="*/ 334 h 377"/>
                <a:gd name="T10" fmla="*/ 334 w 377"/>
                <a:gd name="T11" fmla="*/ 308 h 377"/>
                <a:gd name="T12" fmla="*/ 354 w 377"/>
                <a:gd name="T13" fmla="*/ 278 h 377"/>
                <a:gd name="T14" fmla="*/ 368 w 377"/>
                <a:gd name="T15" fmla="*/ 245 h 377"/>
                <a:gd name="T16" fmla="*/ 376 w 377"/>
                <a:gd name="T17" fmla="*/ 207 h 377"/>
                <a:gd name="T18" fmla="*/ 377 w 377"/>
                <a:gd name="T19" fmla="*/ 189 h 377"/>
                <a:gd name="T20" fmla="*/ 376 w 377"/>
                <a:gd name="T21" fmla="*/ 168 h 377"/>
                <a:gd name="T22" fmla="*/ 368 w 377"/>
                <a:gd name="T23" fmla="*/ 132 h 377"/>
                <a:gd name="T24" fmla="*/ 354 w 377"/>
                <a:gd name="T25" fmla="*/ 98 h 377"/>
                <a:gd name="T26" fmla="*/ 334 w 377"/>
                <a:gd name="T27" fmla="*/ 68 h 377"/>
                <a:gd name="T28" fmla="*/ 308 w 377"/>
                <a:gd name="T29" fmla="*/ 42 h 377"/>
                <a:gd name="T30" fmla="*/ 278 w 377"/>
                <a:gd name="T31" fmla="*/ 21 h 377"/>
                <a:gd name="T32" fmla="*/ 245 w 377"/>
                <a:gd name="T33" fmla="*/ 7 h 377"/>
                <a:gd name="T34" fmla="*/ 207 w 377"/>
                <a:gd name="T35" fmla="*/ 0 h 377"/>
                <a:gd name="T36" fmla="*/ 189 w 377"/>
                <a:gd name="T37" fmla="*/ 0 h 377"/>
                <a:gd name="T38" fmla="*/ 169 w 377"/>
                <a:gd name="T39" fmla="*/ 0 h 377"/>
                <a:gd name="T40" fmla="*/ 133 w 377"/>
                <a:gd name="T41" fmla="*/ 7 h 377"/>
                <a:gd name="T42" fmla="*/ 98 w 377"/>
                <a:gd name="T43" fmla="*/ 21 h 377"/>
                <a:gd name="T44" fmla="*/ 68 w 377"/>
                <a:gd name="T45" fmla="*/ 42 h 377"/>
                <a:gd name="T46" fmla="*/ 42 w 377"/>
                <a:gd name="T47" fmla="*/ 68 h 377"/>
                <a:gd name="T48" fmla="*/ 22 w 377"/>
                <a:gd name="T49" fmla="*/ 98 h 377"/>
                <a:gd name="T50" fmla="*/ 8 w 377"/>
                <a:gd name="T51" fmla="*/ 132 h 377"/>
                <a:gd name="T52" fmla="*/ 0 w 377"/>
                <a:gd name="T53" fmla="*/ 168 h 377"/>
                <a:gd name="T54" fmla="*/ 0 w 377"/>
                <a:gd name="T55" fmla="*/ 189 h 377"/>
                <a:gd name="T56" fmla="*/ 0 w 377"/>
                <a:gd name="T57" fmla="*/ 207 h 377"/>
                <a:gd name="T58" fmla="*/ 8 w 377"/>
                <a:gd name="T59" fmla="*/ 245 h 377"/>
                <a:gd name="T60" fmla="*/ 22 w 377"/>
                <a:gd name="T61" fmla="*/ 278 h 377"/>
                <a:gd name="T62" fmla="*/ 42 w 377"/>
                <a:gd name="T63" fmla="*/ 308 h 377"/>
                <a:gd name="T64" fmla="*/ 68 w 377"/>
                <a:gd name="T65" fmla="*/ 334 h 377"/>
                <a:gd name="T66" fmla="*/ 98 w 377"/>
                <a:gd name="T67" fmla="*/ 354 h 377"/>
                <a:gd name="T68" fmla="*/ 133 w 377"/>
                <a:gd name="T69" fmla="*/ 369 h 377"/>
                <a:gd name="T70" fmla="*/ 169 w 377"/>
                <a:gd name="T71" fmla="*/ 376 h 377"/>
                <a:gd name="T72" fmla="*/ 189 w 377"/>
                <a:gd name="T73" fmla="*/ 377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77" h="377">
                  <a:moveTo>
                    <a:pt x="189" y="377"/>
                  </a:moveTo>
                  <a:lnTo>
                    <a:pt x="207" y="376"/>
                  </a:lnTo>
                  <a:lnTo>
                    <a:pt x="245" y="369"/>
                  </a:lnTo>
                  <a:lnTo>
                    <a:pt x="278" y="354"/>
                  </a:lnTo>
                  <a:lnTo>
                    <a:pt x="308" y="334"/>
                  </a:lnTo>
                  <a:lnTo>
                    <a:pt x="334" y="308"/>
                  </a:lnTo>
                  <a:lnTo>
                    <a:pt x="354" y="278"/>
                  </a:lnTo>
                  <a:lnTo>
                    <a:pt x="368" y="245"/>
                  </a:lnTo>
                  <a:lnTo>
                    <a:pt x="376" y="207"/>
                  </a:lnTo>
                  <a:lnTo>
                    <a:pt x="377" y="189"/>
                  </a:lnTo>
                  <a:lnTo>
                    <a:pt x="376" y="168"/>
                  </a:lnTo>
                  <a:lnTo>
                    <a:pt x="368" y="132"/>
                  </a:lnTo>
                  <a:lnTo>
                    <a:pt x="354" y="98"/>
                  </a:lnTo>
                  <a:lnTo>
                    <a:pt x="334" y="68"/>
                  </a:lnTo>
                  <a:lnTo>
                    <a:pt x="308" y="42"/>
                  </a:lnTo>
                  <a:lnTo>
                    <a:pt x="278" y="21"/>
                  </a:lnTo>
                  <a:lnTo>
                    <a:pt x="245" y="7"/>
                  </a:lnTo>
                  <a:lnTo>
                    <a:pt x="207" y="0"/>
                  </a:lnTo>
                  <a:lnTo>
                    <a:pt x="189" y="0"/>
                  </a:lnTo>
                  <a:lnTo>
                    <a:pt x="169" y="0"/>
                  </a:lnTo>
                  <a:lnTo>
                    <a:pt x="133" y="7"/>
                  </a:lnTo>
                  <a:lnTo>
                    <a:pt x="98" y="21"/>
                  </a:lnTo>
                  <a:lnTo>
                    <a:pt x="68" y="42"/>
                  </a:lnTo>
                  <a:lnTo>
                    <a:pt x="42" y="68"/>
                  </a:lnTo>
                  <a:lnTo>
                    <a:pt x="22" y="98"/>
                  </a:lnTo>
                  <a:lnTo>
                    <a:pt x="8" y="132"/>
                  </a:lnTo>
                  <a:lnTo>
                    <a:pt x="0" y="168"/>
                  </a:lnTo>
                  <a:lnTo>
                    <a:pt x="0" y="189"/>
                  </a:lnTo>
                  <a:lnTo>
                    <a:pt x="0" y="207"/>
                  </a:lnTo>
                  <a:lnTo>
                    <a:pt x="8" y="245"/>
                  </a:lnTo>
                  <a:lnTo>
                    <a:pt x="22" y="278"/>
                  </a:lnTo>
                  <a:lnTo>
                    <a:pt x="42" y="308"/>
                  </a:lnTo>
                  <a:lnTo>
                    <a:pt x="68" y="334"/>
                  </a:lnTo>
                  <a:lnTo>
                    <a:pt x="98" y="354"/>
                  </a:lnTo>
                  <a:lnTo>
                    <a:pt x="133" y="369"/>
                  </a:lnTo>
                  <a:lnTo>
                    <a:pt x="169" y="376"/>
                  </a:lnTo>
                  <a:lnTo>
                    <a:pt x="189" y="3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74E110F9-3908-743B-7030-D7D975DF95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6" y="2278"/>
              <a:ext cx="282" cy="490"/>
            </a:xfrm>
            <a:custGeom>
              <a:avLst/>
              <a:gdLst>
                <a:gd name="T0" fmla="*/ 674 w 845"/>
                <a:gd name="T1" fmla="*/ 50 h 1471"/>
                <a:gd name="T2" fmla="*/ 657 w 845"/>
                <a:gd name="T3" fmla="*/ 21 h 1471"/>
                <a:gd name="T4" fmla="*/ 617 w 845"/>
                <a:gd name="T5" fmla="*/ 1 h 1471"/>
                <a:gd name="T6" fmla="*/ 565 w 845"/>
                <a:gd name="T7" fmla="*/ 0 h 1471"/>
                <a:gd name="T8" fmla="*/ 563 w 845"/>
                <a:gd name="T9" fmla="*/ 0 h 1471"/>
                <a:gd name="T10" fmla="*/ 562 w 845"/>
                <a:gd name="T11" fmla="*/ 0 h 1471"/>
                <a:gd name="T12" fmla="*/ 276 w 845"/>
                <a:gd name="T13" fmla="*/ 0 h 1471"/>
                <a:gd name="T14" fmla="*/ 273 w 845"/>
                <a:gd name="T15" fmla="*/ 0 h 1471"/>
                <a:gd name="T16" fmla="*/ 239 w 845"/>
                <a:gd name="T17" fmla="*/ 0 h 1471"/>
                <a:gd name="T18" fmla="*/ 207 w 845"/>
                <a:gd name="T19" fmla="*/ 8 h 1471"/>
                <a:gd name="T20" fmla="*/ 175 w 845"/>
                <a:gd name="T21" fmla="*/ 40 h 1471"/>
                <a:gd name="T22" fmla="*/ 3 w 845"/>
                <a:gd name="T23" fmla="*/ 573 h 1471"/>
                <a:gd name="T24" fmla="*/ 3 w 845"/>
                <a:gd name="T25" fmla="*/ 606 h 1471"/>
                <a:gd name="T26" fmla="*/ 16 w 845"/>
                <a:gd name="T27" fmla="*/ 624 h 1471"/>
                <a:gd name="T28" fmla="*/ 47 w 845"/>
                <a:gd name="T29" fmla="*/ 634 h 1471"/>
                <a:gd name="T30" fmla="*/ 85 w 845"/>
                <a:gd name="T31" fmla="*/ 634 h 1471"/>
                <a:gd name="T32" fmla="*/ 125 w 845"/>
                <a:gd name="T33" fmla="*/ 612 h 1471"/>
                <a:gd name="T34" fmla="*/ 142 w 845"/>
                <a:gd name="T35" fmla="*/ 585 h 1471"/>
                <a:gd name="T36" fmla="*/ 220 w 845"/>
                <a:gd name="T37" fmla="*/ 477 h 1471"/>
                <a:gd name="T38" fmla="*/ 188 w 845"/>
                <a:gd name="T39" fmla="*/ 507 h 1471"/>
                <a:gd name="T40" fmla="*/ 57 w 845"/>
                <a:gd name="T41" fmla="*/ 742 h 1471"/>
                <a:gd name="T42" fmla="*/ 59 w 845"/>
                <a:gd name="T43" fmla="*/ 775 h 1471"/>
                <a:gd name="T44" fmla="*/ 80 w 845"/>
                <a:gd name="T45" fmla="*/ 799 h 1471"/>
                <a:gd name="T46" fmla="*/ 231 w 845"/>
                <a:gd name="T47" fmla="*/ 837 h 1471"/>
                <a:gd name="T48" fmla="*/ 231 w 845"/>
                <a:gd name="T49" fmla="*/ 1410 h 1471"/>
                <a:gd name="T50" fmla="*/ 264 w 845"/>
                <a:gd name="T51" fmla="*/ 1458 h 1471"/>
                <a:gd name="T52" fmla="*/ 308 w 845"/>
                <a:gd name="T53" fmla="*/ 1471 h 1471"/>
                <a:gd name="T54" fmla="*/ 342 w 845"/>
                <a:gd name="T55" fmla="*/ 1471 h 1471"/>
                <a:gd name="T56" fmla="*/ 390 w 845"/>
                <a:gd name="T57" fmla="*/ 1438 h 1471"/>
                <a:gd name="T58" fmla="*/ 402 w 845"/>
                <a:gd name="T59" fmla="*/ 1395 h 1471"/>
                <a:gd name="T60" fmla="*/ 413 w 845"/>
                <a:gd name="T61" fmla="*/ 879 h 1471"/>
                <a:gd name="T62" fmla="*/ 437 w 845"/>
                <a:gd name="T63" fmla="*/ 879 h 1471"/>
                <a:gd name="T64" fmla="*/ 448 w 845"/>
                <a:gd name="T65" fmla="*/ 1395 h 1471"/>
                <a:gd name="T66" fmla="*/ 461 w 845"/>
                <a:gd name="T67" fmla="*/ 1438 h 1471"/>
                <a:gd name="T68" fmla="*/ 510 w 845"/>
                <a:gd name="T69" fmla="*/ 1471 h 1471"/>
                <a:gd name="T70" fmla="*/ 545 w 845"/>
                <a:gd name="T71" fmla="*/ 1471 h 1471"/>
                <a:gd name="T72" fmla="*/ 588 w 845"/>
                <a:gd name="T73" fmla="*/ 1458 h 1471"/>
                <a:gd name="T74" fmla="*/ 620 w 845"/>
                <a:gd name="T75" fmla="*/ 1410 h 1471"/>
                <a:gd name="T76" fmla="*/ 621 w 845"/>
                <a:gd name="T77" fmla="*/ 835 h 1471"/>
                <a:gd name="T78" fmla="*/ 758 w 845"/>
                <a:gd name="T79" fmla="*/ 799 h 1471"/>
                <a:gd name="T80" fmla="*/ 781 w 845"/>
                <a:gd name="T81" fmla="*/ 775 h 1471"/>
                <a:gd name="T82" fmla="*/ 782 w 845"/>
                <a:gd name="T83" fmla="*/ 742 h 1471"/>
                <a:gd name="T84" fmla="*/ 650 w 845"/>
                <a:gd name="T85" fmla="*/ 507 h 1471"/>
                <a:gd name="T86" fmla="*/ 620 w 845"/>
                <a:gd name="T87" fmla="*/ 477 h 1471"/>
                <a:gd name="T88" fmla="*/ 701 w 845"/>
                <a:gd name="T89" fmla="*/ 585 h 1471"/>
                <a:gd name="T90" fmla="*/ 720 w 845"/>
                <a:gd name="T91" fmla="*/ 614 h 1471"/>
                <a:gd name="T92" fmla="*/ 760 w 845"/>
                <a:gd name="T93" fmla="*/ 634 h 1471"/>
                <a:gd name="T94" fmla="*/ 798 w 845"/>
                <a:gd name="T95" fmla="*/ 634 h 1471"/>
                <a:gd name="T96" fmla="*/ 829 w 845"/>
                <a:gd name="T97" fmla="*/ 624 h 1471"/>
                <a:gd name="T98" fmla="*/ 842 w 845"/>
                <a:gd name="T99" fmla="*/ 606 h 1471"/>
                <a:gd name="T100" fmla="*/ 842 w 845"/>
                <a:gd name="T101" fmla="*/ 573 h 1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45" h="1471">
                  <a:moveTo>
                    <a:pt x="842" y="573"/>
                  </a:moveTo>
                  <a:lnTo>
                    <a:pt x="674" y="50"/>
                  </a:lnTo>
                  <a:lnTo>
                    <a:pt x="670" y="40"/>
                  </a:lnTo>
                  <a:lnTo>
                    <a:pt x="657" y="21"/>
                  </a:lnTo>
                  <a:lnTo>
                    <a:pt x="638" y="8"/>
                  </a:lnTo>
                  <a:lnTo>
                    <a:pt x="617" y="1"/>
                  </a:lnTo>
                  <a:lnTo>
                    <a:pt x="605" y="0"/>
                  </a:lnTo>
                  <a:lnTo>
                    <a:pt x="565" y="0"/>
                  </a:lnTo>
                  <a:lnTo>
                    <a:pt x="563" y="0"/>
                  </a:lnTo>
                  <a:lnTo>
                    <a:pt x="563" y="0"/>
                  </a:lnTo>
                  <a:lnTo>
                    <a:pt x="562" y="0"/>
                  </a:lnTo>
                  <a:lnTo>
                    <a:pt x="562" y="0"/>
                  </a:lnTo>
                  <a:lnTo>
                    <a:pt x="277" y="0"/>
                  </a:lnTo>
                  <a:lnTo>
                    <a:pt x="276" y="0"/>
                  </a:lnTo>
                  <a:lnTo>
                    <a:pt x="275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39" y="0"/>
                  </a:lnTo>
                  <a:lnTo>
                    <a:pt x="229" y="1"/>
                  </a:lnTo>
                  <a:lnTo>
                    <a:pt x="207" y="8"/>
                  </a:lnTo>
                  <a:lnTo>
                    <a:pt x="188" y="21"/>
                  </a:lnTo>
                  <a:lnTo>
                    <a:pt x="175" y="40"/>
                  </a:lnTo>
                  <a:lnTo>
                    <a:pt x="171" y="50"/>
                  </a:lnTo>
                  <a:lnTo>
                    <a:pt x="3" y="573"/>
                  </a:lnTo>
                  <a:lnTo>
                    <a:pt x="0" y="585"/>
                  </a:lnTo>
                  <a:lnTo>
                    <a:pt x="3" y="606"/>
                  </a:lnTo>
                  <a:lnTo>
                    <a:pt x="9" y="615"/>
                  </a:lnTo>
                  <a:lnTo>
                    <a:pt x="16" y="624"/>
                  </a:lnTo>
                  <a:lnTo>
                    <a:pt x="36" y="634"/>
                  </a:lnTo>
                  <a:lnTo>
                    <a:pt x="47" y="634"/>
                  </a:lnTo>
                  <a:lnTo>
                    <a:pt x="73" y="634"/>
                  </a:lnTo>
                  <a:lnTo>
                    <a:pt x="85" y="634"/>
                  </a:lnTo>
                  <a:lnTo>
                    <a:pt x="106" y="626"/>
                  </a:lnTo>
                  <a:lnTo>
                    <a:pt x="125" y="612"/>
                  </a:lnTo>
                  <a:lnTo>
                    <a:pt x="138" y="595"/>
                  </a:lnTo>
                  <a:lnTo>
                    <a:pt x="142" y="585"/>
                  </a:lnTo>
                  <a:lnTo>
                    <a:pt x="220" y="351"/>
                  </a:lnTo>
                  <a:lnTo>
                    <a:pt x="220" y="477"/>
                  </a:lnTo>
                  <a:lnTo>
                    <a:pt x="201" y="490"/>
                  </a:lnTo>
                  <a:lnTo>
                    <a:pt x="188" y="507"/>
                  </a:lnTo>
                  <a:lnTo>
                    <a:pt x="62" y="732"/>
                  </a:lnTo>
                  <a:lnTo>
                    <a:pt x="57" y="742"/>
                  </a:lnTo>
                  <a:lnTo>
                    <a:pt x="55" y="765"/>
                  </a:lnTo>
                  <a:lnTo>
                    <a:pt x="59" y="775"/>
                  </a:lnTo>
                  <a:lnTo>
                    <a:pt x="63" y="785"/>
                  </a:lnTo>
                  <a:lnTo>
                    <a:pt x="80" y="799"/>
                  </a:lnTo>
                  <a:lnTo>
                    <a:pt x="92" y="802"/>
                  </a:lnTo>
                  <a:lnTo>
                    <a:pt x="231" y="837"/>
                  </a:lnTo>
                  <a:lnTo>
                    <a:pt x="231" y="1395"/>
                  </a:lnTo>
                  <a:lnTo>
                    <a:pt x="231" y="1410"/>
                  </a:lnTo>
                  <a:lnTo>
                    <a:pt x="243" y="1438"/>
                  </a:lnTo>
                  <a:lnTo>
                    <a:pt x="264" y="1458"/>
                  </a:lnTo>
                  <a:lnTo>
                    <a:pt x="292" y="1471"/>
                  </a:lnTo>
                  <a:lnTo>
                    <a:pt x="308" y="1471"/>
                  </a:lnTo>
                  <a:lnTo>
                    <a:pt x="326" y="1471"/>
                  </a:lnTo>
                  <a:lnTo>
                    <a:pt x="342" y="1471"/>
                  </a:lnTo>
                  <a:lnTo>
                    <a:pt x="369" y="1458"/>
                  </a:lnTo>
                  <a:lnTo>
                    <a:pt x="390" y="1438"/>
                  </a:lnTo>
                  <a:lnTo>
                    <a:pt x="402" y="1410"/>
                  </a:lnTo>
                  <a:lnTo>
                    <a:pt x="402" y="1395"/>
                  </a:lnTo>
                  <a:lnTo>
                    <a:pt x="402" y="879"/>
                  </a:lnTo>
                  <a:lnTo>
                    <a:pt x="413" y="879"/>
                  </a:lnTo>
                  <a:lnTo>
                    <a:pt x="424" y="880"/>
                  </a:lnTo>
                  <a:lnTo>
                    <a:pt x="437" y="879"/>
                  </a:lnTo>
                  <a:lnTo>
                    <a:pt x="448" y="877"/>
                  </a:lnTo>
                  <a:lnTo>
                    <a:pt x="448" y="1395"/>
                  </a:lnTo>
                  <a:lnTo>
                    <a:pt x="450" y="1410"/>
                  </a:lnTo>
                  <a:lnTo>
                    <a:pt x="461" y="1438"/>
                  </a:lnTo>
                  <a:lnTo>
                    <a:pt x="483" y="1458"/>
                  </a:lnTo>
                  <a:lnTo>
                    <a:pt x="510" y="1471"/>
                  </a:lnTo>
                  <a:lnTo>
                    <a:pt x="526" y="1471"/>
                  </a:lnTo>
                  <a:lnTo>
                    <a:pt x="545" y="1471"/>
                  </a:lnTo>
                  <a:lnTo>
                    <a:pt x="561" y="1471"/>
                  </a:lnTo>
                  <a:lnTo>
                    <a:pt x="588" y="1458"/>
                  </a:lnTo>
                  <a:lnTo>
                    <a:pt x="608" y="1438"/>
                  </a:lnTo>
                  <a:lnTo>
                    <a:pt x="620" y="1410"/>
                  </a:lnTo>
                  <a:lnTo>
                    <a:pt x="621" y="1395"/>
                  </a:lnTo>
                  <a:lnTo>
                    <a:pt x="621" y="835"/>
                  </a:lnTo>
                  <a:lnTo>
                    <a:pt x="746" y="802"/>
                  </a:lnTo>
                  <a:lnTo>
                    <a:pt x="758" y="799"/>
                  </a:lnTo>
                  <a:lnTo>
                    <a:pt x="775" y="785"/>
                  </a:lnTo>
                  <a:lnTo>
                    <a:pt x="781" y="775"/>
                  </a:lnTo>
                  <a:lnTo>
                    <a:pt x="783" y="765"/>
                  </a:lnTo>
                  <a:lnTo>
                    <a:pt x="782" y="742"/>
                  </a:lnTo>
                  <a:lnTo>
                    <a:pt x="776" y="732"/>
                  </a:lnTo>
                  <a:lnTo>
                    <a:pt x="650" y="507"/>
                  </a:lnTo>
                  <a:lnTo>
                    <a:pt x="638" y="490"/>
                  </a:lnTo>
                  <a:lnTo>
                    <a:pt x="620" y="477"/>
                  </a:lnTo>
                  <a:lnTo>
                    <a:pt x="620" y="344"/>
                  </a:lnTo>
                  <a:lnTo>
                    <a:pt x="701" y="585"/>
                  </a:lnTo>
                  <a:lnTo>
                    <a:pt x="706" y="595"/>
                  </a:lnTo>
                  <a:lnTo>
                    <a:pt x="720" y="614"/>
                  </a:lnTo>
                  <a:lnTo>
                    <a:pt x="739" y="626"/>
                  </a:lnTo>
                  <a:lnTo>
                    <a:pt x="760" y="634"/>
                  </a:lnTo>
                  <a:lnTo>
                    <a:pt x="770" y="634"/>
                  </a:lnTo>
                  <a:lnTo>
                    <a:pt x="798" y="634"/>
                  </a:lnTo>
                  <a:lnTo>
                    <a:pt x="809" y="634"/>
                  </a:lnTo>
                  <a:lnTo>
                    <a:pt x="829" y="624"/>
                  </a:lnTo>
                  <a:lnTo>
                    <a:pt x="837" y="615"/>
                  </a:lnTo>
                  <a:lnTo>
                    <a:pt x="842" y="606"/>
                  </a:lnTo>
                  <a:lnTo>
                    <a:pt x="845" y="585"/>
                  </a:lnTo>
                  <a:lnTo>
                    <a:pt x="842" y="5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5" name="Group 9">
            <a:extLst>
              <a:ext uri="{FF2B5EF4-FFF2-40B4-BE49-F238E27FC236}">
                <a16:creationId xmlns:a16="http://schemas.microsoft.com/office/drawing/2014/main" id="{BDB0DE3B-D162-5E92-ED93-95F521C2CB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111463" y="2170147"/>
            <a:ext cx="319185" cy="718732"/>
            <a:chOff x="4426" y="2133"/>
            <a:chExt cx="282" cy="635"/>
          </a:xfrm>
          <a:solidFill>
            <a:srgbClr val="239B82"/>
          </a:solidFill>
        </p:grpSpPr>
        <p:sp>
          <p:nvSpPr>
            <p:cNvPr id="46" name="Freeform 10">
              <a:extLst>
                <a:ext uri="{FF2B5EF4-FFF2-40B4-BE49-F238E27FC236}">
                  <a16:creationId xmlns:a16="http://schemas.microsoft.com/office/drawing/2014/main" id="{A752DE13-9F1C-DE0C-1557-E630BD604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3" y="2133"/>
              <a:ext cx="126" cy="126"/>
            </a:xfrm>
            <a:custGeom>
              <a:avLst/>
              <a:gdLst>
                <a:gd name="T0" fmla="*/ 189 w 377"/>
                <a:gd name="T1" fmla="*/ 377 h 377"/>
                <a:gd name="T2" fmla="*/ 207 w 377"/>
                <a:gd name="T3" fmla="*/ 376 h 377"/>
                <a:gd name="T4" fmla="*/ 245 w 377"/>
                <a:gd name="T5" fmla="*/ 369 h 377"/>
                <a:gd name="T6" fmla="*/ 278 w 377"/>
                <a:gd name="T7" fmla="*/ 354 h 377"/>
                <a:gd name="T8" fmla="*/ 308 w 377"/>
                <a:gd name="T9" fmla="*/ 334 h 377"/>
                <a:gd name="T10" fmla="*/ 334 w 377"/>
                <a:gd name="T11" fmla="*/ 308 h 377"/>
                <a:gd name="T12" fmla="*/ 354 w 377"/>
                <a:gd name="T13" fmla="*/ 278 h 377"/>
                <a:gd name="T14" fmla="*/ 368 w 377"/>
                <a:gd name="T15" fmla="*/ 245 h 377"/>
                <a:gd name="T16" fmla="*/ 376 w 377"/>
                <a:gd name="T17" fmla="*/ 207 h 377"/>
                <a:gd name="T18" fmla="*/ 377 w 377"/>
                <a:gd name="T19" fmla="*/ 189 h 377"/>
                <a:gd name="T20" fmla="*/ 376 w 377"/>
                <a:gd name="T21" fmla="*/ 168 h 377"/>
                <a:gd name="T22" fmla="*/ 368 w 377"/>
                <a:gd name="T23" fmla="*/ 132 h 377"/>
                <a:gd name="T24" fmla="*/ 354 w 377"/>
                <a:gd name="T25" fmla="*/ 98 h 377"/>
                <a:gd name="T26" fmla="*/ 334 w 377"/>
                <a:gd name="T27" fmla="*/ 68 h 377"/>
                <a:gd name="T28" fmla="*/ 308 w 377"/>
                <a:gd name="T29" fmla="*/ 42 h 377"/>
                <a:gd name="T30" fmla="*/ 278 w 377"/>
                <a:gd name="T31" fmla="*/ 21 h 377"/>
                <a:gd name="T32" fmla="*/ 245 w 377"/>
                <a:gd name="T33" fmla="*/ 7 h 377"/>
                <a:gd name="T34" fmla="*/ 207 w 377"/>
                <a:gd name="T35" fmla="*/ 0 h 377"/>
                <a:gd name="T36" fmla="*/ 189 w 377"/>
                <a:gd name="T37" fmla="*/ 0 h 377"/>
                <a:gd name="T38" fmla="*/ 169 w 377"/>
                <a:gd name="T39" fmla="*/ 0 h 377"/>
                <a:gd name="T40" fmla="*/ 133 w 377"/>
                <a:gd name="T41" fmla="*/ 7 h 377"/>
                <a:gd name="T42" fmla="*/ 98 w 377"/>
                <a:gd name="T43" fmla="*/ 21 h 377"/>
                <a:gd name="T44" fmla="*/ 68 w 377"/>
                <a:gd name="T45" fmla="*/ 42 h 377"/>
                <a:gd name="T46" fmla="*/ 42 w 377"/>
                <a:gd name="T47" fmla="*/ 68 h 377"/>
                <a:gd name="T48" fmla="*/ 22 w 377"/>
                <a:gd name="T49" fmla="*/ 98 h 377"/>
                <a:gd name="T50" fmla="*/ 8 w 377"/>
                <a:gd name="T51" fmla="*/ 132 h 377"/>
                <a:gd name="T52" fmla="*/ 0 w 377"/>
                <a:gd name="T53" fmla="*/ 168 h 377"/>
                <a:gd name="T54" fmla="*/ 0 w 377"/>
                <a:gd name="T55" fmla="*/ 189 h 377"/>
                <a:gd name="T56" fmla="*/ 0 w 377"/>
                <a:gd name="T57" fmla="*/ 207 h 377"/>
                <a:gd name="T58" fmla="*/ 8 w 377"/>
                <a:gd name="T59" fmla="*/ 245 h 377"/>
                <a:gd name="T60" fmla="*/ 22 w 377"/>
                <a:gd name="T61" fmla="*/ 278 h 377"/>
                <a:gd name="T62" fmla="*/ 42 w 377"/>
                <a:gd name="T63" fmla="*/ 308 h 377"/>
                <a:gd name="T64" fmla="*/ 68 w 377"/>
                <a:gd name="T65" fmla="*/ 334 h 377"/>
                <a:gd name="T66" fmla="*/ 98 w 377"/>
                <a:gd name="T67" fmla="*/ 354 h 377"/>
                <a:gd name="T68" fmla="*/ 133 w 377"/>
                <a:gd name="T69" fmla="*/ 369 h 377"/>
                <a:gd name="T70" fmla="*/ 169 w 377"/>
                <a:gd name="T71" fmla="*/ 376 h 377"/>
                <a:gd name="T72" fmla="*/ 189 w 377"/>
                <a:gd name="T73" fmla="*/ 377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77" h="377">
                  <a:moveTo>
                    <a:pt x="189" y="377"/>
                  </a:moveTo>
                  <a:lnTo>
                    <a:pt x="207" y="376"/>
                  </a:lnTo>
                  <a:lnTo>
                    <a:pt x="245" y="369"/>
                  </a:lnTo>
                  <a:lnTo>
                    <a:pt x="278" y="354"/>
                  </a:lnTo>
                  <a:lnTo>
                    <a:pt x="308" y="334"/>
                  </a:lnTo>
                  <a:lnTo>
                    <a:pt x="334" y="308"/>
                  </a:lnTo>
                  <a:lnTo>
                    <a:pt x="354" y="278"/>
                  </a:lnTo>
                  <a:lnTo>
                    <a:pt x="368" y="245"/>
                  </a:lnTo>
                  <a:lnTo>
                    <a:pt x="376" y="207"/>
                  </a:lnTo>
                  <a:lnTo>
                    <a:pt x="377" y="189"/>
                  </a:lnTo>
                  <a:lnTo>
                    <a:pt x="376" y="168"/>
                  </a:lnTo>
                  <a:lnTo>
                    <a:pt x="368" y="132"/>
                  </a:lnTo>
                  <a:lnTo>
                    <a:pt x="354" y="98"/>
                  </a:lnTo>
                  <a:lnTo>
                    <a:pt x="334" y="68"/>
                  </a:lnTo>
                  <a:lnTo>
                    <a:pt x="308" y="42"/>
                  </a:lnTo>
                  <a:lnTo>
                    <a:pt x="278" y="21"/>
                  </a:lnTo>
                  <a:lnTo>
                    <a:pt x="245" y="7"/>
                  </a:lnTo>
                  <a:lnTo>
                    <a:pt x="207" y="0"/>
                  </a:lnTo>
                  <a:lnTo>
                    <a:pt x="189" y="0"/>
                  </a:lnTo>
                  <a:lnTo>
                    <a:pt x="169" y="0"/>
                  </a:lnTo>
                  <a:lnTo>
                    <a:pt x="133" y="7"/>
                  </a:lnTo>
                  <a:lnTo>
                    <a:pt x="98" y="21"/>
                  </a:lnTo>
                  <a:lnTo>
                    <a:pt x="68" y="42"/>
                  </a:lnTo>
                  <a:lnTo>
                    <a:pt x="42" y="68"/>
                  </a:lnTo>
                  <a:lnTo>
                    <a:pt x="22" y="98"/>
                  </a:lnTo>
                  <a:lnTo>
                    <a:pt x="8" y="132"/>
                  </a:lnTo>
                  <a:lnTo>
                    <a:pt x="0" y="168"/>
                  </a:lnTo>
                  <a:lnTo>
                    <a:pt x="0" y="189"/>
                  </a:lnTo>
                  <a:lnTo>
                    <a:pt x="0" y="207"/>
                  </a:lnTo>
                  <a:lnTo>
                    <a:pt x="8" y="245"/>
                  </a:lnTo>
                  <a:lnTo>
                    <a:pt x="22" y="278"/>
                  </a:lnTo>
                  <a:lnTo>
                    <a:pt x="42" y="308"/>
                  </a:lnTo>
                  <a:lnTo>
                    <a:pt x="68" y="334"/>
                  </a:lnTo>
                  <a:lnTo>
                    <a:pt x="98" y="354"/>
                  </a:lnTo>
                  <a:lnTo>
                    <a:pt x="133" y="369"/>
                  </a:lnTo>
                  <a:lnTo>
                    <a:pt x="169" y="376"/>
                  </a:lnTo>
                  <a:lnTo>
                    <a:pt x="189" y="3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" name="Freeform 11">
              <a:extLst>
                <a:ext uri="{FF2B5EF4-FFF2-40B4-BE49-F238E27FC236}">
                  <a16:creationId xmlns:a16="http://schemas.microsoft.com/office/drawing/2014/main" id="{8CCEA105-6BAA-ADCC-2409-BF0D28FB6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6" y="2278"/>
              <a:ext cx="282" cy="490"/>
            </a:xfrm>
            <a:custGeom>
              <a:avLst/>
              <a:gdLst>
                <a:gd name="T0" fmla="*/ 674 w 845"/>
                <a:gd name="T1" fmla="*/ 50 h 1471"/>
                <a:gd name="T2" fmla="*/ 657 w 845"/>
                <a:gd name="T3" fmla="*/ 21 h 1471"/>
                <a:gd name="T4" fmla="*/ 617 w 845"/>
                <a:gd name="T5" fmla="*/ 1 h 1471"/>
                <a:gd name="T6" fmla="*/ 565 w 845"/>
                <a:gd name="T7" fmla="*/ 0 h 1471"/>
                <a:gd name="T8" fmla="*/ 563 w 845"/>
                <a:gd name="T9" fmla="*/ 0 h 1471"/>
                <a:gd name="T10" fmla="*/ 562 w 845"/>
                <a:gd name="T11" fmla="*/ 0 h 1471"/>
                <a:gd name="T12" fmla="*/ 276 w 845"/>
                <a:gd name="T13" fmla="*/ 0 h 1471"/>
                <a:gd name="T14" fmla="*/ 273 w 845"/>
                <a:gd name="T15" fmla="*/ 0 h 1471"/>
                <a:gd name="T16" fmla="*/ 239 w 845"/>
                <a:gd name="T17" fmla="*/ 0 h 1471"/>
                <a:gd name="T18" fmla="*/ 207 w 845"/>
                <a:gd name="T19" fmla="*/ 8 h 1471"/>
                <a:gd name="T20" fmla="*/ 175 w 845"/>
                <a:gd name="T21" fmla="*/ 40 h 1471"/>
                <a:gd name="T22" fmla="*/ 3 w 845"/>
                <a:gd name="T23" fmla="*/ 573 h 1471"/>
                <a:gd name="T24" fmla="*/ 3 w 845"/>
                <a:gd name="T25" fmla="*/ 606 h 1471"/>
                <a:gd name="T26" fmla="*/ 16 w 845"/>
                <a:gd name="T27" fmla="*/ 624 h 1471"/>
                <a:gd name="T28" fmla="*/ 47 w 845"/>
                <a:gd name="T29" fmla="*/ 634 h 1471"/>
                <a:gd name="T30" fmla="*/ 85 w 845"/>
                <a:gd name="T31" fmla="*/ 634 h 1471"/>
                <a:gd name="T32" fmla="*/ 125 w 845"/>
                <a:gd name="T33" fmla="*/ 612 h 1471"/>
                <a:gd name="T34" fmla="*/ 142 w 845"/>
                <a:gd name="T35" fmla="*/ 585 h 1471"/>
                <a:gd name="T36" fmla="*/ 220 w 845"/>
                <a:gd name="T37" fmla="*/ 477 h 1471"/>
                <a:gd name="T38" fmla="*/ 188 w 845"/>
                <a:gd name="T39" fmla="*/ 507 h 1471"/>
                <a:gd name="T40" fmla="*/ 57 w 845"/>
                <a:gd name="T41" fmla="*/ 742 h 1471"/>
                <a:gd name="T42" fmla="*/ 59 w 845"/>
                <a:gd name="T43" fmla="*/ 775 h 1471"/>
                <a:gd name="T44" fmla="*/ 80 w 845"/>
                <a:gd name="T45" fmla="*/ 799 h 1471"/>
                <a:gd name="T46" fmla="*/ 231 w 845"/>
                <a:gd name="T47" fmla="*/ 837 h 1471"/>
                <a:gd name="T48" fmla="*/ 231 w 845"/>
                <a:gd name="T49" fmla="*/ 1410 h 1471"/>
                <a:gd name="T50" fmla="*/ 264 w 845"/>
                <a:gd name="T51" fmla="*/ 1458 h 1471"/>
                <a:gd name="T52" fmla="*/ 308 w 845"/>
                <a:gd name="T53" fmla="*/ 1471 h 1471"/>
                <a:gd name="T54" fmla="*/ 342 w 845"/>
                <a:gd name="T55" fmla="*/ 1471 h 1471"/>
                <a:gd name="T56" fmla="*/ 390 w 845"/>
                <a:gd name="T57" fmla="*/ 1438 h 1471"/>
                <a:gd name="T58" fmla="*/ 402 w 845"/>
                <a:gd name="T59" fmla="*/ 1395 h 1471"/>
                <a:gd name="T60" fmla="*/ 413 w 845"/>
                <a:gd name="T61" fmla="*/ 879 h 1471"/>
                <a:gd name="T62" fmla="*/ 437 w 845"/>
                <a:gd name="T63" fmla="*/ 879 h 1471"/>
                <a:gd name="T64" fmla="*/ 448 w 845"/>
                <a:gd name="T65" fmla="*/ 1395 h 1471"/>
                <a:gd name="T66" fmla="*/ 461 w 845"/>
                <a:gd name="T67" fmla="*/ 1438 h 1471"/>
                <a:gd name="T68" fmla="*/ 510 w 845"/>
                <a:gd name="T69" fmla="*/ 1471 h 1471"/>
                <a:gd name="T70" fmla="*/ 545 w 845"/>
                <a:gd name="T71" fmla="*/ 1471 h 1471"/>
                <a:gd name="T72" fmla="*/ 588 w 845"/>
                <a:gd name="T73" fmla="*/ 1458 h 1471"/>
                <a:gd name="T74" fmla="*/ 620 w 845"/>
                <a:gd name="T75" fmla="*/ 1410 h 1471"/>
                <a:gd name="T76" fmla="*/ 621 w 845"/>
                <a:gd name="T77" fmla="*/ 835 h 1471"/>
                <a:gd name="T78" fmla="*/ 758 w 845"/>
                <a:gd name="T79" fmla="*/ 799 h 1471"/>
                <a:gd name="T80" fmla="*/ 781 w 845"/>
                <a:gd name="T81" fmla="*/ 775 h 1471"/>
                <a:gd name="T82" fmla="*/ 782 w 845"/>
                <a:gd name="T83" fmla="*/ 742 h 1471"/>
                <a:gd name="T84" fmla="*/ 650 w 845"/>
                <a:gd name="T85" fmla="*/ 507 h 1471"/>
                <a:gd name="T86" fmla="*/ 620 w 845"/>
                <a:gd name="T87" fmla="*/ 477 h 1471"/>
                <a:gd name="T88" fmla="*/ 701 w 845"/>
                <a:gd name="T89" fmla="*/ 585 h 1471"/>
                <a:gd name="T90" fmla="*/ 720 w 845"/>
                <a:gd name="T91" fmla="*/ 614 h 1471"/>
                <a:gd name="T92" fmla="*/ 760 w 845"/>
                <a:gd name="T93" fmla="*/ 634 h 1471"/>
                <a:gd name="T94" fmla="*/ 798 w 845"/>
                <a:gd name="T95" fmla="*/ 634 h 1471"/>
                <a:gd name="T96" fmla="*/ 829 w 845"/>
                <a:gd name="T97" fmla="*/ 624 h 1471"/>
                <a:gd name="T98" fmla="*/ 842 w 845"/>
                <a:gd name="T99" fmla="*/ 606 h 1471"/>
                <a:gd name="T100" fmla="*/ 842 w 845"/>
                <a:gd name="T101" fmla="*/ 573 h 1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45" h="1471">
                  <a:moveTo>
                    <a:pt x="842" y="573"/>
                  </a:moveTo>
                  <a:lnTo>
                    <a:pt x="674" y="50"/>
                  </a:lnTo>
                  <a:lnTo>
                    <a:pt x="670" y="40"/>
                  </a:lnTo>
                  <a:lnTo>
                    <a:pt x="657" y="21"/>
                  </a:lnTo>
                  <a:lnTo>
                    <a:pt x="638" y="8"/>
                  </a:lnTo>
                  <a:lnTo>
                    <a:pt x="617" y="1"/>
                  </a:lnTo>
                  <a:lnTo>
                    <a:pt x="605" y="0"/>
                  </a:lnTo>
                  <a:lnTo>
                    <a:pt x="565" y="0"/>
                  </a:lnTo>
                  <a:lnTo>
                    <a:pt x="563" y="0"/>
                  </a:lnTo>
                  <a:lnTo>
                    <a:pt x="563" y="0"/>
                  </a:lnTo>
                  <a:lnTo>
                    <a:pt x="562" y="0"/>
                  </a:lnTo>
                  <a:lnTo>
                    <a:pt x="562" y="0"/>
                  </a:lnTo>
                  <a:lnTo>
                    <a:pt x="277" y="0"/>
                  </a:lnTo>
                  <a:lnTo>
                    <a:pt x="276" y="0"/>
                  </a:lnTo>
                  <a:lnTo>
                    <a:pt x="275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39" y="0"/>
                  </a:lnTo>
                  <a:lnTo>
                    <a:pt x="229" y="1"/>
                  </a:lnTo>
                  <a:lnTo>
                    <a:pt x="207" y="8"/>
                  </a:lnTo>
                  <a:lnTo>
                    <a:pt x="188" y="21"/>
                  </a:lnTo>
                  <a:lnTo>
                    <a:pt x="175" y="40"/>
                  </a:lnTo>
                  <a:lnTo>
                    <a:pt x="171" y="50"/>
                  </a:lnTo>
                  <a:lnTo>
                    <a:pt x="3" y="573"/>
                  </a:lnTo>
                  <a:lnTo>
                    <a:pt x="0" y="585"/>
                  </a:lnTo>
                  <a:lnTo>
                    <a:pt x="3" y="606"/>
                  </a:lnTo>
                  <a:lnTo>
                    <a:pt x="9" y="615"/>
                  </a:lnTo>
                  <a:lnTo>
                    <a:pt x="16" y="624"/>
                  </a:lnTo>
                  <a:lnTo>
                    <a:pt x="36" y="634"/>
                  </a:lnTo>
                  <a:lnTo>
                    <a:pt x="47" y="634"/>
                  </a:lnTo>
                  <a:lnTo>
                    <a:pt x="73" y="634"/>
                  </a:lnTo>
                  <a:lnTo>
                    <a:pt x="85" y="634"/>
                  </a:lnTo>
                  <a:lnTo>
                    <a:pt x="106" y="626"/>
                  </a:lnTo>
                  <a:lnTo>
                    <a:pt x="125" y="612"/>
                  </a:lnTo>
                  <a:lnTo>
                    <a:pt x="138" y="595"/>
                  </a:lnTo>
                  <a:lnTo>
                    <a:pt x="142" y="585"/>
                  </a:lnTo>
                  <a:lnTo>
                    <a:pt x="220" y="351"/>
                  </a:lnTo>
                  <a:lnTo>
                    <a:pt x="220" y="477"/>
                  </a:lnTo>
                  <a:lnTo>
                    <a:pt x="201" y="490"/>
                  </a:lnTo>
                  <a:lnTo>
                    <a:pt x="188" y="507"/>
                  </a:lnTo>
                  <a:lnTo>
                    <a:pt x="62" y="732"/>
                  </a:lnTo>
                  <a:lnTo>
                    <a:pt x="57" y="742"/>
                  </a:lnTo>
                  <a:lnTo>
                    <a:pt x="55" y="765"/>
                  </a:lnTo>
                  <a:lnTo>
                    <a:pt x="59" y="775"/>
                  </a:lnTo>
                  <a:lnTo>
                    <a:pt x="63" y="785"/>
                  </a:lnTo>
                  <a:lnTo>
                    <a:pt x="80" y="799"/>
                  </a:lnTo>
                  <a:lnTo>
                    <a:pt x="92" y="802"/>
                  </a:lnTo>
                  <a:lnTo>
                    <a:pt x="231" y="837"/>
                  </a:lnTo>
                  <a:lnTo>
                    <a:pt x="231" y="1395"/>
                  </a:lnTo>
                  <a:lnTo>
                    <a:pt x="231" y="1410"/>
                  </a:lnTo>
                  <a:lnTo>
                    <a:pt x="243" y="1438"/>
                  </a:lnTo>
                  <a:lnTo>
                    <a:pt x="264" y="1458"/>
                  </a:lnTo>
                  <a:lnTo>
                    <a:pt x="292" y="1471"/>
                  </a:lnTo>
                  <a:lnTo>
                    <a:pt x="308" y="1471"/>
                  </a:lnTo>
                  <a:lnTo>
                    <a:pt x="326" y="1471"/>
                  </a:lnTo>
                  <a:lnTo>
                    <a:pt x="342" y="1471"/>
                  </a:lnTo>
                  <a:lnTo>
                    <a:pt x="369" y="1458"/>
                  </a:lnTo>
                  <a:lnTo>
                    <a:pt x="390" y="1438"/>
                  </a:lnTo>
                  <a:lnTo>
                    <a:pt x="402" y="1410"/>
                  </a:lnTo>
                  <a:lnTo>
                    <a:pt x="402" y="1395"/>
                  </a:lnTo>
                  <a:lnTo>
                    <a:pt x="402" y="879"/>
                  </a:lnTo>
                  <a:lnTo>
                    <a:pt x="413" y="879"/>
                  </a:lnTo>
                  <a:lnTo>
                    <a:pt x="424" y="880"/>
                  </a:lnTo>
                  <a:lnTo>
                    <a:pt x="437" y="879"/>
                  </a:lnTo>
                  <a:lnTo>
                    <a:pt x="448" y="877"/>
                  </a:lnTo>
                  <a:lnTo>
                    <a:pt x="448" y="1395"/>
                  </a:lnTo>
                  <a:lnTo>
                    <a:pt x="450" y="1410"/>
                  </a:lnTo>
                  <a:lnTo>
                    <a:pt x="461" y="1438"/>
                  </a:lnTo>
                  <a:lnTo>
                    <a:pt x="483" y="1458"/>
                  </a:lnTo>
                  <a:lnTo>
                    <a:pt x="510" y="1471"/>
                  </a:lnTo>
                  <a:lnTo>
                    <a:pt x="526" y="1471"/>
                  </a:lnTo>
                  <a:lnTo>
                    <a:pt x="545" y="1471"/>
                  </a:lnTo>
                  <a:lnTo>
                    <a:pt x="561" y="1471"/>
                  </a:lnTo>
                  <a:lnTo>
                    <a:pt x="588" y="1458"/>
                  </a:lnTo>
                  <a:lnTo>
                    <a:pt x="608" y="1438"/>
                  </a:lnTo>
                  <a:lnTo>
                    <a:pt x="620" y="1410"/>
                  </a:lnTo>
                  <a:lnTo>
                    <a:pt x="621" y="1395"/>
                  </a:lnTo>
                  <a:lnTo>
                    <a:pt x="621" y="835"/>
                  </a:lnTo>
                  <a:lnTo>
                    <a:pt x="746" y="802"/>
                  </a:lnTo>
                  <a:lnTo>
                    <a:pt x="758" y="799"/>
                  </a:lnTo>
                  <a:lnTo>
                    <a:pt x="775" y="785"/>
                  </a:lnTo>
                  <a:lnTo>
                    <a:pt x="781" y="775"/>
                  </a:lnTo>
                  <a:lnTo>
                    <a:pt x="783" y="765"/>
                  </a:lnTo>
                  <a:lnTo>
                    <a:pt x="782" y="742"/>
                  </a:lnTo>
                  <a:lnTo>
                    <a:pt x="776" y="732"/>
                  </a:lnTo>
                  <a:lnTo>
                    <a:pt x="650" y="507"/>
                  </a:lnTo>
                  <a:lnTo>
                    <a:pt x="638" y="490"/>
                  </a:lnTo>
                  <a:lnTo>
                    <a:pt x="620" y="477"/>
                  </a:lnTo>
                  <a:lnTo>
                    <a:pt x="620" y="344"/>
                  </a:lnTo>
                  <a:lnTo>
                    <a:pt x="701" y="585"/>
                  </a:lnTo>
                  <a:lnTo>
                    <a:pt x="706" y="595"/>
                  </a:lnTo>
                  <a:lnTo>
                    <a:pt x="720" y="614"/>
                  </a:lnTo>
                  <a:lnTo>
                    <a:pt x="739" y="626"/>
                  </a:lnTo>
                  <a:lnTo>
                    <a:pt x="760" y="634"/>
                  </a:lnTo>
                  <a:lnTo>
                    <a:pt x="770" y="634"/>
                  </a:lnTo>
                  <a:lnTo>
                    <a:pt x="798" y="634"/>
                  </a:lnTo>
                  <a:lnTo>
                    <a:pt x="809" y="634"/>
                  </a:lnTo>
                  <a:lnTo>
                    <a:pt x="829" y="624"/>
                  </a:lnTo>
                  <a:lnTo>
                    <a:pt x="837" y="615"/>
                  </a:lnTo>
                  <a:lnTo>
                    <a:pt x="842" y="606"/>
                  </a:lnTo>
                  <a:lnTo>
                    <a:pt x="845" y="585"/>
                  </a:lnTo>
                  <a:lnTo>
                    <a:pt x="842" y="5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8" name="Group 9">
            <a:extLst>
              <a:ext uri="{FF2B5EF4-FFF2-40B4-BE49-F238E27FC236}">
                <a16:creationId xmlns:a16="http://schemas.microsoft.com/office/drawing/2014/main" id="{840F0A21-4F9C-D28C-D5B9-122D94733A9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79256" y="2172834"/>
            <a:ext cx="319185" cy="718732"/>
            <a:chOff x="4426" y="2133"/>
            <a:chExt cx="282" cy="635"/>
          </a:xfrm>
          <a:solidFill>
            <a:srgbClr val="239B82"/>
          </a:solidFill>
        </p:grpSpPr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7FED65B7-CD0C-DF89-4010-BE63D061B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3" y="2133"/>
              <a:ext cx="126" cy="126"/>
            </a:xfrm>
            <a:custGeom>
              <a:avLst/>
              <a:gdLst>
                <a:gd name="T0" fmla="*/ 189 w 377"/>
                <a:gd name="T1" fmla="*/ 377 h 377"/>
                <a:gd name="T2" fmla="*/ 207 w 377"/>
                <a:gd name="T3" fmla="*/ 376 h 377"/>
                <a:gd name="T4" fmla="*/ 245 w 377"/>
                <a:gd name="T5" fmla="*/ 369 h 377"/>
                <a:gd name="T6" fmla="*/ 278 w 377"/>
                <a:gd name="T7" fmla="*/ 354 h 377"/>
                <a:gd name="T8" fmla="*/ 308 w 377"/>
                <a:gd name="T9" fmla="*/ 334 h 377"/>
                <a:gd name="T10" fmla="*/ 334 w 377"/>
                <a:gd name="T11" fmla="*/ 308 h 377"/>
                <a:gd name="T12" fmla="*/ 354 w 377"/>
                <a:gd name="T13" fmla="*/ 278 h 377"/>
                <a:gd name="T14" fmla="*/ 368 w 377"/>
                <a:gd name="T15" fmla="*/ 245 h 377"/>
                <a:gd name="T16" fmla="*/ 376 w 377"/>
                <a:gd name="T17" fmla="*/ 207 h 377"/>
                <a:gd name="T18" fmla="*/ 377 w 377"/>
                <a:gd name="T19" fmla="*/ 189 h 377"/>
                <a:gd name="T20" fmla="*/ 376 w 377"/>
                <a:gd name="T21" fmla="*/ 168 h 377"/>
                <a:gd name="T22" fmla="*/ 368 w 377"/>
                <a:gd name="T23" fmla="*/ 132 h 377"/>
                <a:gd name="T24" fmla="*/ 354 w 377"/>
                <a:gd name="T25" fmla="*/ 98 h 377"/>
                <a:gd name="T26" fmla="*/ 334 w 377"/>
                <a:gd name="T27" fmla="*/ 68 h 377"/>
                <a:gd name="T28" fmla="*/ 308 w 377"/>
                <a:gd name="T29" fmla="*/ 42 h 377"/>
                <a:gd name="T30" fmla="*/ 278 w 377"/>
                <a:gd name="T31" fmla="*/ 21 h 377"/>
                <a:gd name="T32" fmla="*/ 245 w 377"/>
                <a:gd name="T33" fmla="*/ 7 h 377"/>
                <a:gd name="T34" fmla="*/ 207 w 377"/>
                <a:gd name="T35" fmla="*/ 0 h 377"/>
                <a:gd name="T36" fmla="*/ 189 w 377"/>
                <a:gd name="T37" fmla="*/ 0 h 377"/>
                <a:gd name="T38" fmla="*/ 169 w 377"/>
                <a:gd name="T39" fmla="*/ 0 h 377"/>
                <a:gd name="T40" fmla="*/ 133 w 377"/>
                <a:gd name="T41" fmla="*/ 7 h 377"/>
                <a:gd name="T42" fmla="*/ 98 w 377"/>
                <a:gd name="T43" fmla="*/ 21 h 377"/>
                <a:gd name="T44" fmla="*/ 68 w 377"/>
                <a:gd name="T45" fmla="*/ 42 h 377"/>
                <a:gd name="T46" fmla="*/ 42 w 377"/>
                <a:gd name="T47" fmla="*/ 68 h 377"/>
                <a:gd name="T48" fmla="*/ 22 w 377"/>
                <a:gd name="T49" fmla="*/ 98 h 377"/>
                <a:gd name="T50" fmla="*/ 8 w 377"/>
                <a:gd name="T51" fmla="*/ 132 h 377"/>
                <a:gd name="T52" fmla="*/ 0 w 377"/>
                <a:gd name="T53" fmla="*/ 168 h 377"/>
                <a:gd name="T54" fmla="*/ 0 w 377"/>
                <a:gd name="T55" fmla="*/ 189 h 377"/>
                <a:gd name="T56" fmla="*/ 0 w 377"/>
                <a:gd name="T57" fmla="*/ 207 h 377"/>
                <a:gd name="T58" fmla="*/ 8 w 377"/>
                <a:gd name="T59" fmla="*/ 245 h 377"/>
                <a:gd name="T60" fmla="*/ 22 w 377"/>
                <a:gd name="T61" fmla="*/ 278 h 377"/>
                <a:gd name="T62" fmla="*/ 42 w 377"/>
                <a:gd name="T63" fmla="*/ 308 h 377"/>
                <a:gd name="T64" fmla="*/ 68 w 377"/>
                <a:gd name="T65" fmla="*/ 334 h 377"/>
                <a:gd name="T66" fmla="*/ 98 w 377"/>
                <a:gd name="T67" fmla="*/ 354 h 377"/>
                <a:gd name="T68" fmla="*/ 133 w 377"/>
                <a:gd name="T69" fmla="*/ 369 h 377"/>
                <a:gd name="T70" fmla="*/ 169 w 377"/>
                <a:gd name="T71" fmla="*/ 376 h 377"/>
                <a:gd name="T72" fmla="*/ 189 w 377"/>
                <a:gd name="T73" fmla="*/ 377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77" h="377">
                  <a:moveTo>
                    <a:pt x="189" y="377"/>
                  </a:moveTo>
                  <a:lnTo>
                    <a:pt x="207" y="376"/>
                  </a:lnTo>
                  <a:lnTo>
                    <a:pt x="245" y="369"/>
                  </a:lnTo>
                  <a:lnTo>
                    <a:pt x="278" y="354"/>
                  </a:lnTo>
                  <a:lnTo>
                    <a:pt x="308" y="334"/>
                  </a:lnTo>
                  <a:lnTo>
                    <a:pt x="334" y="308"/>
                  </a:lnTo>
                  <a:lnTo>
                    <a:pt x="354" y="278"/>
                  </a:lnTo>
                  <a:lnTo>
                    <a:pt x="368" y="245"/>
                  </a:lnTo>
                  <a:lnTo>
                    <a:pt x="376" y="207"/>
                  </a:lnTo>
                  <a:lnTo>
                    <a:pt x="377" y="189"/>
                  </a:lnTo>
                  <a:lnTo>
                    <a:pt x="376" y="168"/>
                  </a:lnTo>
                  <a:lnTo>
                    <a:pt x="368" y="132"/>
                  </a:lnTo>
                  <a:lnTo>
                    <a:pt x="354" y="98"/>
                  </a:lnTo>
                  <a:lnTo>
                    <a:pt x="334" y="68"/>
                  </a:lnTo>
                  <a:lnTo>
                    <a:pt x="308" y="42"/>
                  </a:lnTo>
                  <a:lnTo>
                    <a:pt x="278" y="21"/>
                  </a:lnTo>
                  <a:lnTo>
                    <a:pt x="245" y="7"/>
                  </a:lnTo>
                  <a:lnTo>
                    <a:pt x="207" y="0"/>
                  </a:lnTo>
                  <a:lnTo>
                    <a:pt x="189" y="0"/>
                  </a:lnTo>
                  <a:lnTo>
                    <a:pt x="169" y="0"/>
                  </a:lnTo>
                  <a:lnTo>
                    <a:pt x="133" y="7"/>
                  </a:lnTo>
                  <a:lnTo>
                    <a:pt x="98" y="21"/>
                  </a:lnTo>
                  <a:lnTo>
                    <a:pt x="68" y="42"/>
                  </a:lnTo>
                  <a:lnTo>
                    <a:pt x="42" y="68"/>
                  </a:lnTo>
                  <a:lnTo>
                    <a:pt x="22" y="98"/>
                  </a:lnTo>
                  <a:lnTo>
                    <a:pt x="8" y="132"/>
                  </a:lnTo>
                  <a:lnTo>
                    <a:pt x="0" y="168"/>
                  </a:lnTo>
                  <a:lnTo>
                    <a:pt x="0" y="189"/>
                  </a:lnTo>
                  <a:lnTo>
                    <a:pt x="0" y="207"/>
                  </a:lnTo>
                  <a:lnTo>
                    <a:pt x="8" y="245"/>
                  </a:lnTo>
                  <a:lnTo>
                    <a:pt x="22" y="278"/>
                  </a:lnTo>
                  <a:lnTo>
                    <a:pt x="42" y="308"/>
                  </a:lnTo>
                  <a:lnTo>
                    <a:pt x="68" y="334"/>
                  </a:lnTo>
                  <a:lnTo>
                    <a:pt x="98" y="354"/>
                  </a:lnTo>
                  <a:lnTo>
                    <a:pt x="133" y="369"/>
                  </a:lnTo>
                  <a:lnTo>
                    <a:pt x="169" y="376"/>
                  </a:lnTo>
                  <a:lnTo>
                    <a:pt x="189" y="3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16AFD24E-8D4F-2449-696B-AC61E03F1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6" y="2278"/>
              <a:ext cx="282" cy="490"/>
            </a:xfrm>
            <a:custGeom>
              <a:avLst/>
              <a:gdLst>
                <a:gd name="T0" fmla="*/ 674 w 845"/>
                <a:gd name="T1" fmla="*/ 50 h 1471"/>
                <a:gd name="T2" fmla="*/ 657 w 845"/>
                <a:gd name="T3" fmla="*/ 21 h 1471"/>
                <a:gd name="T4" fmla="*/ 617 w 845"/>
                <a:gd name="T5" fmla="*/ 1 h 1471"/>
                <a:gd name="T6" fmla="*/ 565 w 845"/>
                <a:gd name="T7" fmla="*/ 0 h 1471"/>
                <a:gd name="T8" fmla="*/ 563 w 845"/>
                <a:gd name="T9" fmla="*/ 0 h 1471"/>
                <a:gd name="T10" fmla="*/ 562 w 845"/>
                <a:gd name="T11" fmla="*/ 0 h 1471"/>
                <a:gd name="T12" fmla="*/ 276 w 845"/>
                <a:gd name="T13" fmla="*/ 0 h 1471"/>
                <a:gd name="T14" fmla="*/ 273 w 845"/>
                <a:gd name="T15" fmla="*/ 0 h 1471"/>
                <a:gd name="T16" fmla="*/ 239 w 845"/>
                <a:gd name="T17" fmla="*/ 0 h 1471"/>
                <a:gd name="T18" fmla="*/ 207 w 845"/>
                <a:gd name="T19" fmla="*/ 8 h 1471"/>
                <a:gd name="T20" fmla="*/ 175 w 845"/>
                <a:gd name="T21" fmla="*/ 40 h 1471"/>
                <a:gd name="T22" fmla="*/ 3 w 845"/>
                <a:gd name="T23" fmla="*/ 573 h 1471"/>
                <a:gd name="T24" fmla="*/ 3 w 845"/>
                <a:gd name="T25" fmla="*/ 606 h 1471"/>
                <a:gd name="T26" fmla="*/ 16 w 845"/>
                <a:gd name="T27" fmla="*/ 624 h 1471"/>
                <a:gd name="T28" fmla="*/ 47 w 845"/>
                <a:gd name="T29" fmla="*/ 634 h 1471"/>
                <a:gd name="T30" fmla="*/ 85 w 845"/>
                <a:gd name="T31" fmla="*/ 634 h 1471"/>
                <a:gd name="T32" fmla="*/ 125 w 845"/>
                <a:gd name="T33" fmla="*/ 612 h 1471"/>
                <a:gd name="T34" fmla="*/ 142 w 845"/>
                <a:gd name="T35" fmla="*/ 585 h 1471"/>
                <a:gd name="T36" fmla="*/ 220 w 845"/>
                <a:gd name="T37" fmla="*/ 477 h 1471"/>
                <a:gd name="T38" fmla="*/ 188 w 845"/>
                <a:gd name="T39" fmla="*/ 507 h 1471"/>
                <a:gd name="T40" fmla="*/ 57 w 845"/>
                <a:gd name="T41" fmla="*/ 742 h 1471"/>
                <a:gd name="T42" fmla="*/ 59 w 845"/>
                <a:gd name="T43" fmla="*/ 775 h 1471"/>
                <a:gd name="T44" fmla="*/ 80 w 845"/>
                <a:gd name="T45" fmla="*/ 799 h 1471"/>
                <a:gd name="T46" fmla="*/ 231 w 845"/>
                <a:gd name="T47" fmla="*/ 837 h 1471"/>
                <a:gd name="T48" fmla="*/ 231 w 845"/>
                <a:gd name="T49" fmla="*/ 1410 h 1471"/>
                <a:gd name="T50" fmla="*/ 264 w 845"/>
                <a:gd name="T51" fmla="*/ 1458 h 1471"/>
                <a:gd name="T52" fmla="*/ 308 w 845"/>
                <a:gd name="T53" fmla="*/ 1471 h 1471"/>
                <a:gd name="T54" fmla="*/ 342 w 845"/>
                <a:gd name="T55" fmla="*/ 1471 h 1471"/>
                <a:gd name="T56" fmla="*/ 390 w 845"/>
                <a:gd name="T57" fmla="*/ 1438 h 1471"/>
                <a:gd name="T58" fmla="*/ 402 w 845"/>
                <a:gd name="T59" fmla="*/ 1395 h 1471"/>
                <a:gd name="T60" fmla="*/ 413 w 845"/>
                <a:gd name="T61" fmla="*/ 879 h 1471"/>
                <a:gd name="T62" fmla="*/ 437 w 845"/>
                <a:gd name="T63" fmla="*/ 879 h 1471"/>
                <a:gd name="T64" fmla="*/ 448 w 845"/>
                <a:gd name="T65" fmla="*/ 1395 h 1471"/>
                <a:gd name="T66" fmla="*/ 461 w 845"/>
                <a:gd name="T67" fmla="*/ 1438 h 1471"/>
                <a:gd name="T68" fmla="*/ 510 w 845"/>
                <a:gd name="T69" fmla="*/ 1471 h 1471"/>
                <a:gd name="T70" fmla="*/ 545 w 845"/>
                <a:gd name="T71" fmla="*/ 1471 h 1471"/>
                <a:gd name="T72" fmla="*/ 588 w 845"/>
                <a:gd name="T73" fmla="*/ 1458 h 1471"/>
                <a:gd name="T74" fmla="*/ 620 w 845"/>
                <a:gd name="T75" fmla="*/ 1410 h 1471"/>
                <a:gd name="T76" fmla="*/ 621 w 845"/>
                <a:gd name="T77" fmla="*/ 835 h 1471"/>
                <a:gd name="T78" fmla="*/ 758 w 845"/>
                <a:gd name="T79" fmla="*/ 799 h 1471"/>
                <a:gd name="T80" fmla="*/ 781 w 845"/>
                <a:gd name="T81" fmla="*/ 775 h 1471"/>
                <a:gd name="T82" fmla="*/ 782 w 845"/>
                <a:gd name="T83" fmla="*/ 742 h 1471"/>
                <a:gd name="T84" fmla="*/ 650 w 845"/>
                <a:gd name="T85" fmla="*/ 507 h 1471"/>
                <a:gd name="T86" fmla="*/ 620 w 845"/>
                <a:gd name="T87" fmla="*/ 477 h 1471"/>
                <a:gd name="T88" fmla="*/ 701 w 845"/>
                <a:gd name="T89" fmla="*/ 585 h 1471"/>
                <a:gd name="T90" fmla="*/ 720 w 845"/>
                <a:gd name="T91" fmla="*/ 614 h 1471"/>
                <a:gd name="T92" fmla="*/ 760 w 845"/>
                <a:gd name="T93" fmla="*/ 634 h 1471"/>
                <a:gd name="T94" fmla="*/ 798 w 845"/>
                <a:gd name="T95" fmla="*/ 634 h 1471"/>
                <a:gd name="T96" fmla="*/ 829 w 845"/>
                <a:gd name="T97" fmla="*/ 624 h 1471"/>
                <a:gd name="T98" fmla="*/ 842 w 845"/>
                <a:gd name="T99" fmla="*/ 606 h 1471"/>
                <a:gd name="T100" fmla="*/ 842 w 845"/>
                <a:gd name="T101" fmla="*/ 573 h 1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45" h="1471">
                  <a:moveTo>
                    <a:pt x="842" y="573"/>
                  </a:moveTo>
                  <a:lnTo>
                    <a:pt x="674" y="50"/>
                  </a:lnTo>
                  <a:lnTo>
                    <a:pt x="670" y="40"/>
                  </a:lnTo>
                  <a:lnTo>
                    <a:pt x="657" y="21"/>
                  </a:lnTo>
                  <a:lnTo>
                    <a:pt x="638" y="8"/>
                  </a:lnTo>
                  <a:lnTo>
                    <a:pt x="617" y="1"/>
                  </a:lnTo>
                  <a:lnTo>
                    <a:pt x="605" y="0"/>
                  </a:lnTo>
                  <a:lnTo>
                    <a:pt x="565" y="0"/>
                  </a:lnTo>
                  <a:lnTo>
                    <a:pt x="563" y="0"/>
                  </a:lnTo>
                  <a:lnTo>
                    <a:pt x="563" y="0"/>
                  </a:lnTo>
                  <a:lnTo>
                    <a:pt x="562" y="0"/>
                  </a:lnTo>
                  <a:lnTo>
                    <a:pt x="562" y="0"/>
                  </a:lnTo>
                  <a:lnTo>
                    <a:pt x="277" y="0"/>
                  </a:lnTo>
                  <a:lnTo>
                    <a:pt x="276" y="0"/>
                  </a:lnTo>
                  <a:lnTo>
                    <a:pt x="275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39" y="0"/>
                  </a:lnTo>
                  <a:lnTo>
                    <a:pt x="229" y="1"/>
                  </a:lnTo>
                  <a:lnTo>
                    <a:pt x="207" y="8"/>
                  </a:lnTo>
                  <a:lnTo>
                    <a:pt x="188" y="21"/>
                  </a:lnTo>
                  <a:lnTo>
                    <a:pt x="175" y="40"/>
                  </a:lnTo>
                  <a:lnTo>
                    <a:pt x="171" y="50"/>
                  </a:lnTo>
                  <a:lnTo>
                    <a:pt x="3" y="573"/>
                  </a:lnTo>
                  <a:lnTo>
                    <a:pt x="0" y="585"/>
                  </a:lnTo>
                  <a:lnTo>
                    <a:pt x="3" y="606"/>
                  </a:lnTo>
                  <a:lnTo>
                    <a:pt x="9" y="615"/>
                  </a:lnTo>
                  <a:lnTo>
                    <a:pt x="16" y="624"/>
                  </a:lnTo>
                  <a:lnTo>
                    <a:pt x="36" y="634"/>
                  </a:lnTo>
                  <a:lnTo>
                    <a:pt x="47" y="634"/>
                  </a:lnTo>
                  <a:lnTo>
                    <a:pt x="73" y="634"/>
                  </a:lnTo>
                  <a:lnTo>
                    <a:pt x="85" y="634"/>
                  </a:lnTo>
                  <a:lnTo>
                    <a:pt x="106" y="626"/>
                  </a:lnTo>
                  <a:lnTo>
                    <a:pt x="125" y="612"/>
                  </a:lnTo>
                  <a:lnTo>
                    <a:pt x="138" y="595"/>
                  </a:lnTo>
                  <a:lnTo>
                    <a:pt x="142" y="585"/>
                  </a:lnTo>
                  <a:lnTo>
                    <a:pt x="220" y="351"/>
                  </a:lnTo>
                  <a:lnTo>
                    <a:pt x="220" y="477"/>
                  </a:lnTo>
                  <a:lnTo>
                    <a:pt x="201" y="490"/>
                  </a:lnTo>
                  <a:lnTo>
                    <a:pt x="188" y="507"/>
                  </a:lnTo>
                  <a:lnTo>
                    <a:pt x="62" y="732"/>
                  </a:lnTo>
                  <a:lnTo>
                    <a:pt x="57" y="742"/>
                  </a:lnTo>
                  <a:lnTo>
                    <a:pt x="55" y="765"/>
                  </a:lnTo>
                  <a:lnTo>
                    <a:pt x="59" y="775"/>
                  </a:lnTo>
                  <a:lnTo>
                    <a:pt x="63" y="785"/>
                  </a:lnTo>
                  <a:lnTo>
                    <a:pt x="80" y="799"/>
                  </a:lnTo>
                  <a:lnTo>
                    <a:pt x="92" y="802"/>
                  </a:lnTo>
                  <a:lnTo>
                    <a:pt x="231" y="837"/>
                  </a:lnTo>
                  <a:lnTo>
                    <a:pt x="231" y="1395"/>
                  </a:lnTo>
                  <a:lnTo>
                    <a:pt x="231" y="1410"/>
                  </a:lnTo>
                  <a:lnTo>
                    <a:pt x="243" y="1438"/>
                  </a:lnTo>
                  <a:lnTo>
                    <a:pt x="264" y="1458"/>
                  </a:lnTo>
                  <a:lnTo>
                    <a:pt x="292" y="1471"/>
                  </a:lnTo>
                  <a:lnTo>
                    <a:pt x="308" y="1471"/>
                  </a:lnTo>
                  <a:lnTo>
                    <a:pt x="326" y="1471"/>
                  </a:lnTo>
                  <a:lnTo>
                    <a:pt x="342" y="1471"/>
                  </a:lnTo>
                  <a:lnTo>
                    <a:pt x="369" y="1458"/>
                  </a:lnTo>
                  <a:lnTo>
                    <a:pt x="390" y="1438"/>
                  </a:lnTo>
                  <a:lnTo>
                    <a:pt x="402" y="1410"/>
                  </a:lnTo>
                  <a:lnTo>
                    <a:pt x="402" y="1395"/>
                  </a:lnTo>
                  <a:lnTo>
                    <a:pt x="402" y="879"/>
                  </a:lnTo>
                  <a:lnTo>
                    <a:pt x="413" y="879"/>
                  </a:lnTo>
                  <a:lnTo>
                    <a:pt x="424" y="880"/>
                  </a:lnTo>
                  <a:lnTo>
                    <a:pt x="437" y="879"/>
                  </a:lnTo>
                  <a:lnTo>
                    <a:pt x="448" y="877"/>
                  </a:lnTo>
                  <a:lnTo>
                    <a:pt x="448" y="1395"/>
                  </a:lnTo>
                  <a:lnTo>
                    <a:pt x="450" y="1410"/>
                  </a:lnTo>
                  <a:lnTo>
                    <a:pt x="461" y="1438"/>
                  </a:lnTo>
                  <a:lnTo>
                    <a:pt x="483" y="1458"/>
                  </a:lnTo>
                  <a:lnTo>
                    <a:pt x="510" y="1471"/>
                  </a:lnTo>
                  <a:lnTo>
                    <a:pt x="526" y="1471"/>
                  </a:lnTo>
                  <a:lnTo>
                    <a:pt x="545" y="1471"/>
                  </a:lnTo>
                  <a:lnTo>
                    <a:pt x="561" y="1471"/>
                  </a:lnTo>
                  <a:lnTo>
                    <a:pt x="588" y="1458"/>
                  </a:lnTo>
                  <a:lnTo>
                    <a:pt x="608" y="1438"/>
                  </a:lnTo>
                  <a:lnTo>
                    <a:pt x="620" y="1410"/>
                  </a:lnTo>
                  <a:lnTo>
                    <a:pt x="621" y="1395"/>
                  </a:lnTo>
                  <a:lnTo>
                    <a:pt x="621" y="835"/>
                  </a:lnTo>
                  <a:lnTo>
                    <a:pt x="746" y="802"/>
                  </a:lnTo>
                  <a:lnTo>
                    <a:pt x="758" y="799"/>
                  </a:lnTo>
                  <a:lnTo>
                    <a:pt x="775" y="785"/>
                  </a:lnTo>
                  <a:lnTo>
                    <a:pt x="781" y="775"/>
                  </a:lnTo>
                  <a:lnTo>
                    <a:pt x="783" y="765"/>
                  </a:lnTo>
                  <a:lnTo>
                    <a:pt x="782" y="742"/>
                  </a:lnTo>
                  <a:lnTo>
                    <a:pt x="776" y="732"/>
                  </a:lnTo>
                  <a:lnTo>
                    <a:pt x="650" y="507"/>
                  </a:lnTo>
                  <a:lnTo>
                    <a:pt x="638" y="490"/>
                  </a:lnTo>
                  <a:lnTo>
                    <a:pt x="620" y="477"/>
                  </a:lnTo>
                  <a:lnTo>
                    <a:pt x="620" y="344"/>
                  </a:lnTo>
                  <a:lnTo>
                    <a:pt x="701" y="585"/>
                  </a:lnTo>
                  <a:lnTo>
                    <a:pt x="706" y="595"/>
                  </a:lnTo>
                  <a:lnTo>
                    <a:pt x="720" y="614"/>
                  </a:lnTo>
                  <a:lnTo>
                    <a:pt x="739" y="626"/>
                  </a:lnTo>
                  <a:lnTo>
                    <a:pt x="760" y="634"/>
                  </a:lnTo>
                  <a:lnTo>
                    <a:pt x="770" y="634"/>
                  </a:lnTo>
                  <a:lnTo>
                    <a:pt x="798" y="634"/>
                  </a:lnTo>
                  <a:lnTo>
                    <a:pt x="809" y="634"/>
                  </a:lnTo>
                  <a:lnTo>
                    <a:pt x="829" y="624"/>
                  </a:lnTo>
                  <a:lnTo>
                    <a:pt x="837" y="615"/>
                  </a:lnTo>
                  <a:lnTo>
                    <a:pt x="842" y="606"/>
                  </a:lnTo>
                  <a:lnTo>
                    <a:pt x="845" y="585"/>
                  </a:lnTo>
                  <a:lnTo>
                    <a:pt x="842" y="5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1" name="Group 9">
            <a:extLst>
              <a:ext uri="{FF2B5EF4-FFF2-40B4-BE49-F238E27FC236}">
                <a16:creationId xmlns:a16="http://schemas.microsoft.com/office/drawing/2014/main" id="{847FDC5B-10CE-1476-207A-EE8786C0383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47049" y="2175521"/>
            <a:ext cx="319185" cy="718732"/>
            <a:chOff x="4426" y="2133"/>
            <a:chExt cx="282" cy="635"/>
          </a:xfrm>
          <a:solidFill>
            <a:srgbClr val="239B82"/>
          </a:solidFill>
        </p:grpSpPr>
        <p:sp>
          <p:nvSpPr>
            <p:cNvPr id="52" name="Freeform 10">
              <a:extLst>
                <a:ext uri="{FF2B5EF4-FFF2-40B4-BE49-F238E27FC236}">
                  <a16:creationId xmlns:a16="http://schemas.microsoft.com/office/drawing/2014/main" id="{85074B36-5798-6A03-57C4-15AFB81DC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3" y="2133"/>
              <a:ext cx="126" cy="126"/>
            </a:xfrm>
            <a:custGeom>
              <a:avLst/>
              <a:gdLst>
                <a:gd name="T0" fmla="*/ 189 w 377"/>
                <a:gd name="T1" fmla="*/ 377 h 377"/>
                <a:gd name="T2" fmla="*/ 207 w 377"/>
                <a:gd name="T3" fmla="*/ 376 h 377"/>
                <a:gd name="T4" fmla="*/ 245 w 377"/>
                <a:gd name="T5" fmla="*/ 369 h 377"/>
                <a:gd name="T6" fmla="*/ 278 w 377"/>
                <a:gd name="T7" fmla="*/ 354 h 377"/>
                <a:gd name="T8" fmla="*/ 308 w 377"/>
                <a:gd name="T9" fmla="*/ 334 h 377"/>
                <a:gd name="T10" fmla="*/ 334 w 377"/>
                <a:gd name="T11" fmla="*/ 308 h 377"/>
                <a:gd name="T12" fmla="*/ 354 w 377"/>
                <a:gd name="T13" fmla="*/ 278 h 377"/>
                <a:gd name="T14" fmla="*/ 368 w 377"/>
                <a:gd name="T15" fmla="*/ 245 h 377"/>
                <a:gd name="T16" fmla="*/ 376 w 377"/>
                <a:gd name="T17" fmla="*/ 207 h 377"/>
                <a:gd name="T18" fmla="*/ 377 w 377"/>
                <a:gd name="T19" fmla="*/ 189 h 377"/>
                <a:gd name="T20" fmla="*/ 376 w 377"/>
                <a:gd name="T21" fmla="*/ 168 h 377"/>
                <a:gd name="T22" fmla="*/ 368 w 377"/>
                <a:gd name="T23" fmla="*/ 132 h 377"/>
                <a:gd name="T24" fmla="*/ 354 w 377"/>
                <a:gd name="T25" fmla="*/ 98 h 377"/>
                <a:gd name="T26" fmla="*/ 334 w 377"/>
                <a:gd name="T27" fmla="*/ 68 h 377"/>
                <a:gd name="T28" fmla="*/ 308 w 377"/>
                <a:gd name="T29" fmla="*/ 42 h 377"/>
                <a:gd name="T30" fmla="*/ 278 w 377"/>
                <a:gd name="T31" fmla="*/ 21 h 377"/>
                <a:gd name="T32" fmla="*/ 245 w 377"/>
                <a:gd name="T33" fmla="*/ 7 h 377"/>
                <a:gd name="T34" fmla="*/ 207 w 377"/>
                <a:gd name="T35" fmla="*/ 0 h 377"/>
                <a:gd name="T36" fmla="*/ 189 w 377"/>
                <a:gd name="T37" fmla="*/ 0 h 377"/>
                <a:gd name="T38" fmla="*/ 169 w 377"/>
                <a:gd name="T39" fmla="*/ 0 h 377"/>
                <a:gd name="T40" fmla="*/ 133 w 377"/>
                <a:gd name="T41" fmla="*/ 7 h 377"/>
                <a:gd name="T42" fmla="*/ 98 w 377"/>
                <a:gd name="T43" fmla="*/ 21 h 377"/>
                <a:gd name="T44" fmla="*/ 68 w 377"/>
                <a:gd name="T45" fmla="*/ 42 h 377"/>
                <a:gd name="T46" fmla="*/ 42 w 377"/>
                <a:gd name="T47" fmla="*/ 68 h 377"/>
                <a:gd name="T48" fmla="*/ 22 w 377"/>
                <a:gd name="T49" fmla="*/ 98 h 377"/>
                <a:gd name="T50" fmla="*/ 8 w 377"/>
                <a:gd name="T51" fmla="*/ 132 h 377"/>
                <a:gd name="T52" fmla="*/ 0 w 377"/>
                <a:gd name="T53" fmla="*/ 168 h 377"/>
                <a:gd name="T54" fmla="*/ 0 w 377"/>
                <a:gd name="T55" fmla="*/ 189 h 377"/>
                <a:gd name="T56" fmla="*/ 0 w 377"/>
                <a:gd name="T57" fmla="*/ 207 h 377"/>
                <a:gd name="T58" fmla="*/ 8 w 377"/>
                <a:gd name="T59" fmla="*/ 245 h 377"/>
                <a:gd name="T60" fmla="*/ 22 w 377"/>
                <a:gd name="T61" fmla="*/ 278 h 377"/>
                <a:gd name="T62" fmla="*/ 42 w 377"/>
                <a:gd name="T63" fmla="*/ 308 h 377"/>
                <a:gd name="T64" fmla="*/ 68 w 377"/>
                <a:gd name="T65" fmla="*/ 334 h 377"/>
                <a:gd name="T66" fmla="*/ 98 w 377"/>
                <a:gd name="T67" fmla="*/ 354 h 377"/>
                <a:gd name="T68" fmla="*/ 133 w 377"/>
                <a:gd name="T69" fmla="*/ 369 h 377"/>
                <a:gd name="T70" fmla="*/ 169 w 377"/>
                <a:gd name="T71" fmla="*/ 376 h 377"/>
                <a:gd name="T72" fmla="*/ 189 w 377"/>
                <a:gd name="T73" fmla="*/ 377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77" h="377">
                  <a:moveTo>
                    <a:pt x="189" y="377"/>
                  </a:moveTo>
                  <a:lnTo>
                    <a:pt x="207" y="376"/>
                  </a:lnTo>
                  <a:lnTo>
                    <a:pt x="245" y="369"/>
                  </a:lnTo>
                  <a:lnTo>
                    <a:pt x="278" y="354"/>
                  </a:lnTo>
                  <a:lnTo>
                    <a:pt x="308" y="334"/>
                  </a:lnTo>
                  <a:lnTo>
                    <a:pt x="334" y="308"/>
                  </a:lnTo>
                  <a:lnTo>
                    <a:pt x="354" y="278"/>
                  </a:lnTo>
                  <a:lnTo>
                    <a:pt x="368" y="245"/>
                  </a:lnTo>
                  <a:lnTo>
                    <a:pt x="376" y="207"/>
                  </a:lnTo>
                  <a:lnTo>
                    <a:pt x="377" y="189"/>
                  </a:lnTo>
                  <a:lnTo>
                    <a:pt x="376" y="168"/>
                  </a:lnTo>
                  <a:lnTo>
                    <a:pt x="368" y="132"/>
                  </a:lnTo>
                  <a:lnTo>
                    <a:pt x="354" y="98"/>
                  </a:lnTo>
                  <a:lnTo>
                    <a:pt x="334" y="68"/>
                  </a:lnTo>
                  <a:lnTo>
                    <a:pt x="308" y="42"/>
                  </a:lnTo>
                  <a:lnTo>
                    <a:pt x="278" y="21"/>
                  </a:lnTo>
                  <a:lnTo>
                    <a:pt x="245" y="7"/>
                  </a:lnTo>
                  <a:lnTo>
                    <a:pt x="207" y="0"/>
                  </a:lnTo>
                  <a:lnTo>
                    <a:pt x="189" y="0"/>
                  </a:lnTo>
                  <a:lnTo>
                    <a:pt x="169" y="0"/>
                  </a:lnTo>
                  <a:lnTo>
                    <a:pt x="133" y="7"/>
                  </a:lnTo>
                  <a:lnTo>
                    <a:pt x="98" y="21"/>
                  </a:lnTo>
                  <a:lnTo>
                    <a:pt x="68" y="42"/>
                  </a:lnTo>
                  <a:lnTo>
                    <a:pt x="42" y="68"/>
                  </a:lnTo>
                  <a:lnTo>
                    <a:pt x="22" y="98"/>
                  </a:lnTo>
                  <a:lnTo>
                    <a:pt x="8" y="132"/>
                  </a:lnTo>
                  <a:lnTo>
                    <a:pt x="0" y="168"/>
                  </a:lnTo>
                  <a:lnTo>
                    <a:pt x="0" y="189"/>
                  </a:lnTo>
                  <a:lnTo>
                    <a:pt x="0" y="207"/>
                  </a:lnTo>
                  <a:lnTo>
                    <a:pt x="8" y="245"/>
                  </a:lnTo>
                  <a:lnTo>
                    <a:pt x="22" y="278"/>
                  </a:lnTo>
                  <a:lnTo>
                    <a:pt x="42" y="308"/>
                  </a:lnTo>
                  <a:lnTo>
                    <a:pt x="68" y="334"/>
                  </a:lnTo>
                  <a:lnTo>
                    <a:pt x="98" y="354"/>
                  </a:lnTo>
                  <a:lnTo>
                    <a:pt x="133" y="369"/>
                  </a:lnTo>
                  <a:lnTo>
                    <a:pt x="169" y="376"/>
                  </a:lnTo>
                  <a:lnTo>
                    <a:pt x="189" y="3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3" name="Freeform 11">
              <a:extLst>
                <a:ext uri="{FF2B5EF4-FFF2-40B4-BE49-F238E27FC236}">
                  <a16:creationId xmlns:a16="http://schemas.microsoft.com/office/drawing/2014/main" id="{2889F295-DE70-4CB9-D96F-ABBC6BD1A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6" y="2278"/>
              <a:ext cx="282" cy="490"/>
            </a:xfrm>
            <a:custGeom>
              <a:avLst/>
              <a:gdLst>
                <a:gd name="T0" fmla="*/ 674 w 845"/>
                <a:gd name="T1" fmla="*/ 50 h 1471"/>
                <a:gd name="T2" fmla="*/ 657 w 845"/>
                <a:gd name="T3" fmla="*/ 21 h 1471"/>
                <a:gd name="T4" fmla="*/ 617 w 845"/>
                <a:gd name="T5" fmla="*/ 1 h 1471"/>
                <a:gd name="T6" fmla="*/ 565 w 845"/>
                <a:gd name="T7" fmla="*/ 0 h 1471"/>
                <a:gd name="T8" fmla="*/ 563 w 845"/>
                <a:gd name="T9" fmla="*/ 0 h 1471"/>
                <a:gd name="T10" fmla="*/ 562 w 845"/>
                <a:gd name="T11" fmla="*/ 0 h 1471"/>
                <a:gd name="T12" fmla="*/ 276 w 845"/>
                <a:gd name="T13" fmla="*/ 0 h 1471"/>
                <a:gd name="T14" fmla="*/ 273 w 845"/>
                <a:gd name="T15" fmla="*/ 0 h 1471"/>
                <a:gd name="T16" fmla="*/ 239 w 845"/>
                <a:gd name="T17" fmla="*/ 0 h 1471"/>
                <a:gd name="T18" fmla="*/ 207 w 845"/>
                <a:gd name="T19" fmla="*/ 8 h 1471"/>
                <a:gd name="T20" fmla="*/ 175 w 845"/>
                <a:gd name="T21" fmla="*/ 40 h 1471"/>
                <a:gd name="T22" fmla="*/ 3 w 845"/>
                <a:gd name="T23" fmla="*/ 573 h 1471"/>
                <a:gd name="T24" fmla="*/ 3 w 845"/>
                <a:gd name="T25" fmla="*/ 606 h 1471"/>
                <a:gd name="T26" fmla="*/ 16 w 845"/>
                <a:gd name="T27" fmla="*/ 624 h 1471"/>
                <a:gd name="T28" fmla="*/ 47 w 845"/>
                <a:gd name="T29" fmla="*/ 634 h 1471"/>
                <a:gd name="T30" fmla="*/ 85 w 845"/>
                <a:gd name="T31" fmla="*/ 634 h 1471"/>
                <a:gd name="T32" fmla="*/ 125 w 845"/>
                <a:gd name="T33" fmla="*/ 612 h 1471"/>
                <a:gd name="T34" fmla="*/ 142 w 845"/>
                <a:gd name="T35" fmla="*/ 585 h 1471"/>
                <a:gd name="T36" fmla="*/ 220 w 845"/>
                <a:gd name="T37" fmla="*/ 477 h 1471"/>
                <a:gd name="T38" fmla="*/ 188 w 845"/>
                <a:gd name="T39" fmla="*/ 507 h 1471"/>
                <a:gd name="T40" fmla="*/ 57 w 845"/>
                <a:gd name="T41" fmla="*/ 742 h 1471"/>
                <a:gd name="T42" fmla="*/ 59 w 845"/>
                <a:gd name="T43" fmla="*/ 775 h 1471"/>
                <a:gd name="T44" fmla="*/ 80 w 845"/>
                <a:gd name="T45" fmla="*/ 799 h 1471"/>
                <a:gd name="T46" fmla="*/ 231 w 845"/>
                <a:gd name="T47" fmla="*/ 837 h 1471"/>
                <a:gd name="T48" fmla="*/ 231 w 845"/>
                <a:gd name="T49" fmla="*/ 1410 h 1471"/>
                <a:gd name="T50" fmla="*/ 264 w 845"/>
                <a:gd name="T51" fmla="*/ 1458 h 1471"/>
                <a:gd name="T52" fmla="*/ 308 w 845"/>
                <a:gd name="T53" fmla="*/ 1471 h 1471"/>
                <a:gd name="T54" fmla="*/ 342 w 845"/>
                <a:gd name="T55" fmla="*/ 1471 h 1471"/>
                <a:gd name="T56" fmla="*/ 390 w 845"/>
                <a:gd name="T57" fmla="*/ 1438 h 1471"/>
                <a:gd name="T58" fmla="*/ 402 w 845"/>
                <a:gd name="T59" fmla="*/ 1395 h 1471"/>
                <a:gd name="T60" fmla="*/ 413 w 845"/>
                <a:gd name="T61" fmla="*/ 879 h 1471"/>
                <a:gd name="T62" fmla="*/ 437 w 845"/>
                <a:gd name="T63" fmla="*/ 879 h 1471"/>
                <a:gd name="T64" fmla="*/ 448 w 845"/>
                <a:gd name="T65" fmla="*/ 1395 h 1471"/>
                <a:gd name="T66" fmla="*/ 461 w 845"/>
                <a:gd name="T67" fmla="*/ 1438 h 1471"/>
                <a:gd name="T68" fmla="*/ 510 w 845"/>
                <a:gd name="T69" fmla="*/ 1471 h 1471"/>
                <a:gd name="T70" fmla="*/ 545 w 845"/>
                <a:gd name="T71" fmla="*/ 1471 h 1471"/>
                <a:gd name="T72" fmla="*/ 588 w 845"/>
                <a:gd name="T73" fmla="*/ 1458 h 1471"/>
                <a:gd name="T74" fmla="*/ 620 w 845"/>
                <a:gd name="T75" fmla="*/ 1410 h 1471"/>
                <a:gd name="T76" fmla="*/ 621 w 845"/>
                <a:gd name="T77" fmla="*/ 835 h 1471"/>
                <a:gd name="T78" fmla="*/ 758 w 845"/>
                <a:gd name="T79" fmla="*/ 799 h 1471"/>
                <a:gd name="T80" fmla="*/ 781 w 845"/>
                <a:gd name="T81" fmla="*/ 775 h 1471"/>
                <a:gd name="T82" fmla="*/ 782 w 845"/>
                <a:gd name="T83" fmla="*/ 742 h 1471"/>
                <a:gd name="T84" fmla="*/ 650 w 845"/>
                <a:gd name="T85" fmla="*/ 507 h 1471"/>
                <a:gd name="T86" fmla="*/ 620 w 845"/>
                <a:gd name="T87" fmla="*/ 477 h 1471"/>
                <a:gd name="T88" fmla="*/ 701 w 845"/>
                <a:gd name="T89" fmla="*/ 585 h 1471"/>
                <a:gd name="T90" fmla="*/ 720 w 845"/>
                <a:gd name="T91" fmla="*/ 614 h 1471"/>
                <a:gd name="T92" fmla="*/ 760 w 845"/>
                <a:gd name="T93" fmla="*/ 634 h 1471"/>
                <a:gd name="T94" fmla="*/ 798 w 845"/>
                <a:gd name="T95" fmla="*/ 634 h 1471"/>
                <a:gd name="T96" fmla="*/ 829 w 845"/>
                <a:gd name="T97" fmla="*/ 624 h 1471"/>
                <a:gd name="T98" fmla="*/ 842 w 845"/>
                <a:gd name="T99" fmla="*/ 606 h 1471"/>
                <a:gd name="T100" fmla="*/ 842 w 845"/>
                <a:gd name="T101" fmla="*/ 573 h 1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45" h="1471">
                  <a:moveTo>
                    <a:pt x="842" y="573"/>
                  </a:moveTo>
                  <a:lnTo>
                    <a:pt x="674" y="50"/>
                  </a:lnTo>
                  <a:lnTo>
                    <a:pt x="670" y="40"/>
                  </a:lnTo>
                  <a:lnTo>
                    <a:pt x="657" y="21"/>
                  </a:lnTo>
                  <a:lnTo>
                    <a:pt x="638" y="8"/>
                  </a:lnTo>
                  <a:lnTo>
                    <a:pt x="617" y="1"/>
                  </a:lnTo>
                  <a:lnTo>
                    <a:pt x="605" y="0"/>
                  </a:lnTo>
                  <a:lnTo>
                    <a:pt x="565" y="0"/>
                  </a:lnTo>
                  <a:lnTo>
                    <a:pt x="563" y="0"/>
                  </a:lnTo>
                  <a:lnTo>
                    <a:pt x="563" y="0"/>
                  </a:lnTo>
                  <a:lnTo>
                    <a:pt x="562" y="0"/>
                  </a:lnTo>
                  <a:lnTo>
                    <a:pt x="562" y="0"/>
                  </a:lnTo>
                  <a:lnTo>
                    <a:pt x="277" y="0"/>
                  </a:lnTo>
                  <a:lnTo>
                    <a:pt x="276" y="0"/>
                  </a:lnTo>
                  <a:lnTo>
                    <a:pt x="275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39" y="0"/>
                  </a:lnTo>
                  <a:lnTo>
                    <a:pt x="229" y="1"/>
                  </a:lnTo>
                  <a:lnTo>
                    <a:pt x="207" y="8"/>
                  </a:lnTo>
                  <a:lnTo>
                    <a:pt x="188" y="21"/>
                  </a:lnTo>
                  <a:lnTo>
                    <a:pt x="175" y="40"/>
                  </a:lnTo>
                  <a:lnTo>
                    <a:pt x="171" y="50"/>
                  </a:lnTo>
                  <a:lnTo>
                    <a:pt x="3" y="573"/>
                  </a:lnTo>
                  <a:lnTo>
                    <a:pt x="0" y="585"/>
                  </a:lnTo>
                  <a:lnTo>
                    <a:pt x="3" y="606"/>
                  </a:lnTo>
                  <a:lnTo>
                    <a:pt x="9" y="615"/>
                  </a:lnTo>
                  <a:lnTo>
                    <a:pt x="16" y="624"/>
                  </a:lnTo>
                  <a:lnTo>
                    <a:pt x="36" y="634"/>
                  </a:lnTo>
                  <a:lnTo>
                    <a:pt x="47" y="634"/>
                  </a:lnTo>
                  <a:lnTo>
                    <a:pt x="73" y="634"/>
                  </a:lnTo>
                  <a:lnTo>
                    <a:pt x="85" y="634"/>
                  </a:lnTo>
                  <a:lnTo>
                    <a:pt x="106" y="626"/>
                  </a:lnTo>
                  <a:lnTo>
                    <a:pt x="125" y="612"/>
                  </a:lnTo>
                  <a:lnTo>
                    <a:pt x="138" y="595"/>
                  </a:lnTo>
                  <a:lnTo>
                    <a:pt x="142" y="585"/>
                  </a:lnTo>
                  <a:lnTo>
                    <a:pt x="220" y="351"/>
                  </a:lnTo>
                  <a:lnTo>
                    <a:pt x="220" y="477"/>
                  </a:lnTo>
                  <a:lnTo>
                    <a:pt x="201" y="490"/>
                  </a:lnTo>
                  <a:lnTo>
                    <a:pt x="188" y="507"/>
                  </a:lnTo>
                  <a:lnTo>
                    <a:pt x="62" y="732"/>
                  </a:lnTo>
                  <a:lnTo>
                    <a:pt x="57" y="742"/>
                  </a:lnTo>
                  <a:lnTo>
                    <a:pt x="55" y="765"/>
                  </a:lnTo>
                  <a:lnTo>
                    <a:pt x="59" y="775"/>
                  </a:lnTo>
                  <a:lnTo>
                    <a:pt x="63" y="785"/>
                  </a:lnTo>
                  <a:lnTo>
                    <a:pt x="80" y="799"/>
                  </a:lnTo>
                  <a:lnTo>
                    <a:pt x="92" y="802"/>
                  </a:lnTo>
                  <a:lnTo>
                    <a:pt x="231" y="837"/>
                  </a:lnTo>
                  <a:lnTo>
                    <a:pt x="231" y="1395"/>
                  </a:lnTo>
                  <a:lnTo>
                    <a:pt x="231" y="1410"/>
                  </a:lnTo>
                  <a:lnTo>
                    <a:pt x="243" y="1438"/>
                  </a:lnTo>
                  <a:lnTo>
                    <a:pt x="264" y="1458"/>
                  </a:lnTo>
                  <a:lnTo>
                    <a:pt x="292" y="1471"/>
                  </a:lnTo>
                  <a:lnTo>
                    <a:pt x="308" y="1471"/>
                  </a:lnTo>
                  <a:lnTo>
                    <a:pt x="326" y="1471"/>
                  </a:lnTo>
                  <a:lnTo>
                    <a:pt x="342" y="1471"/>
                  </a:lnTo>
                  <a:lnTo>
                    <a:pt x="369" y="1458"/>
                  </a:lnTo>
                  <a:lnTo>
                    <a:pt x="390" y="1438"/>
                  </a:lnTo>
                  <a:lnTo>
                    <a:pt x="402" y="1410"/>
                  </a:lnTo>
                  <a:lnTo>
                    <a:pt x="402" y="1395"/>
                  </a:lnTo>
                  <a:lnTo>
                    <a:pt x="402" y="879"/>
                  </a:lnTo>
                  <a:lnTo>
                    <a:pt x="413" y="879"/>
                  </a:lnTo>
                  <a:lnTo>
                    <a:pt x="424" y="880"/>
                  </a:lnTo>
                  <a:lnTo>
                    <a:pt x="437" y="879"/>
                  </a:lnTo>
                  <a:lnTo>
                    <a:pt x="448" y="877"/>
                  </a:lnTo>
                  <a:lnTo>
                    <a:pt x="448" y="1395"/>
                  </a:lnTo>
                  <a:lnTo>
                    <a:pt x="450" y="1410"/>
                  </a:lnTo>
                  <a:lnTo>
                    <a:pt x="461" y="1438"/>
                  </a:lnTo>
                  <a:lnTo>
                    <a:pt x="483" y="1458"/>
                  </a:lnTo>
                  <a:lnTo>
                    <a:pt x="510" y="1471"/>
                  </a:lnTo>
                  <a:lnTo>
                    <a:pt x="526" y="1471"/>
                  </a:lnTo>
                  <a:lnTo>
                    <a:pt x="545" y="1471"/>
                  </a:lnTo>
                  <a:lnTo>
                    <a:pt x="561" y="1471"/>
                  </a:lnTo>
                  <a:lnTo>
                    <a:pt x="588" y="1458"/>
                  </a:lnTo>
                  <a:lnTo>
                    <a:pt x="608" y="1438"/>
                  </a:lnTo>
                  <a:lnTo>
                    <a:pt x="620" y="1410"/>
                  </a:lnTo>
                  <a:lnTo>
                    <a:pt x="621" y="1395"/>
                  </a:lnTo>
                  <a:lnTo>
                    <a:pt x="621" y="835"/>
                  </a:lnTo>
                  <a:lnTo>
                    <a:pt x="746" y="802"/>
                  </a:lnTo>
                  <a:lnTo>
                    <a:pt x="758" y="799"/>
                  </a:lnTo>
                  <a:lnTo>
                    <a:pt x="775" y="785"/>
                  </a:lnTo>
                  <a:lnTo>
                    <a:pt x="781" y="775"/>
                  </a:lnTo>
                  <a:lnTo>
                    <a:pt x="783" y="765"/>
                  </a:lnTo>
                  <a:lnTo>
                    <a:pt x="782" y="742"/>
                  </a:lnTo>
                  <a:lnTo>
                    <a:pt x="776" y="732"/>
                  </a:lnTo>
                  <a:lnTo>
                    <a:pt x="650" y="507"/>
                  </a:lnTo>
                  <a:lnTo>
                    <a:pt x="638" y="490"/>
                  </a:lnTo>
                  <a:lnTo>
                    <a:pt x="620" y="477"/>
                  </a:lnTo>
                  <a:lnTo>
                    <a:pt x="620" y="344"/>
                  </a:lnTo>
                  <a:lnTo>
                    <a:pt x="701" y="585"/>
                  </a:lnTo>
                  <a:lnTo>
                    <a:pt x="706" y="595"/>
                  </a:lnTo>
                  <a:lnTo>
                    <a:pt x="720" y="614"/>
                  </a:lnTo>
                  <a:lnTo>
                    <a:pt x="739" y="626"/>
                  </a:lnTo>
                  <a:lnTo>
                    <a:pt x="760" y="634"/>
                  </a:lnTo>
                  <a:lnTo>
                    <a:pt x="770" y="634"/>
                  </a:lnTo>
                  <a:lnTo>
                    <a:pt x="798" y="634"/>
                  </a:lnTo>
                  <a:lnTo>
                    <a:pt x="809" y="634"/>
                  </a:lnTo>
                  <a:lnTo>
                    <a:pt x="829" y="624"/>
                  </a:lnTo>
                  <a:lnTo>
                    <a:pt x="837" y="615"/>
                  </a:lnTo>
                  <a:lnTo>
                    <a:pt x="842" y="606"/>
                  </a:lnTo>
                  <a:lnTo>
                    <a:pt x="845" y="585"/>
                  </a:lnTo>
                  <a:lnTo>
                    <a:pt x="842" y="5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4" name="Group 9">
            <a:extLst>
              <a:ext uri="{FF2B5EF4-FFF2-40B4-BE49-F238E27FC236}">
                <a16:creationId xmlns:a16="http://schemas.microsoft.com/office/drawing/2014/main" id="{52E40B2D-6C02-C5FC-CC64-3BF55A8F580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14842" y="2178208"/>
            <a:ext cx="319185" cy="718732"/>
            <a:chOff x="4426" y="2133"/>
            <a:chExt cx="282" cy="635"/>
          </a:xfrm>
          <a:solidFill>
            <a:srgbClr val="239B82"/>
          </a:solidFill>
        </p:grpSpPr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81141E8C-BD2D-4D0E-A84E-171BABC24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3" y="2133"/>
              <a:ext cx="126" cy="126"/>
            </a:xfrm>
            <a:custGeom>
              <a:avLst/>
              <a:gdLst>
                <a:gd name="T0" fmla="*/ 189 w 377"/>
                <a:gd name="T1" fmla="*/ 377 h 377"/>
                <a:gd name="T2" fmla="*/ 207 w 377"/>
                <a:gd name="T3" fmla="*/ 376 h 377"/>
                <a:gd name="T4" fmla="*/ 245 w 377"/>
                <a:gd name="T5" fmla="*/ 369 h 377"/>
                <a:gd name="T6" fmla="*/ 278 w 377"/>
                <a:gd name="T7" fmla="*/ 354 h 377"/>
                <a:gd name="T8" fmla="*/ 308 w 377"/>
                <a:gd name="T9" fmla="*/ 334 h 377"/>
                <a:gd name="T10" fmla="*/ 334 w 377"/>
                <a:gd name="T11" fmla="*/ 308 h 377"/>
                <a:gd name="T12" fmla="*/ 354 w 377"/>
                <a:gd name="T13" fmla="*/ 278 h 377"/>
                <a:gd name="T14" fmla="*/ 368 w 377"/>
                <a:gd name="T15" fmla="*/ 245 h 377"/>
                <a:gd name="T16" fmla="*/ 376 w 377"/>
                <a:gd name="T17" fmla="*/ 207 h 377"/>
                <a:gd name="T18" fmla="*/ 377 w 377"/>
                <a:gd name="T19" fmla="*/ 189 h 377"/>
                <a:gd name="T20" fmla="*/ 376 w 377"/>
                <a:gd name="T21" fmla="*/ 168 h 377"/>
                <a:gd name="T22" fmla="*/ 368 w 377"/>
                <a:gd name="T23" fmla="*/ 132 h 377"/>
                <a:gd name="T24" fmla="*/ 354 w 377"/>
                <a:gd name="T25" fmla="*/ 98 h 377"/>
                <a:gd name="T26" fmla="*/ 334 w 377"/>
                <a:gd name="T27" fmla="*/ 68 h 377"/>
                <a:gd name="T28" fmla="*/ 308 w 377"/>
                <a:gd name="T29" fmla="*/ 42 h 377"/>
                <a:gd name="T30" fmla="*/ 278 w 377"/>
                <a:gd name="T31" fmla="*/ 21 h 377"/>
                <a:gd name="T32" fmla="*/ 245 w 377"/>
                <a:gd name="T33" fmla="*/ 7 h 377"/>
                <a:gd name="T34" fmla="*/ 207 w 377"/>
                <a:gd name="T35" fmla="*/ 0 h 377"/>
                <a:gd name="T36" fmla="*/ 189 w 377"/>
                <a:gd name="T37" fmla="*/ 0 h 377"/>
                <a:gd name="T38" fmla="*/ 169 w 377"/>
                <a:gd name="T39" fmla="*/ 0 h 377"/>
                <a:gd name="T40" fmla="*/ 133 w 377"/>
                <a:gd name="T41" fmla="*/ 7 h 377"/>
                <a:gd name="T42" fmla="*/ 98 w 377"/>
                <a:gd name="T43" fmla="*/ 21 h 377"/>
                <a:gd name="T44" fmla="*/ 68 w 377"/>
                <a:gd name="T45" fmla="*/ 42 h 377"/>
                <a:gd name="T46" fmla="*/ 42 w 377"/>
                <a:gd name="T47" fmla="*/ 68 h 377"/>
                <a:gd name="T48" fmla="*/ 22 w 377"/>
                <a:gd name="T49" fmla="*/ 98 h 377"/>
                <a:gd name="T50" fmla="*/ 8 w 377"/>
                <a:gd name="T51" fmla="*/ 132 h 377"/>
                <a:gd name="T52" fmla="*/ 0 w 377"/>
                <a:gd name="T53" fmla="*/ 168 h 377"/>
                <a:gd name="T54" fmla="*/ 0 w 377"/>
                <a:gd name="T55" fmla="*/ 189 h 377"/>
                <a:gd name="T56" fmla="*/ 0 w 377"/>
                <a:gd name="T57" fmla="*/ 207 h 377"/>
                <a:gd name="T58" fmla="*/ 8 w 377"/>
                <a:gd name="T59" fmla="*/ 245 h 377"/>
                <a:gd name="T60" fmla="*/ 22 w 377"/>
                <a:gd name="T61" fmla="*/ 278 h 377"/>
                <a:gd name="T62" fmla="*/ 42 w 377"/>
                <a:gd name="T63" fmla="*/ 308 h 377"/>
                <a:gd name="T64" fmla="*/ 68 w 377"/>
                <a:gd name="T65" fmla="*/ 334 h 377"/>
                <a:gd name="T66" fmla="*/ 98 w 377"/>
                <a:gd name="T67" fmla="*/ 354 h 377"/>
                <a:gd name="T68" fmla="*/ 133 w 377"/>
                <a:gd name="T69" fmla="*/ 369 h 377"/>
                <a:gd name="T70" fmla="*/ 169 w 377"/>
                <a:gd name="T71" fmla="*/ 376 h 377"/>
                <a:gd name="T72" fmla="*/ 189 w 377"/>
                <a:gd name="T73" fmla="*/ 377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77" h="377">
                  <a:moveTo>
                    <a:pt x="189" y="377"/>
                  </a:moveTo>
                  <a:lnTo>
                    <a:pt x="207" y="376"/>
                  </a:lnTo>
                  <a:lnTo>
                    <a:pt x="245" y="369"/>
                  </a:lnTo>
                  <a:lnTo>
                    <a:pt x="278" y="354"/>
                  </a:lnTo>
                  <a:lnTo>
                    <a:pt x="308" y="334"/>
                  </a:lnTo>
                  <a:lnTo>
                    <a:pt x="334" y="308"/>
                  </a:lnTo>
                  <a:lnTo>
                    <a:pt x="354" y="278"/>
                  </a:lnTo>
                  <a:lnTo>
                    <a:pt x="368" y="245"/>
                  </a:lnTo>
                  <a:lnTo>
                    <a:pt x="376" y="207"/>
                  </a:lnTo>
                  <a:lnTo>
                    <a:pt x="377" y="189"/>
                  </a:lnTo>
                  <a:lnTo>
                    <a:pt x="376" y="168"/>
                  </a:lnTo>
                  <a:lnTo>
                    <a:pt x="368" y="132"/>
                  </a:lnTo>
                  <a:lnTo>
                    <a:pt x="354" y="98"/>
                  </a:lnTo>
                  <a:lnTo>
                    <a:pt x="334" y="68"/>
                  </a:lnTo>
                  <a:lnTo>
                    <a:pt x="308" y="42"/>
                  </a:lnTo>
                  <a:lnTo>
                    <a:pt x="278" y="21"/>
                  </a:lnTo>
                  <a:lnTo>
                    <a:pt x="245" y="7"/>
                  </a:lnTo>
                  <a:lnTo>
                    <a:pt x="207" y="0"/>
                  </a:lnTo>
                  <a:lnTo>
                    <a:pt x="189" y="0"/>
                  </a:lnTo>
                  <a:lnTo>
                    <a:pt x="169" y="0"/>
                  </a:lnTo>
                  <a:lnTo>
                    <a:pt x="133" y="7"/>
                  </a:lnTo>
                  <a:lnTo>
                    <a:pt x="98" y="21"/>
                  </a:lnTo>
                  <a:lnTo>
                    <a:pt x="68" y="42"/>
                  </a:lnTo>
                  <a:lnTo>
                    <a:pt x="42" y="68"/>
                  </a:lnTo>
                  <a:lnTo>
                    <a:pt x="22" y="98"/>
                  </a:lnTo>
                  <a:lnTo>
                    <a:pt x="8" y="132"/>
                  </a:lnTo>
                  <a:lnTo>
                    <a:pt x="0" y="168"/>
                  </a:lnTo>
                  <a:lnTo>
                    <a:pt x="0" y="189"/>
                  </a:lnTo>
                  <a:lnTo>
                    <a:pt x="0" y="207"/>
                  </a:lnTo>
                  <a:lnTo>
                    <a:pt x="8" y="245"/>
                  </a:lnTo>
                  <a:lnTo>
                    <a:pt x="22" y="278"/>
                  </a:lnTo>
                  <a:lnTo>
                    <a:pt x="42" y="308"/>
                  </a:lnTo>
                  <a:lnTo>
                    <a:pt x="68" y="334"/>
                  </a:lnTo>
                  <a:lnTo>
                    <a:pt x="98" y="354"/>
                  </a:lnTo>
                  <a:lnTo>
                    <a:pt x="133" y="369"/>
                  </a:lnTo>
                  <a:lnTo>
                    <a:pt x="169" y="376"/>
                  </a:lnTo>
                  <a:lnTo>
                    <a:pt x="189" y="3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6" name="Freeform 11">
              <a:extLst>
                <a:ext uri="{FF2B5EF4-FFF2-40B4-BE49-F238E27FC236}">
                  <a16:creationId xmlns:a16="http://schemas.microsoft.com/office/drawing/2014/main" id="{F5CB89D1-1888-D7A1-EE78-EC62C600C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6" y="2278"/>
              <a:ext cx="282" cy="490"/>
            </a:xfrm>
            <a:custGeom>
              <a:avLst/>
              <a:gdLst>
                <a:gd name="T0" fmla="*/ 674 w 845"/>
                <a:gd name="T1" fmla="*/ 50 h 1471"/>
                <a:gd name="T2" fmla="*/ 657 w 845"/>
                <a:gd name="T3" fmla="*/ 21 h 1471"/>
                <a:gd name="T4" fmla="*/ 617 w 845"/>
                <a:gd name="T5" fmla="*/ 1 h 1471"/>
                <a:gd name="T6" fmla="*/ 565 w 845"/>
                <a:gd name="T7" fmla="*/ 0 h 1471"/>
                <a:gd name="T8" fmla="*/ 563 w 845"/>
                <a:gd name="T9" fmla="*/ 0 h 1471"/>
                <a:gd name="T10" fmla="*/ 562 w 845"/>
                <a:gd name="T11" fmla="*/ 0 h 1471"/>
                <a:gd name="T12" fmla="*/ 276 w 845"/>
                <a:gd name="T13" fmla="*/ 0 h 1471"/>
                <a:gd name="T14" fmla="*/ 273 w 845"/>
                <a:gd name="T15" fmla="*/ 0 h 1471"/>
                <a:gd name="T16" fmla="*/ 239 w 845"/>
                <a:gd name="T17" fmla="*/ 0 h 1471"/>
                <a:gd name="T18" fmla="*/ 207 w 845"/>
                <a:gd name="T19" fmla="*/ 8 h 1471"/>
                <a:gd name="T20" fmla="*/ 175 w 845"/>
                <a:gd name="T21" fmla="*/ 40 h 1471"/>
                <a:gd name="T22" fmla="*/ 3 w 845"/>
                <a:gd name="T23" fmla="*/ 573 h 1471"/>
                <a:gd name="T24" fmla="*/ 3 w 845"/>
                <a:gd name="T25" fmla="*/ 606 h 1471"/>
                <a:gd name="T26" fmla="*/ 16 w 845"/>
                <a:gd name="T27" fmla="*/ 624 h 1471"/>
                <a:gd name="T28" fmla="*/ 47 w 845"/>
                <a:gd name="T29" fmla="*/ 634 h 1471"/>
                <a:gd name="T30" fmla="*/ 85 w 845"/>
                <a:gd name="T31" fmla="*/ 634 h 1471"/>
                <a:gd name="T32" fmla="*/ 125 w 845"/>
                <a:gd name="T33" fmla="*/ 612 h 1471"/>
                <a:gd name="T34" fmla="*/ 142 w 845"/>
                <a:gd name="T35" fmla="*/ 585 h 1471"/>
                <a:gd name="T36" fmla="*/ 220 w 845"/>
                <a:gd name="T37" fmla="*/ 477 h 1471"/>
                <a:gd name="T38" fmla="*/ 188 w 845"/>
                <a:gd name="T39" fmla="*/ 507 h 1471"/>
                <a:gd name="T40" fmla="*/ 57 w 845"/>
                <a:gd name="T41" fmla="*/ 742 h 1471"/>
                <a:gd name="T42" fmla="*/ 59 w 845"/>
                <a:gd name="T43" fmla="*/ 775 h 1471"/>
                <a:gd name="T44" fmla="*/ 80 w 845"/>
                <a:gd name="T45" fmla="*/ 799 h 1471"/>
                <a:gd name="T46" fmla="*/ 231 w 845"/>
                <a:gd name="T47" fmla="*/ 837 h 1471"/>
                <a:gd name="T48" fmla="*/ 231 w 845"/>
                <a:gd name="T49" fmla="*/ 1410 h 1471"/>
                <a:gd name="T50" fmla="*/ 264 w 845"/>
                <a:gd name="T51" fmla="*/ 1458 h 1471"/>
                <a:gd name="T52" fmla="*/ 308 w 845"/>
                <a:gd name="T53" fmla="*/ 1471 h 1471"/>
                <a:gd name="T54" fmla="*/ 342 w 845"/>
                <a:gd name="T55" fmla="*/ 1471 h 1471"/>
                <a:gd name="T56" fmla="*/ 390 w 845"/>
                <a:gd name="T57" fmla="*/ 1438 h 1471"/>
                <a:gd name="T58" fmla="*/ 402 w 845"/>
                <a:gd name="T59" fmla="*/ 1395 h 1471"/>
                <a:gd name="T60" fmla="*/ 413 w 845"/>
                <a:gd name="T61" fmla="*/ 879 h 1471"/>
                <a:gd name="T62" fmla="*/ 437 w 845"/>
                <a:gd name="T63" fmla="*/ 879 h 1471"/>
                <a:gd name="T64" fmla="*/ 448 w 845"/>
                <a:gd name="T65" fmla="*/ 1395 h 1471"/>
                <a:gd name="T66" fmla="*/ 461 w 845"/>
                <a:gd name="T67" fmla="*/ 1438 h 1471"/>
                <a:gd name="T68" fmla="*/ 510 w 845"/>
                <a:gd name="T69" fmla="*/ 1471 h 1471"/>
                <a:gd name="T70" fmla="*/ 545 w 845"/>
                <a:gd name="T71" fmla="*/ 1471 h 1471"/>
                <a:gd name="T72" fmla="*/ 588 w 845"/>
                <a:gd name="T73" fmla="*/ 1458 h 1471"/>
                <a:gd name="T74" fmla="*/ 620 w 845"/>
                <a:gd name="T75" fmla="*/ 1410 h 1471"/>
                <a:gd name="T76" fmla="*/ 621 w 845"/>
                <a:gd name="T77" fmla="*/ 835 h 1471"/>
                <a:gd name="T78" fmla="*/ 758 w 845"/>
                <a:gd name="T79" fmla="*/ 799 h 1471"/>
                <a:gd name="T80" fmla="*/ 781 w 845"/>
                <a:gd name="T81" fmla="*/ 775 h 1471"/>
                <a:gd name="T82" fmla="*/ 782 w 845"/>
                <a:gd name="T83" fmla="*/ 742 h 1471"/>
                <a:gd name="T84" fmla="*/ 650 w 845"/>
                <a:gd name="T85" fmla="*/ 507 h 1471"/>
                <a:gd name="T86" fmla="*/ 620 w 845"/>
                <a:gd name="T87" fmla="*/ 477 h 1471"/>
                <a:gd name="T88" fmla="*/ 701 w 845"/>
                <a:gd name="T89" fmla="*/ 585 h 1471"/>
                <a:gd name="T90" fmla="*/ 720 w 845"/>
                <a:gd name="T91" fmla="*/ 614 h 1471"/>
                <a:gd name="T92" fmla="*/ 760 w 845"/>
                <a:gd name="T93" fmla="*/ 634 h 1471"/>
                <a:gd name="T94" fmla="*/ 798 w 845"/>
                <a:gd name="T95" fmla="*/ 634 h 1471"/>
                <a:gd name="T96" fmla="*/ 829 w 845"/>
                <a:gd name="T97" fmla="*/ 624 h 1471"/>
                <a:gd name="T98" fmla="*/ 842 w 845"/>
                <a:gd name="T99" fmla="*/ 606 h 1471"/>
                <a:gd name="T100" fmla="*/ 842 w 845"/>
                <a:gd name="T101" fmla="*/ 573 h 1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45" h="1471">
                  <a:moveTo>
                    <a:pt x="842" y="573"/>
                  </a:moveTo>
                  <a:lnTo>
                    <a:pt x="674" y="50"/>
                  </a:lnTo>
                  <a:lnTo>
                    <a:pt x="670" y="40"/>
                  </a:lnTo>
                  <a:lnTo>
                    <a:pt x="657" y="21"/>
                  </a:lnTo>
                  <a:lnTo>
                    <a:pt x="638" y="8"/>
                  </a:lnTo>
                  <a:lnTo>
                    <a:pt x="617" y="1"/>
                  </a:lnTo>
                  <a:lnTo>
                    <a:pt x="605" y="0"/>
                  </a:lnTo>
                  <a:lnTo>
                    <a:pt x="565" y="0"/>
                  </a:lnTo>
                  <a:lnTo>
                    <a:pt x="563" y="0"/>
                  </a:lnTo>
                  <a:lnTo>
                    <a:pt x="563" y="0"/>
                  </a:lnTo>
                  <a:lnTo>
                    <a:pt x="562" y="0"/>
                  </a:lnTo>
                  <a:lnTo>
                    <a:pt x="562" y="0"/>
                  </a:lnTo>
                  <a:lnTo>
                    <a:pt x="277" y="0"/>
                  </a:lnTo>
                  <a:lnTo>
                    <a:pt x="276" y="0"/>
                  </a:lnTo>
                  <a:lnTo>
                    <a:pt x="275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39" y="0"/>
                  </a:lnTo>
                  <a:lnTo>
                    <a:pt x="229" y="1"/>
                  </a:lnTo>
                  <a:lnTo>
                    <a:pt x="207" y="8"/>
                  </a:lnTo>
                  <a:lnTo>
                    <a:pt x="188" y="21"/>
                  </a:lnTo>
                  <a:lnTo>
                    <a:pt x="175" y="40"/>
                  </a:lnTo>
                  <a:lnTo>
                    <a:pt x="171" y="50"/>
                  </a:lnTo>
                  <a:lnTo>
                    <a:pt x="3" y="573"/>
                  </a:lnTo>
                  <a:lnTo>
                    <a:pt x="0" y="585"/>
                  </a:lnTo>
                  <a:lnTo>
                    <a:pt x="3" y="606"/>
                  </a:lnTo>
                  <a:lnTo>
                    <a:pt x="9" y="615"/>
                  </a:lnTo>
                  <a:lnTo>
                    <a:pt x="16" y="624"/>
                  </a:lnTo>
                  <a:lnTo>
                    <a:pt x="36" y="634"/>
                  </a:lnTo>
                  <a:lnTo>
                    <a:pt x="47" y="634"/>
                  </a:lnTo>
                  <a:lnTo>
                    <a:pt x="73" y="634"/>
                  </a:lnTo>
                  <a:lnTo>
                    <a:pt x="85" y="634"/>
                  </a:lnTo>
                  <a:lnTo>
                    <a:pt x="106" y="626"/>
                  </a:lnTo>
                  <a:lnTo>
                    <a:pt x="125" y="612"/>
                  </a:lnTo>
                  <a:lnTo>
                    <a:pt x="138" y="595"/>
                  </a:lnTo>
                  <a:lnTo>
                    <a:pt x="142" y="585"/>
                  </a:lnTo>
                  <a:lnTo>
                    <a:pt x="220" y="351"/>
                  </a:lnTo>
                  <a:lnTo>
                    <a:pt x="220" y="477"/>
                  </a:lnTo>
                  <a:lnTo>
                    <a:pt x="201" y="490"/>
                  </a:lnTo>
                  <a:lnTo>
                    <a:pt x="188" y="507"/>
                  </a:lnTo>
                  <a:lnTo>
                    <a:pt x="62" y="732"/>
                  </a:lnTo>
                  <a:lnTo>
                    <a:pt x="57" y="742"/>
                  </a:lnTo>
                  <a:lnTo>
                    <a:pt x="55" y="765"/>
                  </a:lnTo>
                  <a:lnTo>
                    <a:pt x="59" y="775"/>
                  </a:lnTo>
                  <a:lnTo>
                    <a:pt x="63" y="785"/>
                  </a:lnTo>
                  <a:lnTo>
                    <a:pt x="80" y="799"/>
                  </a:lnTo>
                  <a:lnTo>
                    <a:pt x="92" y="802"/>
                  </a:lnTo>
                  <a:lnTo>
                    <a:pt x="231" y="837"/>
                  </a:lnTo>
                  <a:lnTo>
                    <a:pt x="231" y="1395"/>
                  </a:lnTo>
                  <a:lnTo>
                    <a:pt x="231" y="1410"/>
                  </a:lnTo>
                  <a:lnTo>
                    <a:pt x="243" y="1438"/>
                  </a:lnTo>
                  <a:lnTo>
                    <a:pt x="264" y="1458"/>
                  </a:lnTo>
                  <a:lnTo>
                    <a:pt x="292" y="1471"/>
                  </a:lnTo>
                  <a:lnTo>
                    <a:pt x="308" y="1471"/>
                  </a:lnTo>
                  <a:lnTo>
                    <a:pt x="326" y="1471"/>
                  </a:lnTo>
                  <a:lnTo>
                    <a:pt x="342" y="1471"/>
                  </a:lnTo>
                  <a:lnTo>
                    <a:pt x="369" y="1458"/>
                  </a:lnTo>
                  <a:lnTo>
                    <a:pt x="390" y="1438"/>
                  </a:lnTo>
                  <a:lnTo>
                    <a:pt x="402" y="1410"/>
                  </a:lnTo>
                  <a:lnTo>
                    <a:pt x="402" y="1395"/>
                  </a:lnTo>
                  <a:lnTo>
                    <a:pt x="402" y="879"/>
                  </a:lnTo>
                  <a:lnTo>
                    <a:pt x="413" y="879"/>
                  </a:lnTo>
                  <a:lnTo>
                    <a:pt x="424" y="880"/>
                  </a:lnTo>
                  <a:lnTo>
                    <a:pt x="437" y="879"/>
                  </a:lnTo>
                  <a:lnTo>
                    <a:pt x="448" y="877"/>
                  </a:lnTo>
                  <a:lnTo>
                    <a:pt x="448" y="1395"/>
                  </a:lnTo>
                  <a:lnTo>
                    <a:pt x="450" y="1410"/>
                  </a:lnTo>
                  <a:lnTo>
                    <a:pt x="461" y="1438"/>
                  </a:lnTo>
                  <a:lnTo>
                    <a:pt x="483" y="1458"/>
                  </a:lnTo>
                  <a:lnTo>
                    <a:pt x="510" y="1471"/>
                  </a:lnTo>
                  <a:lnTo>
                    <a:pt x="526" y="1471"/>
                  </a:lnTo>
                  <a:lnTo>
                    <a:pt x="545" y="1471"/>
                  </a:lnTo>
                  <a:lnTo>
                    <a:pt x="561" y="1471"/>
                  </a:lnTo>
                  <a:lnTo>
                    <a:pt x="588" y="1458"/>
                  </a:lnTo>
                  <a:lnTo>
                    <a:pt x="608" y="1438"/>
                  </a:lnTo>
                  <a:lnTo>
                    <a:pt x="620" y="1410"/>
                  </a:lnTo>
                  <a:lnTo>
                    <a:pt x="621" y="1395"/>
                  </a:lnTo>
                  <a:lnTo>
                    <a:pt x="621" y="835"/>
                  </a:lnTo>
                  <a:lnTo>
                    <a:pt x="746" y="802"/>
                  </a:lnTo>
                  <a:lnTo>
                    <a:pt x="758" y="799"/>
                  </a:lnTo>
                  <a:lnTo>
                    <a:pt x="775" y="785"/>
                  </a:lnTo>
                  <a:lnTo>
                    <a:pt x="781" y="775"/>
                  </a:lnTo>
                  <a:lnTo>
                    <a:pt x="783" y="765"/>
                  </a:lnTo>
                  <a:lnTo>
                    <a:pt x="782" y="742"/>
                  </a:lnTo>
                  <a:lnTo>
                    <a:pt x="776" y="732"/>
                  </a:lnTo>
                  <a:lnTo>
                    <a:pt x="650" y="507"/>
                  </a:lnTo>
                  <a:lnTo>
                    <a:pt x="638" y="490"/>
                  </a:lnTo>
                  <a:lnTo>
                    <a:pt x="620" y="477"/>
                  </a:lnTo>
                  <a:lnTo>
                    <a:pt x="620" y="344"/>
                  </a:lnTo>
                  <a:lnTo>
                    <a:pt x="701" y="585"/>
                  </a:lnTo>
                  <a:lnTo>
                    <a:pt x="706" y="595"/>
                  </a:lnTo>
                  <a:lnTo>
                    <a:pt x="720" y="614"/>
                  </a:lnTo>
                  <a:lnTo>
                    <a:pt x="739" y="626"/>
                  </a:lnTo>
                  <a:lnTo>
                    <a:pt x="760" y="634"/>
                  </a:lnTo>
                  <a:lnTo>
                    <a:pt x="770" y="634"/>
                  </a:lnTo>
                  <a:lnTo>
                    <a:pt x="798" y="634"/>
                  </a:lnTo>
                  <a:lnTo>
                    <a:pt x="809" y="634"/>
                  </a:lnTo>
                  <a:lnTo>
                    <a:pt x="829" y="624"/>
                  </a:lnTo>
                  <a:lnTo>
                    <a:pt x="837" y="615"/>
                  </a:lnTo>
                  <a:lnTo>
                    <a:pt x="842" y="606"/>
                  </a:lnTo>
                  <a:lnTo>
                    <a:pt x="845" y="585"/>
                  </a:lnTo>
                  <a:lnTo>
                    <a:pt x="842" y="5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7" name="Group 9">
            <a:extLst>
              <a:ext uri="{FF2B5EF4-FFF2-40B4-BE49-F238E27FC236}">
                <a16:creationId xmlns:a16="http://schemas.microsoft.com/office/drawing/2014/main" id="{9AA609F8-5333-D1F7-7E33-03B71854D53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82635" y="2180895"/>
            <a:ext cx="319185" cy="718732"/>
            <a:chOff x="4426" y="2133"/>
            <a:chExt cx="282" cy="635"/>
          </a:xfrm>
          <a:solidFill>
            <a:schemeClr val="bg1">
              <a:lumMod val="85000"/>
            </a:schemeClr>
          </a:solidFill>
        </p:grpSpPr>
        <p:sp>
          <p:nvSpPr>
            <p:cNvPr id="58" name="Freeform 10">
              <a:extLst>
                <a:ext uri="{FF2B5EF4-FFF2-40B4-BE49-F238E27FC236}">
                  <a16:creationId xmlns:a16="http://schemas.microsoft.com/office/drawing/2014/main" id="{92CA6E85-4235-CEE0-B250-977D97055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3" y="2133"/>
              <a:ext cx="126" cy="126"/>
            </a:xfrm>
            <a:custGeom>
              <a:avLst/>
              <a:gdLst>
                <a:gd name="T0" fmla="*/ 189 w 377"/>
                <a:gd name="T1" fmla="*/ 377 h 377"/>
                <a:gd name="T2" fmla="*/ 207 w 377"/>
                <a:gd name="T3" fmla="*/ 376 h 377"/>
                <a:gd name="T4" fmla="*/ 245 w 377"/>
                <a:gd name="T5" fmla="*/ 369 h 377"/>
                <a:gd name="T6" fmla="*/ 278 w 377"/>
                <a:gd name="T7" fmla="*/ 354 h 377"/>
                <a:gd name="T8" fmla="*/ 308 w 377"/>
                <a:gd name="T9" fmla="*/ 334 h 377"/>
                <a:gd name="T10" fmla="*/ 334 w 377"/>
                <a:gd name="T11" fmla="*/ 308 h 377"/>
                <a:gd name="T12" fmla="*/ 354 w 377"/>
                <a:gd name="T13" fmla="*/ 278 h 377"/>
                <a:gd name="T14" fmla="*/ 368 w 377"/>
                <a:gd name="T15" fmla="*/ 245 h 377"/>
                <a:gd name="T16" fmla="*/ 376 w 377"/>
                <a:gd name="T17" fmla="*/ 207 h 377"/>
                <a:gd name="T18" fmla="*/ 377 w 377"/>
                <a:gd name="T19" fmla="*/ 189 h 377"/>
                <a:gd name="T20" fmla="*/ 376 w 377"/>
                <a:gd name="T21" fmla="*/ 168 h 377"/>
                <a:gd name="T22" fmla="*/ 368 w 377"/>
                <a:gd name="T23" fmla="*/ 132 h 377"/>
                <a:gd name="T24" fmla="*/ 354 w 377"/>
                <a:gd name="T25" fmla="*/ 98 h 377"/>
                <a:gd name="T26" fmla="*/ 334 w 377"/>
                <a:gd name="T27" fmla="*/ 68 h 377"/>
                <a:gd name="T28" fmla="*/ 308 w 377"/>
                <a:gd name="T29" fmla="*/ 42 h 377"/>
                <a:gd name="T30" fmla="*/ 278 w 377"/>
                <a:gd name="T31" fmla="*/ 21 h 377"/>
                <a:gd name="T32" fmla="*/ 245 w 377"/>
                <a:gd name="T33" fmla="*/ 7 h 377"/>
                <a:gd name="T34" fmla="*/ 207 w 377"/>
                <a:gd name="T35" fmla="*/ 0 h 377"/>
                <a:gd name="T36" fmla="*/ 189 w 377"/>
                <a:gd name="T37" fmla="*/ 0 h 377"/>
                <a:gd name="T38" fmla="*/ 169 w 377"/>
                <a:gd name="T39" fmla="*/ 0 h 377"/>
                <a:gd name="T40" fmla="*/ 133 w 377"/>
                <a:gd name="T41" fmla="*/ 7 h 377"/>
                <a:gd name="T42" fmla="*/ 98 w 377"/>
                <a:gd name="T43" fmla="*/ 21 h 377"/>
                <a:gd name="T44" fmla="*/ 68 w 377"/>
                <a:gd name="T45" fmla="*/ 42 h 377"/>
                <a:gd name="T46" fmla="*/ 42 w 377"/>
                <a:gd name="T47" fmla="*/ 68 h 377"/>
                <a:gd name="T48" fmla="*/ 22 w 377"/>
                <a:gd name="T49" fmla="*/ 98 h 377"/>
                <a:gd name="T50" fmla="*/ 8 w 377"/>
                <a:gd name="T51" fmla="*/ 132 h 377"/>
                <a:gd name="T52" fmla="*/ 0 w 377"/>
                <a:gd name="T53" fmla="*/ 168 h 377"/>
                <a:gd name="T54" fmla="*/ 0 w 377"/>
                <a:gd name="T55" fmla="*/ 189 h 377"/>
                <a:gd name="T56" fmla="*/ 0 w 377"/>
                <a:gd name="T57" fmla="*/ 207 h 377"/>
                <a:gd name="T58" fmla="*/ 8 w 377"/>
                <a:gd name="T59" fmla="*/ 245 h 377"/>
                <a:gd name="T60" fmla="*/ 22 w 377"/>
                <a:gd name="T61" fmla="*/ 278 h 377"/>
                <a:gd name="T62" fmla="*/ 42 w 377"/>
                <a:gd name="T63" fmla="*/ 308 h 377"/>
                <a:gd name="T64" fmla="*/ 68 w 377"/>
                <a:gd name="T65" fmla="*/ 334 h 377"/>
                <a:gd name="T66" fmla="*/ 98 w 377"/>
                <a:gd name="T67" fmla="*/ 354 h 377"/>
                <a:gd name="T68" fmla="*/ 133 w 377"/>
                <a:gd name="T69" fmla="*/ 369 h 377"/>
                <a:gd name="T70" fmla="*/ 169 w 377"/>
                <a:gd name="T71" fmla="*/ 376 h 377"/>
                <a:gd name="T72" fmla="*/ 189 w 377"/>
                <a:gd name="T73" fmla="*/ 377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77" h="377">
                  <a:moveTo>
                    <a:pt x="189" y="377"/>
                  </a:moveTo>
                  <a:lnTo>
                    <a:pt x="207" y="376"/>
                  </a:lnTo>
                  <a:lnTo>
                    <a:pt x="245" y="369"/>
                  </a:lnTo>
                  <a:lnTo>
                    <a:pt x="278" y="354"/>
                  </a:lnTo>
                  <a:lnTo>
                    <a:pt x="308" y="334"/>
                  </a:lnTo>
                  <a:lnTo>
                    <a:pt x="334" y="308"/>
                  </a:lnTo>
                  <a:lnTo>
                    <a:pt x="354" y="278"/>
                  </a:lnTo>
                  <a:lnTo>
                    <a:pt x="368" y="245"/>
                  </a:lnTo>
                  <a:lnTo>
                    <a:pt x="376" y="207"/>
                  </a:lnTo>
                  <a:lnTo>
                    <a:pt x="377" y="189"/>
                  </a:lnTo>
                  <a:lnTo>
                    <a:pt x="376" y="168"/>
                  </a:lnTo>
                  <a:lnTo>
                    <a:pt x="368" y="132"/>
                  </a:lnTo>
                  <a:lnTo>
                    <a:pt x="354" y="98"/>
                  </a:lnTo>
                  <a:lnTo>
                    <a:pt x="334" y="68"/>
                  </a:lnTo>
                  <a:lnTo>
                    <a:pt x="308" y="42"/>
                  </a:lnTo>
                  <a:lnTo>
                    <a:pt x="278" y="21"/>
                  </a:lnTo>
                  <a:lnTo>
                    <a:pt x="245" y="7"/>
                  </a:lnTo>
                  <a:lnTo>
                    <a:pt x="207" y="0"/>
                  </a:lnTo>
                  <a:lnTo>
                    <a:pt x="189" y="0"/>
                  </a:lnTo>
                  <a:lnTo>
                    <a:pt x="169" y="0"/>
                  </a:lnTo>
                  <a:lnTo>
                    <a:pt x="133" y="7"/>
                  </a:lnTo>
                  <a:lnTo>
                    <a:pt x="98" y="21"/>
                  </a:lnTo>
                  <a:lnTo>
                    <a:pt x="68" y="42"/>
                  </a:lnTo>
                  <a:lnTo>
                    <a:pt x="42" y="68"/>
                  </a:lnTo>
                  <a:lnTo>
                    <a:pt x="22" y="98"/>
                  </a:lnTo>
                  <a:lnTo>
                    <a:pt x="8" y="132"/>
                  </a:lnTo>
                  <a:lnTo>
                    <a:pt x="0" y="168"/>
                  </a:lnTo>
                  <a:lnTo>
                    <a:pt x="0" y="189"/>
                  </a:lnTo>
                  <a:lnTo>
                    <a:pt x="0" y="207"/>
                  </a:lnTo>
                  <a:lnTo>
                    <a:pt x="8" y="245"/>
                  </a:lnTo>
                  <a:lnTo>
                    <a:pt x="22" y="278"/>
                  </a:lnTo>
                  <a:lnTo>
                    <a:pt x="42" y="308"/>
                  </a:lnTo>
                  <a:lnTo>
                    <a:pt x="68" y="334"/>
                  </a:lnTo>
                  <a:lnTo>
                    <a:pt x="98" y="354"/>
                  </a:lnTo>
                  <a:lnTo>
                    <a:pt x="133" y="369"/>
                  </a:lnTo>
                  <a:lnTo>
                    <a:pt x="169" y="376"/>
                  </a:lnTo>
                  <a:lnTo>
                    <a:pt x="189" y="3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CA5D8ACC-649F-6316-9A6E-CC3B0E01EE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6" y="2278"/>
              <a:ext cx="282" cy="490"/>
            </a:xfrm>
            <a:custGeom>
              <a:avLst/>
              <a:gdLst>
                <a:gd name="T0" fmla="*/ 674 w 845"/>
                <a:gd name="T1" fmla="*/ 50 h 1471"/>
                <a:gd name="T2" fmla="*/ 657 w 845"/>
                <a:gd name="T3" fmla="*/ 21 h 1471"/>
                <a:gd name="T4" fmla="*/ 617 w 845"/>
                <a:gd name="T5" fmla="*/ 1 h 1471"/>
                <a:gd name="T6" fmla="*/ 565 w 845"/>
                <a:gd name="T7" fmla="*/ 0 h 1471"/>
                <a:gd name="T8" fmla="*/ 563 w 845"/>
                <a:gd name="T9" fmla="*/ 0 h 1471"/>
                <a:gd name="T10" fmla="*/ 562 w 845"/>
                <a:gd name="T11" fmla="*/ 0 h 1471"/>
                <a:gd name="T12" fmla="*/ 276 w 845"/>
                <a:gd name="T13" fmla="*/ 0 h 1471"/>
                <a:gd name="T14" fmla="*/ 273 w 845"/>
                <a:gd name="T15" fmla="*/ 0 h 1471"/>
                <a:gd name="T16" fmla="*/ 239 w 845"/>
                <a:gd name="T17" fmla="*/ 0 h 1471"/>
                <a:gd name="T18" fmla="*/ 207 w 845"/>
                <a:gd name="T19" fmla="*/ 8 h 1471"/>
                <a:gd name="T20" fmla="*/ 175 w 845"/>
                <a:gd name="T21" fmla="*/ 40 h 1471"/>
                <a:gd name="T22" fmla="*/ 3 w 845"/>
                <a:gd name="T23" fmla="*/ 573 h 1471"/>
                <a:gd name="T24" fmla="*/ 3 w 845"/>
                <a:gd name="T25" fmla="*/ 606 h 1471"/>
                <a:gd name="T26" fmla="*/ 16 w 845"/>
                <a:gd name="T27" fmla="*/ 624 h 1471"/>
                <a:gd name="T28" fmla="*/ 47 w 845"/>
                <a:gd name="T29" fmla="*/ 634 h 1471"/>
                <a:gd name="T30" fmla="*/ 85 w 845"/>
                <a:gd name="T31" fmla="*/ 634 h 1471"/>
                <a:gd name="T32" fmla="*/ 125 w 845"/>
                <a:gd name="T33" fmla="*/ 612 h 1471"/>
                <a:gd name="T34" fmla="*/ 142 w 845"/>
                <a:gd name="T35" fmla="*/ 585 h 1471"/>
                <a:gd name="T36" fmla="*/ 220 w 845"/>
                <a:gd name="T37" fmla="*/ 477 h 1471"/>
                <a:gd name="T38" fmla="*/ 188 w 845"/>
                <a:gd name="T39" fmla="*/ 507 h 1471"/>
                <a:gd name="T40" fmla="*/ 57 w 845"/>
                <a:gd name="T41" fmla="*/ 742 h 1471"/>
                <a:gd name="T42" fmla="*/ 59 w 845"/>
                <a:gd name="T43" fmla="*/ 775 h 1471"/>
                <a:gd name="T44" fmla="*/ 80 w 845"/>
                <a:gd name="T45" fmla="*/ 799 h 1471"/>
                <a:gd name="T46" fmla="*/ 231 w 845"/>
                <a:gd name="T47" fmla="*/ 837 h 1471"/>
                <a:gd name="T48" fmla="*/ 231 w 845"/>
                <a:gd name="T49" fmla="*/ 1410 h 1471"/>
                <a:gd name="T50" fmla="*/ 264 w 845"/>
                <a:gd name="T51" fmla="*/ 1458 h 1471"/>
                <a:gd name="T52" fmla="*/ 308 w 845"/>
                <a:gd name="T53" fmla="*/ 1471 h 1471"/>
                <a:gd name="T54" fmla="*/ 342 w 845"/>
                <a:gd name="T55" fmla="*/ 1471 h 1471"/>
                <a:gd name="T56" fmla="*/ 390 w 845"/>
                <a:gd name="T57" fmla="*/ 1438 h 1471"/>
                <a:gd name="T58" fmla="*/ 402 w 845"/>
                <a:gd name="T59" fmla="*/ 1395 h 1471"/>
                <a:gd name="T60" fmla="*/ 413 w 845"/>
                <a:gd name="T61" fmla="*/ 879 h 1471"/>
                <a:gd name="T62" fmla="*/ 437 w 845"/>
                <a:gd name="T63" fmla="*/ 879 h 1471"/>
                <a:gd name="T64" fmla="*/ 448 w 845"/>
                <a:gd name="T65" fmla="*/ 1395 h 1471"/>
                <a:gd name="T66" fmla="*/ 461 w 845"/>
                <a:gd name="T67" fmla="*/ 1438 h 1471"/>
                <a:gd name="T68" fmla="*/ 510 w 845"/>
                <a:gd name="T69" fmla="*/ 1471 h 1471"/>
                <a:gd name="T70" fmla="*/ 545 w 845"/>
                <a:gd name="T71" fmla="*/ 1471 h 1471"/>
                <a:gd name="T72" fmla="*/ 588 w 845"/>
                <a:gd name="T73" fmla="*/ 1458 h 1471"/>
                <a:gd name="T74" fmla="*/ 620 w 845"/>
                <a:gd name="T75" fmla="*/ 1410 h 1471"/>
                <a:gd name="T76" fmla="*/ 621 w 845"/>
                <a:gd name="T77" fmla="*/ 835 h 1471"/>
                <a:gd name="T78" fmla="*/ 758 w 845"/>
                <a:gd name="T79" fmla="*/ 799 h 1471"/>
                <a:gd name="T80" fmla="*/ 781 w 845"/>
                <a:gd name="T81" fmla="*/ 775 h 1471"/>
                <a:gd name="T82" fmla="*/ 782 w 845"/>
                <a:gd name="T83" fmla="*/ 742 h 1471"/>
                <a:gd name="T84" fmla="*/ 650 w 845"/>
                <a:gd name="T85" fmla="*/ 507 h 1471"/>
                <a:gd name="T86" fmla="*/ 620 w 845"/>
                <a:gd name="T87" fmla="*/ 477 h 1471"/>
                <a:gd name="T88" fmla="*/ 701 w 845"/>
                <a:gd name="T89" fmla="*/ 585 h 1471"/>
                <a:gd name="T90" fmla="*/ 720 w 845"/>
                <a:gd name="T91" fmla="*/ 614 h 1471"/>
                <a:gd name="T92" fmla="*/ 760 w 845"/>
                <a:gd name="T93" fmla="*/ 634 h 1471"/>
                <a:gd name="T94" fmla="*/ 798 w 845"/>
                <a:gd name="T95" fmla="*/ 634 h 1471"/>
                <a:gd name="T96" fmla="*/ 829 w 845"/>
                <a:gd name="T97" fmla="*/ 624 h 1471"/>
                <a:gd name="T98" fmla="*/ 842 w 845"/>
                <a:gd name="T99" fmla="*/ 606 h 1471"/>
                <a:gd name="T100" fmla="*/ 842 w 845"/>
                <a:gd name="T101" fmla="*/ 573 h 1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45" h="1471">
                  <a:moveTo>
                    <a:pt x="842" y="573"/>
                  </a:moveTo>
                  <a:lnTo>
                    <a:pt x="674" y="50"/>
                  </a:lnTo>
                  <a:lnTo>
                    <a:pt x="670" y="40"/>
                  </a:lnTo>
                  <a:lnTo>
                    <a:pt x="657" y="21"/>
                  </a:lnTo>
                  <a:lnTo>
                    <a:pt x="638" y="8"/>
                  </a:lnTo>
                  <a:lnTo>
                    <a:pt x="617" y="1"/>
                  </a:lnTo>
                  <a:lnTo>
                    <a:pt x="605" y="0"/>
                  </a:lnTo>
                  <a:lnTo>
                    <a:pt x="565" y="0"/>
                  </a:lnTo>
                  <a:lnTo>
                    <a:pt x="563" y="0"/>
                  </a:lnTo>
                  <a:lnTo>
                    <a:pt x="563" y="0"/>
                  </a:lnTo>
                  <a:lnTo>
                    <a:pt x="562" y="0"/>
                  </a:lnTo>
                  <a:lnTo>
                    <a:pt x="562" y="0"/>
                  </a:lnTo>
                  <a:lnTo>
                    <a:pt x="277" y="0"/>
                  </a:lnTo>
                  <a:lnTo>
                    <a:pt x="276" y="0"/>
                  </a:lnTo>
                  <a:lnTo>
                    <a:pt x="275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39" y="0"/>
                  </a:lnTo>
                  <a:lnTo>
                    <a:pt x="229" y="1"/>
                  </a:lnTo>
                  <a:lnTo>
                    <a:pt x="207" y="8"/>
                  </a:lnTo>
                  <a:lnTo>
                    <a:pt x="188" y="21"/>
                  </a:lnTo>
                  <a:lnTo>
                    <a:pt x="175" y="40"/>
                  </a:lnTo>
                  <a:lnTo>
                    <a:pt x="171" y="50"/>
                  </a:lnTo>
                  <a:lnTo>
                    <a:pt x="3" y="573"/>
                  </a:lnTo>
                  <a:lnTo>
                    <a:pt x="0" y="585"/>
                  </a:lnTo>
                  <a:lnTo>
                    <a:pt x="3" y="606"/>
                  </a:lnTo>
                  <a:lnTo>
                    <a:pt x="9" y="615"/>
                  </a:lnTo>
                  <a:lnTo>
                    <a:pt x="16" y="624"/>
                  </a:lnTo>
                  <a:lnTo>
                    <a:pt x="36" y="634"/>
                  </a:lnTo>
                  <a:lnTo>
                    <a:pt x="47" y="634"/>
                  </a:lnTo>
                  <a:lnTo>
                    <a:pt x="73" y="634"/>
                  </a:lnTo>
                  <a:lnTo>
                    <a:pt x="85" y="634"/>
                  </a:lnTo>
                  <a:lnTo>
                    <a:pt x="106" y="626"/>
                  </a:lnTo>
                  <a:lnTo>
                    <a:pt x="125" y="612"/>
                  </a:lnTo>
                  <a:lnTo>
                    <a:pt x="138" y="595"/>
                  </a:lnTo>
                  <a:lnTo>
                    <a:pt x="142" y="585"/>
                  </a:lnTo>
                  <a:lnTo>
                    <a:pt x="220" y="351"/>
                  </a:lnTo>
                  <a:lnTo>
                    <a:pt x="220" y="477"/>
                  </a:lnTo>
                  <a:lnTo>
                    <a:pt x="201" y="490"/>
                  </a:lnTo>
                  <a:lnTo>
                    <a:pt x="188" y="507"/>
                  </a:lnTo>
                  <a:lnTo>
                    <a:pt x="62" y="732"/>
                  </a:lnTo>
                  <a:lnTo>
                    <a:pt x="57" y="742"/>
                  </a:lnTo>
                  <a:lnTo>
                    <a:pt x="55" y="765"/>
                  </a:lnTo>
                  <a:lnTo>
                    <a:pt x="59" y="775"/>
                  </a:lnTo>
                  <a:lnTo>
                    <a:pt x="63" y="785"/>
                  </a:lnTo>
                  <a:lnTo>
                    <a:pt x="80" y="799"/>
                  </a:lnTo>
                  <a:lnTo>
                    <a:pt x="92" y="802"/>
                  </a:lnTo>
                  <a:lnTo>
                    <a:pt x="231" y="837"/>
                  </a:lnTo>
                  <a:lnTo>
                    <a:pt x="231" y="1395"/>
                  </a:lnTo>
                  <a:lnTo>
                    <a:pt x="231" y="1410"/>
                  </a:lnTo>
                  <a:lnTo>
                    <a:pt x="243" y="1438"/>
                  </a:lnTo>
                  <a:lnTo>
                    <a:pt x="264" y="1458"/>
                  </a:lnTo>
                  <a:lnTo>
                    <a:pt x="292" y="1471"/>
                  </a:lnTo>
                  <a:lnTo>
                    <a:pt x="308" y="1471"/>
                  </a:lnTo>
                  <a:lnTo>
                    <a:pt x="326" y="1471"/>
                  </a:lnTo>
                  <a:lnTo>
                    <a:pt x="342" y="1471"/>
                  </a:lnTo>
                  <a:lnTo>
                    <a:pt x="369" y="1458"/>
                  </a:lnTo>
                  <a:lnTo>
                    <a:pt x="390" y="1438"/>
                  </a:lnTo>
                  <a:lnTo>
                    <a:pt x="402" y="1410"/>
                  </a:lnTo>
                  <a:lnTo>
                    <a:pt x="402" y="1395"/>
                  </a:lnTo>
                  <a:lnTo>
                    <a:pt x="402" y="879"/>
                  </a:lnTo>
                  <a:lnTo>
                    <a:pt x="413" y="879"/>
                  </a:lnTo>
                  <a:lnTo>
                    <a:pt x="424" y="880"/>
                  </a:lnTo>
                  <a:lnTo>
                    <a:pt x="437" y="879"/>
                  </a:lnTo>
                  <a:lnTo>
                    <a:pt x="448" y="877"/>
                  </a:lnTo>
                  <a:lnTo>
                    <a:pt x="448" y="1395"/>
                  </a:lnTo>
                  <a:lnTo>
                    <a:pt x="450" y="1410"/>
                  </a:lnTo>
                  <a:lnTo>
                    <a:pt x="461" y="1438"/>
                  </a:lnTo>
                  <a:lnTo>
                    <a:pt x="483" y="1458"/>
                  </a:lnTo>
                  <a:lnTo>
                    <a:pt x="510" y="1471"/>
                  </a:lnTo>
                  <a:lnTo>
                    <a:pt x="526" y="1471"/>
                  </a:lnTo>
                  <a:lnTo>
                    <a:pt x="545" y="1471"/>
                  </a:lnTo>
                  <a:lnTo>
                    <a:pt x="561" y="1471"/>
                  </a:lnTo>
                  <a:lnTo>
                    <a:pt x="588" y="1458"/>
                  </a:lnTo>
                  <a:lnTo>
                    <a:pt x="608" y="1438"/>
                  </a:lnTo>
                  <a:lnTo>
                    <a:pt x="620" y="1410"/>
                  </a:lnTo>
                  <a:lnTo>
                    <a:pt x="621" y="1395"/>
                  </a:lnTo>
                  <a:lnTo>
                    <a:pt x="621" y="835"/>
                  </a:lnTo>
                  <a:lnTo>
                    <a:pt x="746" y="802"/>
                  </a:lnTo>
                  <a:lnTo>
                    <a:pt x="758" y="799"/>
                  </a:lnTo>
                  <a:lnTo>
                    <a:pt x="775" y="785"/>
                  </a:lnTo>
                  <a:lnTo>
                    <a:pt x="781" y="775"/>
                  </a:lnTo>
                  <a:lnTo>
                    <a:pt x="783" y="765"/>
                  </a:lnTo>
                  <a:lnTo>
                    <a:pt x="782" y="742"/>
                  </a:lnTo>
                  <a:lnTo>
                    <a:pt x="776" y="732"/>
                  </a:lnTo>
                  <a:lnTo>
                    <a:pt x="650" y="507"/>
                  </a:lnTo>
                  <a:lnTo>
                    <a:pt x="638" y="490"/>
                  </a:lnTo>
                  <a:lnTo>
                    <a:pt x="620" y="477"/>
                  </a:lnTo>
                  <a:lnTo>
                    <a:pt x="620" y="344"/>
                  </a:lnTo>
                  <a:lnTo>
                    <a:pt x="701" y="585"/>
                  </a:lnTo>
                  <a:lnTo>
                    <a:pt x="706" y="595"/>
                  </a:lnTo>
                  <a:lnTo>
                    <a:pt x="720" y="614"/>
                  </a:lnTo>
                  <a:lnTo>
                    <a:pt x="739" y="626"/>
                  </a:lnTo>
                  <a:lnTo>
                    <a:pt x="760" y="634"/>
                  </a:lnTo>
                  <a:lnTo>
                    <a:pt x="770" y="634"/>
                  </a:lnTo>
                  <a:lnTo>
                    <a:pt x="798" y="634"/>
                  </a:lnTo>
                  <a:lnTo>
                    <a:pt x="809" y="634"/>
                  </a:lnTo>
                  <a:lnTo>
                    <a:pt x="829" y="624"/>
                  </a:lnTo>
                  <a:lnTo>
                    <a:pt x="837" y="615"/>
                  </a:lnTo>
                  <a:lnTo>
                    <a:pt x="842" y="606"/>
                  </a:lnTo>
                  <a:lnTo>
                    <a:pt x="845" y="585"/>
                  </a:lnTo>
                  <a:lnTo>
                    <a:pt x="842" y="5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0" name="Group 9">
            <a:extLst>
              <a:ext uri="{FF2B5EF4-FFF2-40B4-BE49-F238E27FC236}">
                <a16:creationId xmlns:a16="http://schemas.microsoft.com/office/drawing/2014/main" id="{7AE25FCC-C9A2-93A9-050B-339B31DA2DB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950428" y="2183582"/>
            <a:ext cx="319185" cy="718732"/>
            <a:chOff x="4426" y="2133"/>
            <a:chExt cx="282" cy="635"/>
          </a:xfrm>
          <a:solidFill>
            <a:schemeClr val="bg1">
              <a:lumMod val="85000"/>
            </a:schemeClr>
          </a:solidFill>
        </p:grpSpPr>
        <p:sp>
          <p:nvSpPr>
            <p:cNvPr id="61" name="Freeform 10">
              <a:extLst>
                <a:ext uri="{FF2B5EF4-FFF2-40B4-BE49-F238E27FC236}">
                  <a16:creationId xmlns:a16="http://schemas.microsoft.com/office/drawing/2014/main" id="{950BC532-1BC4-2FBB-F042-72BDAF92A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3" y="2133"/>
              <a:ext cx="126" cy="126"/>
            </a:xfrm>
            <a:custGeom>
              <a:avLst/>
              <a:gdLst>
                <a:gd name="T0" fmla="*/ 189 w 377"/>
                <a:gd name="T1" fmla="*/ 377 h 377"/>
                <a:gd name="T2" fmla="*/ 207 w 377"/>
                <a:gd name="T3" fmla="*/ 376 h 377"/>
                <a:gd name="T4" fmla="*/ 245 w 377"/>
                <a:gd name="T5" fmla="*/ 369 h 377"/>
                <a:gd name="T6" fmla="*/ 278 w 377"/>
                <a:gd name="T7" fmla="*/ 354 h 377"/>
                <a:gd name="T8" fmla="*/ 308 w 377"/>
                <a:gd name="T9" fmla="*/ 334 h 377"/>
                <a:gd name="T10" fmla="*/ 334 w 377"/>
                <a:gd name="T11" fmla="*/ 308 h 377"/>
                <a:gd name="T12" fmla="*/ 354 w 377"/>
                <a:gd name="T13" fmla="*/ 278 h 377"/>
                <a:gd name="T14" fmla="*/ 368 w 377"/>
                <a:gd name="T15" fmla="*/ 245 h 377"/>
                <a:gd name="T16" fmla="*/ 376 w 377"/>
                <a:gd name="T17" fmla="*/ 207 h 377"/>
                <a:gd name="T18" fmla="*/ 377 w 377"/>
                <a:gd name="T19" fmla="*/ 189 h 377"/>
                <a:gd name="T20" fmla="*/ 376 w 377"/>
                <a:gd name="T21" fmla="*/ 168 h 377"/>
                <a:gd name="T22" fmla="*/ 368 w 377"/>
                <a:gd name="T23" fmla="*/ 132 h 377"/>
                <a:gd name="T24" fmla="*/ 354 w 377"/>
                <a:gd name="T25" fmla="*/ 98 h 377"/>
                <a:gd name="T26" fmla="*/ 334 w 377"/>
                <a:gd name="T27" fmla="*/ 68 h 377"/>
                <a:gd name="T28" fmla="*/ 308 w 377"/>
                <a:gd name="T29" fmla="*/ 42 h 377"/>
                <a:gd name="T30" fmla="*/ 278 w 377"/>
                <a:gd name="T31" fmla="*/ 21 h 377"/>
                <a:gd name="T32" fmla="*/ 245 w 377"/>
                <a:gd name="T33" fmla="*/ 7 h 377"/>
                <a:gd name="T34" fmla="*/ 207 w 377"/>
                <a:gd name="T35" fmla="*/ 0 h 377"/>
                <a:gd name="T36" fmla="*/ 189 w 377"/>
                <a:gd name="T37" fmla="*/ 0 h 377"/>
                <a:gd name="T38" fmla="*/ 169 w 377"/>
                <a:gd name="T39" fmla="*/ 0 h 377"/>
                <a:gd name="T40" fmla="*/ 133 w 377"/>
                <a:gd name="T41" fmla="*/ 7 h 377"/>
                <a:gd name="T42" fmla="*/ 98 w 377"/>
                <a:gd name="T43" fmla="*/ 21 h 377"/>
                <a:gd name="T44" fmla="*/ 68 w 377"/>
                <a:gd name="T45" fmla="*/ 42 h 377"/>
                <a:gd name="T46" fmla="*/ 42 w 377"/>
                <a:gd name="T47" fmla="*/ 68 h 377"/>
                <a:gd name="T48" fmla="*/ 22 w 377"/>
                <a:gd name="T49" fmla="*/ 98 h 377"/>
                <a:gd name="T50" fmla="*/ 8 w 377"/>
                <a:gd name="T51" fmla="*/ 132 h 377"/>
                <a:gd name="T52" fmla="*/ 0 w 377"/>
                <a:gd name="T53" fmla="*/ 168 h 377"/>
                <a:gd name="T54" fmla="*/ 0 w 377"/>
                <a:gd name="T55" fmla="*/ 189 h 377"/>
                <a:gd name="T56" fmla="*/ 0 w 377"/>
                <a:gd name="T57" fmla="*/ 207 h 377"/>
                <a:gd name="T58" fmla="*/ 8 w 377"/>
                <a:gd name="T59" fmla="*/ 245 h 377"/>
                <a:gd name="T60" fmla="*/ 22 w 377"/>
                <a:gd name="T61" fmla="*/ 278 h 377"/>
                <a:gd name="T62" fmla="*/ 42 w 377"/>
                <a:gd name="T63" fmla="*/ 308 h 377"/>
                <a:gd name="T64" fmla="*/ 68 w 377"/>
                <a:gd name="T65" fmla="*/ 334 h 377"/>
                <a:gd name="T66" fmla="*/ 98 w 377"/>
                <a:gd name="T67" fmla="*/ 354 h 377"/>
                <a:gd name="T68" fmla="*/ 133 w 377"/>
                <a:gd name="T69" fmla="*/ 369 h 377"/>
                <a:gd name="T70" fmla="*/ 169 w 377"/>
                <a:gd name="T71" fmla="*/ 376 h 377"/>
                <a:gd name="T72" fmla="*/ 189 w 377"/>
                <a:gd name="T73" fmla="*/ 377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77" h="377">
                  <a:moveTo>
                    <a:pt x="189" y="377"/>
                  </a:moveTo>
                  <a:lnTo>
                    <a:pt x="207" y="376"/>
                  </a:lnTo>
                  <a:lnTo>
                    <a:pt x="245" y="369"/>
                  </a:lnTo>
                  <a:lnTo>
                    <a:pt x="278" y="354"/>
                  </a:lnTo>
                  <a:lnTo>
                    <a:pt x="308" y="334"/>
                  </a:lnTo>
                  <a:lnTo>
                    <a:pt x="334" y="308"/>
                  </a:lnTo>
                  <a:lnTo>
                    <a:pt x="354" y="278"/>
                  </a:lnTo>
                  <a:lnTo>
                    <a:pt x="368" y="245"/>
                  </a:lnTo>
                  <a:lnTo>
                    <a:pt x="376" y="207"/>
                  </a:lnTo>
                  <a:lnTo>
                    <a:pt x="377" y="189"/>
                  </a:lnTo>
                  <a:lnTo>
                    <a:pt x="376" y="168"/>
                  </a:lnTo>
                  <a:lnTo>
                    <a:pt x="368" y="132"/>
                  </a:lnTo>
                  <a:lnTo>
                    <a:pt x="354" y="98"/>
                  </a:lnTo>
                  <a:lnTo>
                    <a:pt x="334" y="68"/>
                  </a:lnTo>
                  <a:lnTo>
                    <a:pt x="308" y="42"/>
                  </a:lnTo>
                  <a:lnTo>
                    <a:pt x="278" y="21"/>
                  </a:lnTo>
                  <a:lnTo>
                    <a:pt x="245" y="7"/>
                  </a:lnTo>
                  <a:lnTo>
                    <a:pt x="207" y="0"/>
                  </a:lnTo>
                  <a:lnTo>
                    <a:pt x="189" y="0"/>
                  </a:lnTo>
                  <a:lnTo>
                    <a:pt x="169" y="0"/>
                  </a:lnTo>
                  <a:lnTo>
                    <a:pt x="133" y="7"/>
                  </a:lnTo>
                  <a:lnTo>
                    <a:pt x="98" y="21"/>
                  </a:lnTo>
                  <a:lnTo>
                    <a:pt x="68" y="42"/>
                  </a:lnTo>
                  <a:lnTo>
                    <a:pt x="42" y="68"/>
                  </a:lnTo>
                  <a:lnTo>
                    <a:pt x="22" y="98"/>
                  </a:lnTo>
                  <a:lnTo>
                    <a:pt x="8" y="132"/>
                  </a:lnTo>
                  <a:lnTo>
                    <a:pt x="0" y="168"/>
                  </a:lnTo>
                  <a:lnTo>
                    <a:pt x="0" y="189"/>
                  </a:lnTo>
                  <a:lnTo>
                    <a:pt x="0" y="207"/>
                  </a:lnTo>
                  <a:lnTo>
                    <a:pt x="8" y="245"/>
                  </a:lnTo>
                  <a:lnTo>
                    <a:pt x="22" y="278"/>
                  </a:lnTo>
                  <a:lnTo>
                    <a:pt x="42" y="308"/>
                  </a:lnTo>
                  <a:lnTo>
                    <a:pt x="68" y="334"/>
                  </a:lnTo>
                  <a:lnTo>
                    <a:pt x="98" y="354"/>
                  </a:lnTo>
                  <a:lnTo>
                    <a:pt x="133" y="369"/>
                  </a:lnTo>
                  <a:lnTo>
                    <a:pt x="169" y="376"/>
                  </a:lnTo>
                  <a:lnTo>
                    <a:pt x="189" y="3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2" name="Freeform 11">
              <a:extLst>
                <a:ext uri="{FF2B5EF4-FFF2-40B4-BE49-F238E27FC236}">
                  <a16:creationId xmlns:a16="http://schemas.microsoft.com/office/drawing/2014/main" id="{817AA40D-2D19-C791-5219-A6728382F9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6" y="2278"/>
              <a:ext cx="282" cy="490"/>
            </a:xfrm>
            <a:custGeom>
              <a:avLst/>
              <a:gdLst>
                <a:gd name="T0" fmla="*/ 674 w 845"/>
                <a:gd name="T1" fmla="*/ 50 h 1471"/>
                <a:gd name="T2" fmla="*/ 657 w 845"/>
                <a:gd name="T3" fmla="*/ 21 h 1471"/>
                <a:gd name="T4" fmla="*/ 617 w 845"/>
                <a:gd name="T5" fmla="*/ 1 h 1471"/>
                <a:gd name="T6" fmla="*/ 565 w 845"/>
                <a:gd name="T7" fmla="*/ 0 h 1471"/>
                <a:gd name="T8" fmla="*/ 563 w 845"/>
                <a:gd name="T9" fmla="*/ 0 h 1471"/>
                <a:gd name="T10" fmla="*/ 562 w 845"/>
                <a:gd name="T11" fmla="*/ 0 h 1471"/>
                <a:gd name="T12" fmla="*/ 276 w 845"/>
                <a:gd name="T13" fmla="*/ 0 h 1471"/>
                <a:gd name="T14" fmla="*/ 273 w 845"/>
                <a:gd name="T15" fmla="*/ 0 h 1471"/>
                <a:gd name="T16" fmla="*/ 239 w 845"/>
                <a:gd name="T17" fmla="*/ 0 h 1471"/>
                <a:gd name="T18" fmla="*/ 207 w 845"/>
                <a:gd name="T19" fmla="*/ 8 h 1471"/>
                <a:gd name="T20" fmla="*/ 175 w 845"/>
                <a:gd name="T21" fmla="*/ 40 h 1471"/>
                <a:gd name="T22" fmla="*/ 3 w 845"/>
                <a:gd name="T23" fmla="*/ 573 h 1471"/>
                <a:gd name="T24" fmla="*/ 3 w 845"/>
                <a:gd name="T25" fmla="*/ 606 h 1471"/>
                <a:gd name="T26" fmla="*/ 16 w 845"/>
                <a:gd name="T27" fmla="*/ 624 h 1471"/>
                <a:gd name="T28" fmla="*/ 47 w 845"/>
                <a:gd name="T29" fmla="*/ 634 h 1471"/>
                <a:gd name="T30" fmla="*/ 85 w 845"/>
                <a:gd name="T31" fmla="*/ 634 h 1471"/>
                <a:gd name="T32" fmla="*/ 125 w 845"/>
                <a:gd name="T33" fmla="*/ 612 h 1471"/>
                <a:gd name="T34" fmla="*/ 142 w 845"/>
                <a:gd name="T35" fmla="*/ 585 h 1471"/>
                <a:gd name="T36" fmla="*/ 220 w 845"/>
                <a:gd name="T37" fmla="*/ 477 h 1471"/>
                <a:gd name="T38" fmla="*/ 188 w 845"/>
                <a:gd name="T39" fmla="*/ 507 h 1471"/>
                <a:gd name="T40" fmla="*/ 57 w 845"/>
                <a:gd name="T41" fmla="*/ 742 h 1471"/>
                <a:gd name="T42" fmla="*/ 59 w 845"/>
                <a:gd name="T43" fmla="*/ 775 h 1471"/>
                <a:gd name="T44" fmla="*/ 80 w 845"/>
                <a:gd name="T45" fmla="*/ 799 h 1471"/>
                <a:gd name="T46" fmla="*/ 231 w 845"/>
                <a:gd name="T47" fmla="*/ 837 h 1471"/>
                <a:gd name="T48" fmla="*/ 231 w 845"/>
                <a:gd name="T49" fmla="*/ 1410 h 1471"/>
                <a:gd name="T50" fmla="*/ 264 w 845"/>
                <a:gd name="T51" fmla="*/ 1458 h 1471"/>
                <a:gd name="T52" fmla="*/ 308 w 845"/>
                <a:gd name="T53" fmla="*/ 1471 h 1471"/>
                <a:gd name="T54" fmla="*/ 342 w 845"/>
                <a:gd name="T55" fmla="*/ 1471 h 1471"/>
                <a:gd name="T56" fmla="*/ 390 w 845"/>
                <a:gd name="T57" fmla="*/ 1438 h 1471"/>
                <a:gd name="T58" fmla="*/ 402 w 845"/>
                <a:gd name="T59" fmla="*/ 1395 h 1471"/>
                <a:gd name="T60" fmla="*/ 413 w 845"/>
                <a:gd name="T61" fmla="*/ 879 h 1471"/>
                <a:gd name="T62" fmla="*/ 437 w 845"/>
                <a:gd name="T63" fmla="*/ 879 h 1471"/>
                <a:gd name="T64" fmla="*/ 448 w 845"/>
                <a:gd name="T65" fmla="*/ 1395 h 1471"/>
                <a:gd name="T66" fmla="*/ 461 w 845"/>
                <a:gd name="T67" fmla="*/ 1438 h 1471"/>
                <a:gd name="T68" fmla="*/ 510 w 845"/>
                <a:gd name="T69" fmla="*/ 1471 h 1471"/>
                <a:gd name="T70" fmla="*/ 545 w 845"/>
                <a:gd name="T71" fmla="*/ 1471 h 1471"/>
                <a:gd name="T72" fmla="*/ 588 w 845"/>
                <a:gd name="T73" fmla="*/ 1458 h 1471"/>
                <a:gd name="T74" fmla="*/ 620 w 845"/>
                <a:gd name="T75" fmla="*/ 1410 h 1471"/>
                <a:gd name="T76" fmla="*/ 621 w 845"/>
                <a:gd name="T77" fmla="*/ 835 h 1471"/>
                <a:gd name="T78" fmla="*/ 758 w 845"/>
                <a:gd name="T79" fmla="*/ 799 h 1471"/>
                <a:gd name="T80" fmla="*/ 781 w 845"/>
                <a:gd name="T81" fmla="*/ 775 h 1471"/>
                <a:gd name="T82" fmla="*/ 782 w 845"/>
                <a:gd name="T83" fmla="*/ 742 h 1471"/>
                <a:gd name="T84" fmla="*/ 650 w 845"/>
                <a:gd name="T85" fmla="*/ 507 h 1471"/>
                <a:gd name="T86" fmla="*/ 620 w 845"/>
                <a:gd name="T87" fmla="*/ 477 h 1471"/>
                <a:gd name="T88" fmla="*/ 701 w 845"/>
                <a:gd name="T89" fmla="*/ 585 h 1471"/>
                <a:gd name="T90" fmla="*/ 720 w 845"/>
                <a:gd name="T91" fmla="*/ 614 h 1471"/>
                <a:gd name="T92" fmla="*/ 760 w 845"/>
                <a:gd name="T93" fmla="*/ 634 h 1471"/>
                <a:gd name="T94" fmla="*/ 798 w 845"/>
                <a:gd name="T95" fmla="*/ 634 h 1471"/>
                <a:gd name="T96" fmla="*/ 829 w 845"/>
                <a:gd name="T97" fmla="*/ 624 h 1471"/>
                <a:gd name="T98" fmla="*/ 842 w 845"/>
                <a:gd name="T99" fmla="*/ 606 h 1471"/>
                <a:gd name="T100" fmla="*/ 842 w 845"/>
                <a:gd name="T101" fmla="*/ 573 h 1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45" h="1471">
                  <a:moveTo>
                    <a:pt x="842" y="573"/>
                  </a:moveTo>
                  <a:lnTo>
                    <a:pt x="674" y="50"/>
                  </a:lnTo>
                  <a:lnTo>
                    <a:pt x="670" y="40"/>
                  </a:lnTo>
                  <a:lnTo>
                    <a:pt x="657" y="21"/>
                  </a:lnTo>
                  <a:lnTo>
                    <a:pt x="638" y="8"/>
                  </a:lnTo>
                  <a:lnTo>
                    <a:pt x="617" y="1"/>
                  </a:lnTo>
                  <a:lnTo>
                    <a:pt x="605" y="0"/>
                  </a:lnTo>
                  <a:lnTo>
                    <a:pt x="565" y="0"/>
                  </a:lnTo>
                  <a:lnTo>
                    <a:pt x="563" y="0"/>
                  </a:lnTo>
                  <a:lnTo>
                    <a:pt x="563" y="0"/>
                  </a:lnTo>
                  <a:lnTo>
                    <a:pt x="562" y="0"/>
                  </a:lnTo>
                  <a:lnTo>
                    <a:pt x="562" y="0"/>
                  </a:lnTo>
                  <a:lnTo>
                    <a:pt x="277" y="0"/>
                  </a:lnTo>
                  <a:lnTo>
                    <a:pt x="276" y="0"/>
                  </a:lnTo>
                  <a:lnTo>
                    <a:pt x="275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39" y="0"/>
                  </a:lnTo>
                  <a:lnTo>
                    <a:pt x="229" y="1"/>
                  </a:lnTo>
                  <a:lnTo>
                    <a:pt x="207" y="8"/>
                  </a:lnTo>
                  <a:lnTo>
                    <a:pt x="188" y="21"/>
                  </a:lnTo>
                  <a:lnTo>
                    <a:pt x="175" y="40"/>
                  </a:lnTo>
                  <a:lnTo>
                    <a:pt x="171" y="50"/>
                  </a:lnTo>
                  <a:lnTo>
                    <a:pt x="3" y="573"/>
                  </a:lnTo>
                  <a:lnTo>
                    <a:pt x="0" y="585"/>
                  </a:lnTo>
                  <a:lnTo>
                    <a:pt x="3" y="606"/>
                  </a:lnTo>
                  <a:lnTo>
                    <a:pt x="9" y="615"/>
                  </a:lnTo>
                  <a:lnTo>
                    <a:pt x="16" y="624"/>
                  </a:lnTo>
                  <a:lnTo>
                    <a:pt x="36" y="634"/>
                  </a:lnTo>
                  <a:lnTo>
                    <a:pt x="47" y="634"/>
                  </a:lnTo>
                  <a:lnTo>
                    <a:pt x="73" y="634"/>
                  </a:lnTo>
                  <a:lnTo>
                    <a:pt x="85" y="634"/>
                  </a:lnTo>
                  <a:lnTo>
                    <a:pt x="106" y="626"/>
                  </a:lnTo>
                  <a:lnTo>
                    <a:pt x="125" y="612"/>
                  </a:lnTo>
                  <a:lnTo>
                    <a:pt x="138" y="595"/>
                  </a:lnTo>
                  <a:lnTo>
                    <a:pt x="142" y="585"/>
                  </a:lnTo>
                  <a:lnTo>
                    <a:pt x="220" y="351"/>
                  </a:lnTo>
                  <a:lnTo>
                    <a:pt x="220" y="477"/>
                  </a:lnTo>
                  <a:lnTo>
                    <a:pt x="201" y="490"/>
                  </a:lnTo>
                  <a:lnTo>
                    <a:pt x="188" y="507"/>
                  </a:lnTo>
                  <a:lnTo>
                    <a:pt x="62" y="732"/>
                  </a:lnTo>
                  <a:lnTo>
                    <a:pt x="57" y="742"/>
                  </a:lnTo>
                  <a:lnTo>
                    <a:pt x="55" y="765"/>
                  </a:lnTo>
                  <a:lnTo>
                    <a:pt x="59" y="775"/>
                  </a:lnTo>
                  <a:lnTo>
                    <a:pt x="63" y="785"/>
                  </a:lnTo>
                  <a:lnTo>
                    <a:pt x="80" y="799"/>
                  </a:lnTo>
                  <a:lnTo>
                    <a:pt x="92" y="802"/>
                  </a:lnTo>
                  <a:lnTo>
                    <a:pt x="231" y="837"/>
                  </a:lnTo>
                  <a:lnTo>
                    <a:pt x="231" y="1395"/>
                  </a:lnTo>
                  <a:lnTo>
                    <a:pt x="231" y="1410"/>
                  </a:lnTo>
                  <a:lnTo>
                    <a:pt x="243" y="1438"/>
                  </a:lnTo>
                  <a:lnTo>
                    <a:pt x="264" y="1458"/>
                  </a:lnTo>
                  <a:lnTo>
                    <a:pt x="292" y="1471"/>
                  </a:lnTo>
                  <a:lnTo>
                    <a:pt x="308" y="1471"/>
                  </a:lnTo>
                  <a:lnTo>
                    <a:pt x="326" y="1471"/>
                  </a:lnTo>
                  <a:lnTo>
                    <a:pt x="342" y="1471"/>
                  </a:lnTo>
                  <a:lnTo>
                    <a:pt x="369" y="1458"/>
                  </a:lnTo>
                  <a:lnTo>
                    <a:pt x="390" y="1438"/>
                  </a:lnTo>
                  <a:lnTo>
                    <a:pt x="402" y="1410"/>
                  </a:lnTo>
                  <a:lnTo>
                    <a:pt x="402" y="1395"/>
                  </a:lnTo>
                  <a:lnTo>
                    <a:pt x="402" y="879"/>
                  </a:lnTo>
                  <a:lnTo>
                    <a:pt x="413" y="879"/>
                  </a:lnTo>
                  <a:lnTo>
                    <a:pt x="424" y="880"/>
                  </a:lnTo>
                  <a:lnTo>
                    <a:pt x="437" y="879"/>
                  </a:lnTo>
                  <a:lnTo>
                    <a:pt x="448" y="877"/>
                  </a:lnTo>
                  <a:lnTo>
                    <a:pt x="448" y="1395"/>
                  </a:lnTo>
                  <a:lnTo>
                    <a:pt x="450" y="1410"/>
                  </a:lnTo>
                  <a:lnTo>
                    <a:pt x="461" y="1438"/>
                  </a:lnTo>
                  <a:lnTo>
                    <a:pt x="483" y="1458"/>
                  </a:lnTo>
                  <a:lnTo>
                    <a:pt x="510" y="1471"/>
                  </a:lnTo>
                  <a:lnTo>
                    <a:pt x="526" y="1471"/>
                  </a:lnTo>
                  <a:lnTo>
                    <a:pt x="545" y="1471"/>
                  </a:lnTo>
                  <a:lnTo>
                    <a:pt x="561" y="1471"/>
                  </a:lnTo>
                  <a:lnTo>
                    <a:pt x="588" y="1458"/>
                  </a:lnTo>
                  <a:lnTo>
                    <a:pt x="608" y="1438"/>
                  </a:lnTo>
                  <a:lnTo>
                    <a:pt x="620" y="1410"/>
                  </a:lnTo>
                  <a:lnTo>
                    <a:pt x="621" y="1395"/>
                  </a:lnTo>
                  <a:lnTo>
                    <a:pt x="621" y="835"/>
                  </a:lnTo>
                  <a:lnTo>
                    <a:pt x="746" y="802"/>
                  </a:lnTo>
                  <a:lnTo>
                    <a:pt x="758" y="799"/>
                  </a:lnTo>
                  <a:lnTo>
                    <a:pt x="775" y="785"/>
                  </a:lnTo>
                  <a:lnTo>
                    <a:pt x="781" y="775"/>
                  </a:lnTo>
                  <a:lnTo>
                    <a:pt x="783" y="765"/>
                  </a:lnTo>
                  <a:lnTo>
                    <a:pt x="782" y="742"/>
                  </a:lnTo>
                  <a:lnTo>
                    <a:pt x="776" y="732"/>
                  </a:lnTo>
                  <a:lnTo>
                    <a:pt x="650" y="507"/>
                  </a:lnTo>
                  <a:lnTo>
                    <a:pt x="638" y="490"/>
                  </a:lnTo>
                  <a:lnTo>
                    <a:pt x="620" y="477"/>
                  </a:lnTo>
                  <a:lnTo>
                    <a:pt x="620" y="344"/>
                  </a:lnTo>
                  <a:lnTo>
                    <a:pt x="701" y="585"/>
                  </a:lnTo>
                  <a:lnTo>
                    <a:pt x="706" y="595"/>
                  </a:lnTo>
                  <a:lnTo>
                    <a:pt x="720" y="614"/>
                  </a:lnTo>
                  <a:lnTo>
                    <a:pt x="739" y="626"/>
                  </a:lnTo>
                  <a:lnTo>
                    <a:pt x="760" y="634"/>
                  </a:lnTo>
                  <a:lnTo>
                    <a:pt x="770" y="634"/>
                  </a:lnTo>
                  <a:lnTo>
                    <a:pt x="798" y="634"/>
                  </a:lnTo>
                  <a:lnTo>
                    <a:pt x="809" y="634"/>
                  </a:lnTo>
                  <a:lnTo>
                    <a:pt x="829" y="624"/>
                  </a:lnTo>
                  <a:lnTo>
                    <a:pt x="837" y="615"/>
                  </a:lnTo>
                  <a:lnTo>
                    <a:pt x="842" y="606"/>
                  </a:lnTo>
                  <a:lnTo>
                    <a:pt x="845" y="585"/>
                  </a:lnTo>
                  <a:lnTo>
                    <a:pt x="842" y="5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3" name="Group 9">
            <a:extLst>
              <a:ext uri="{FF2B5EF4-FFF2-40B4-BE49-F238E27FC236}">
                <a16:creationId xmlns:a16="http://schemas.microsoft.com/office/drawing/2014/main" id="{3A72118C-ECC8-99F6-BC97-799F385C7CE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18218" y="2186269"/>
            <a:ext cx="319185" cy="718732"/>
            <a:chOff x="4426" y="2133"/>
            <a:chExt cx="282" cy="635"/>
          </a:xfrm>
          <a:solidFill>
            <a:schemeClr val="bg1">
              <a:lumMod val="85000"/>
            </a:schemeClr>
          </a:solidFill>
        </p:grpSpPr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86C2AD40-6AE2-5C7E-2A2A-AFFD717B84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3" y="2133"/>
              <a:ext cx="126" cy="126"/>
            </a:xfrm>
            <a:custGeom>
              <a:avLst/>
              <a:gdLst>
                <a:gd name="T0" fmla="*/ 189 w 377"/>
                <a:gd name="T1" fmla="*/ 377 h 377"/>
                <a:gd name="T2" fmla="*/ 207 w 377"/>
                <a:gd name="T3" fmla="*/ 376 h 377"/>
                <a:gd name="T4" fmla="*/ 245 w 377"/>
                <a:gd name="T5" fmla="*/ 369 h 377"/>
                <a:gd name="T6" fmla="*/ 278 w 377"/>
                <a:gd name="T7" fmla="*/ 354 h 377"/>
                <a:gd name="T8" fmla="*/ 308 w 377"/>
                <a:gd name="T9" fmla="*/ 334 h 377"/>
                <a:gd name="T10" fmla="*/ 334 w 377"/>
                <a:gd name="T11" fmla="*/ 308 h 377"/>
                <a:gd name="T12" fmla="*/ 354 w 377"/>
                <a:gd name="T13" fmla="*/ 278 h 377"/>
                <a:gd name="T14" fmla="*/ 368 w 377"/>
                <a:gd name="T15" fmla="*/ 245 h 377"/>
                <a:gd name="T16" fmla="*/ 376 w 377"/>
                <a:gd name="T17" fmla="*/ 207 h 377"/>
                <a:gd name="T18" fmla="*/ 377 w 377"/>
                <a:gd name="T19" fmla="*/ 189 h 377"/>
                <a:gd name="T20" fmla="*/ 376 w 377"/>
                <a:gd name="T21" fmla="*/ 168 h 377"/>
                <a:gd name="T22" fmla="*/ 368 w 377"/>
                <a:gd name="T23" fmla="*/ 132 h 377"/>
                <a:gd name="T24" fmla="*/ 354 w 377"/>
                <a:gd name="T25" fmla="*/ 98 h 377"/>
                <a:gd name="T26" fmla="*/ 334 w 377"/>
                <a:gd name="T27" fmla="*/ 68 h 377"/>
                <a:gd name="T28" fmla="*/ 308 w 377"/>
                <a:gd name="T29" fmla="*/ 42 h 377"/>
                <a:gd name="T30" fmla="*/ 278 w 377"/>
                <a:gd name="T31" fmla="*/ 21 h 377"/>
                <a:gd name="T32" fmla="*/ 245 w 377"/>
                <a:gd name="T33" fmla="*/ 7 h 377"/>
                <a:gd name="T34" fmla="*/ 207 w 377"/>
                <a:gd name="T35" fmla="*/ 0 h 377"/>
                <a:gd name="T36" fmla="*/ 189 w 377"/>
                <a:gd name="T37" fmla="*/ 0 h 377"/>
                <a:gd name="T38" fmla="*/ 169 w 377"/>
                <a:gd name="T39" fmla="*/ 0 h 377"/>
                <a:gd name="T40" fmla="*/ 133 w 377"/>
                <a:gd name="T41" fmla="*/ 7 h 377"/>
                <a:gd name="T42" fmla="*/ 98 w 377"/>
                <a:gd name="T43" fmla="*/ 21 h 377"/>
                <a:gd name="T44" fmla="*/ 68 w 377"/>
                <a:gd name="T45" fmla="*/ 42 h 377"/>
                <a:gd name="T46" fmla="*/ 42 w 377"/>
                <a:gd name="T47" fmla="*/ 68 h 377"/>
                <a:gd name="T48" fmla="*/ 22 w 377"/>
                <a:gd name="T49" fmla="*/ 98 h 377"/>
                <a:gd name="T50" fmla="*/ 8 w 377"/>
                <a:gd name="T51" fmla="*/ 132 h 377"/>
                <a:gd name="T52" fmla="*/ 0 w 377"/>
                <a:gd name="T53" fmla="*/ 168 h 377"/>
                <a:gd name="T54" fmla="*/ 0 w 377"/>
                <a:gd name="T55" fmla="*/ 189 h 377"/>
                <a:gd name="T56" fmla="*/ 0 w 377"/>
                <a:gd name="T57" fmla="*/ 207 h 377"/>
                <a:gd name="T58" fmla="*/ 8 w 377"/>
                <a:gd name="T59" fmla="*/ 245 h 377"/>
                <a:gd name="T60" fmla="*/ 22 w 377"/>
                <a:gd name="T61" fmla="*/ 278 h 377"/>
                <a:gd name="T62" fmla="*/ 42 w 377"/>
                <a:gd name="T63" fmla="*/ 308 h 377"/>
                <a:gd name="T64" fmla="*/ 68 w 377"/>
                <a:gd name="T65" fmla="*/ 334 h 377"/>
                <a:gd name="T66" fmla="*/ 98 w 377"/>
                <a:gd name="T67" fmla="*/ 354 h 377"/>
                <a:gd name="T68" fmla="*/ 133 w 377"/>
                <a:gd name="T69" fmla="*/ 369 h 377"/>
                <a:gd name="T70" fmla="*/ 169 w 377"/>
                <a:gd name="T71" fmla="*/ 376 h 377"/>
                <a:gd name="T72" fmla="*/ 189 w 377"/>
                <a:gd name="T73" fmla="*/ 377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77" h="377">
                  <a:moveTo>
                    <a:pt x="189" y="377"/>
                  </a:moveTo>
                  <a:lnTo>
                    <a:pt x="207" y="376"/>
                  </a:lnTo>
                  <a:lnTo>
                    <a:pt x="245" y="369"/>
                  </a:lnTo>
                  <a:lnTo>
                    <a:pt x="278" y="354"/>
                  </a:lnTo>
                  <a:lnTo>
                    <a:pt x="308" y="334"/>
                  </a:lnTo>
                  <a:lnTo>
                    <a:pt x="334" y="308"/>
                  </a:lnTo>
                  <a:lnTo>
                    <a:pt x="354" y="278"/>
                  </a:lnTo>
                  <a:lnTo>
                    <a:pt x="368" y="245"/>
                  </a:lnTo>
                  <a:lnTo>
                    <a:pt x="376" y="207"/>
                  </a:lnTo>
                  <a:lnTo>
                    <a:pt x="377" y="189"/>
                  </a:lnTo>
                  <a:lnTo>
                    <a:pt x="376" y="168"/>
                  </a:lnTo>
                  <a:lnTo>
                    <a:pt x="368" y="132"/>
                  </a:lnTo>
                  <a:lnTo>
                    <a:pt x="354" y="98"/>
                  </a:lnTo>
                  <a:lnTo>
                    <a:pt x="334" y="68"/>
                  </a:lnTo>
                  <a:lnTo>
                    <a:pt x="308" y="42"/>
                  </a:lnTo>
                  <a:lnTo>
                    <a:pt x="278" y="21"/>
                  </a:lnTo>
                  <a:lnTo>
                    <a:pt x="245" y="7"/>
                  </a:lnTo>
                  <a:lnTo>
                    <a:pt x="207" y="0"/>
                  </a:lnTo>
                  <a:lnTo>
                    <a:pt x="189" y="0"/>
                  </a:lnTo>
                  <a:lnTo>
                    <a:pt x="169" y="0"/>
                  </a:lnTo>
                  <a:lnTo>
                    <a:pt x="133" y="7"/>
                  </a:lnTo>
                  <a:lnTo>
                    <a:pt x="98" y="21"/>
                  </a:lnTo>
                  <a:lnTo>
                    <a:pt x="68" y="42"/>
                  </a:lnTo>
                  <a:lnTo>
                    <a:pt x="42" y="68"/>
                  </a:lnTo>
                  <a:lnTo>
                    <a:pt x="22" y="98"/>
                  </a:lnTo>
                  <a:lnTo>
                    <a:pt x="8" y="132"/>
                  </a:lnTo>
                  <a:lnTo>
                    <a:pt x="0" y="168"/>
                  </a:lnTo>
                  <a:lnTo>
                    <a:pt x="0" y="189"/>
                  </a:lnTo>
                  <a:lnTo>
                    <a:pt x="0" y="207"/>
                  </a:lnTo>
                  <a:lnTo>
                    <a:pt x="8" y="245"/>
                  </a:lnTo>
                  <a:lnTo>
                    <a:pt x="22" y="278"/>
                  </a:lnTo>
                  <a:lnTo>
                    <a:pt x="42" y="308"/>
                  </a:lnTo>
                  <a:lnTo>
                    <a:pt x="68" y="334"/>
                  </a:lnTo>
                  <a:lnTo>
                    <a:pt x="98" y="354"/>
                  </a:lnTo>
                  <a:lnTo>
                    <a:pt x="133" y="369"/>
                  </a:lnTo>
                  <a:lnTo>
                    <a:pt x="169" y="376"/>
                  </a:lnTo>
                  <a:lnTo>
                    <a:pt x="189" y="3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5" name="Freeform 11">
              <a:extLst>
                <a:ext uri="{FF2B5EF4-FFF2-40B4-BE49-F238E27FC236}">
                  <a16:creationId xmlns:a16="http://schemas.microsoft.com/office/drawing/2014/main" id="{56D1C8BD-B63A-FA2D-AF22-99BAC2B01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6" y="2278"/>
              <a:ext cx="282" cy="490"/>
            </a:xfrm>
            <a:custGeom>
              <a:avLst/>
              <a:gdLst>
                <a:gd name="T0" fmla="*/ 674 w 845"/>
                <a:gd name="T1" fmla="*/ 50 h 1471"/>
                <a:gd name="T2" fmla="*/ 657 w 845"/>
                <a:gd name="T3" fmla="*/ 21 h 1471"/>
                <a:gd name="T4" fmla="*/ 617 w 845"/>
                <a:gd name="T5" fmla="*/ 1 h 1471"/>
                <a:gd name="T6" fmla="*/ 565 w 845"/>
                <a:gd name="T7" fmla="*/ 0 h 1471"/>
                <a:gd name="T8" fmla="*/ 563 w 845"/>
                <a:gd name="T9" fmla="*/ 0 h 1471"/>
                <a:gd name="T10" fmla="*/ 562 w 845"/>
                <a:gd name="T11" fmla="*/ 0 h 1471"/>
                <a:gd name="T12" fmla="*/ 276 w 845"/>
                <a:gd name="T13" fmla="*/ 0 h 1471"/>
                <a:gd name="T14" fmla="*/ 273 w 845"/>
                <a:gd name="T15" fmla="*/ 0 h 1471"/>
                <a:gd name="T16" fmla="*/ 239 w 845"/>
                <a:gd name="T17" fmla="*/ 0 h 1471"/>
                <a:gd name="T18" fmla="*/ 207 w 845"/>
                <a:gd name="T19" fmla="*/ 8 h 1471"/>
                <a:gd name="T20" fmla="*/ 175 w 845"/>
                <a:gd name="T21" fmla="*/ 40 h 1471"/>
                <a:gd name="T22" fmla="*/ 3 w 845"/>
                <a:gd name="T23" fmla="*/ 573 h 1471"/>
                <a:gd name="T24" fmla="*/ 3 w 845"/>
                <a:gd name="T25" fmla="*/ 606 h 1471"/>
                <a:gd name="T26" fmla="*/ 16 w 845"/>
                <a:gd name="T27" fmla="*/ 624 h 1471"/>
                <a:gd name="T28" fmla="*/ 47 w 845"/>
                <a:gd name="T29" fmla="*/ 634 h 1471"/>
                <a:gd name="T30" fmla="*/ 85 w 845"/>
                <a:gd name="T31" fmla="*/ 634 h 1471"/>
                <a:gd name="T32" fmla="*/ 125 w 845"/>
                <a:gd name="T33" fmla="*/ 612 h 1471"/>
                <a:gd name="T34" fmla="*/ 142 w 845"/>
                <a:gd name="T35" fmla="*/ 585 h 1471"/>
                <a:gd name="T36" fmla="*/ 220 w 845"/>
                <a:gd name="T37" fmla="*/ 477 h 1471"/>
                <a:gd name="T38" fmla="*/ 188 w 845"/>
                <a:gd name="T39" fmla="*/ 507 h 1471"/>
                <a:gd name="T40" fmla="*/ 57 w 845"/>
                <a:gd name="T41" fmla="*/ 742 h 1471"/>
                <a:gd name="T42" fmla="*/ 59 w 845"/>
                <a:gd name="T43" fmla="*/ 775 h 1471"/>
                <a:gd name="T44" fmla="*/ 80 w 845"/>
                <a:gd name="T45" fmla="*/ 799 h 1471"/>
                <a:gd name="T46" fmla="*/ 231 w 845"/>
                <a:gd name="T47" fmla="*/ 837 h 1471"/>
                <a:gd name="T48" fmla="*/ 231 w 845"/>
                <a:gd name="T49" fmla="*/ 1410 h 1471"/>
                <a:gd name="T50" fmla="*/ 264 w 845"/>
                <a:gd name="T51" fmla="*/ 1458 h 1471"/>
                <a:gd name="T52" fmla="*/ 308 w 845"/>
                <a:gd name="T53" fmla="*/ 1471 h 1471"/>
                <a:gd name="T54" fmla="*/ 342 w 845"/>
                <a:gd name="T55" fmla="*/ 1471 h 1471"/>
                <a:gd name="T56" fmla="*/ 390 w 845"/>
                <a:gd name="T57" fmla="*/ 1438 h 1471"/>
                <a:gd name="T58" fmla="*/ 402 w 845"/>
                <a:gd name="T59" fmla="*/ 1395 h 1471"/>
                <a:gd name="T60" fmla="*/ 413 w 845"/>
                <a:gd name="T61" fmla="*/ 879 h 1471"/>
                <a:gd name="T62" fmla="*/ 437 w 845"/>
                <a:gd name="T63" fmla="*/ 879 h 1471"/>
                <a:gd name="T64" fmla="*/ 448 w 845"/>
                <a:gd name="T65" fmla="*/ 1395 h 1471"/>
                <a:gd name="T66" fmla="*/ 461 w 845"/>
                <a:gd name="T67" fmla="*/ 1438 h 1471"/>
                <a:gd name="T68" fmla="*/ 510 w 845"/>
                <a:gd name="T69" fmla="*/ 1471 h 1471"/>
                <a:gd name="T70" fmla="*/ 545 w 845"/>
                <a:gd name="T71" fmla="*/ 1471 h 1471"/>
                <a:gd name="T72" fmla="*/ 588 w 845"/>
                <a:gd name="T73" fmla="*/ 1458 h 1471"/>
                <a:gd name="T74" fmla="*/ 620 w 845"/>
                <a:gd name="T75" fmla="*/ 1410 h 1471"/>
                <a:gd name="T76" fmla="*/ 621 w 845"/>
                <a:gd name="T77" fmla="*/ 835 h 1471"/>
                <a:gd name="T78" fmla="*/ 758 w 845"/>
                <a:gd name="T79" fmla="*/ 799 h 1471"/>
                <a:gd name="T80" fmla="*/ 781 w 845"/>
                <a:gd name="T81" fmla="*/ 775 h 1471"/>
                <a:gd name="T82" fmla="*/ 782 w 845"/>
                <a:gd name="T83" fmla="*/ 742 h 1471"/>
                <a:gd name="T84" fmla="*/ 650 w 845"/>
                <a:gd name="T85" fmla="*/ 507 h 1471"/>
                <a:gd name="T86" fmla="*/ 620 w 845"/>
                <a:gd name="T87" fmla="*/ 477 h 1471"/>
                <a:gd name="T88" fmla="*/ 701 w 845"/>
                <a:gd name="T89" fmla="*/ 585 h 1471"/>
                <a:gd name="T90" fmla="*/ 720 w 845"/>
                <a:gd name="T91" fmla="*/ 614 h 1471"/>
                <a:gd name="T92" fmla="*/ 760 w 845"/>
                <a:gd name="T93" fmla="*/ 634 h 1471"/>
                <a:gd name="T94" fmla="*/ 798 w 845"/>
                <a:gd name="T95" fmla="*/ 634 h 1471"/>
                <a:gd name="T96" fmla="*/ 829 w 845"/>
                <a:gd name="T97" fmla="*/ 624 h 1471"/>
                <a:gd name="T98" fmla="*/ 842 w 845"/>
                <a:gd name="T99" fmla="*/ 606 h 1471"/>
                <a:gd name="T100" fmla="*/ 842 w 845"/>
                <a:gd name="T101" fmla="*/ 573 h 1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45" h="1471">
                  <a:moveTo>
                    <a:pt x="842" y="573"/>
                  </a:moveTo>
                  <a:lnTo>
                    <a:pt x="674" y="50"/>
                  </a:lnTo>
                  <a:lnTo>
                    <a:pt x="670" y="40"/>
                  </a:lnTo>
                  <a:lnTo>
                    <a:pt x="657" y="21"/>
                  </a:lnTo>
                  <a:lnTo>
                    <a:pt x="638" y="8"/>
                  </a:lnTo>
                  <a:lnTo>
                    <a:pt x="617" y="1"/>
                  </a:lnTo>
                  <a:lnTo>
                    <a:pt x="605" y="0"/>
                  </a:lnTo>
                  <a:lnTo>
                    <a:pt x="565" y="0"/>
                  </a:lnTo>
                  <a:lnTo>
                    <a:pt x="563" y="0"/>
                  </a:lnTo>
                  <a:lnTo>
                    <a:pt x="563" y="0"/>
                  </a:lnTo>
                  <a:lnTo>
                    <a:pt x="562" y="0"/>
                  </a:lnTo>
                  <a:lnTo>
                    <a:pt x="562" y="0"/>
                  </a:lnTo>
                  <a:lnTo>
                    <a:pt x="277" y="0"/>
                  </a:lnTo>
                  <a:lnTo>
                    <a:pt x="276" y="0"/>
                  </a:lnTo>
                  <a:lnTo>
                    <a:pt x="275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39" y="0"/>
                  </a:lnTo>
                  <a:lnTo>
                    <a:pt x="229" y="1"/>
                  </a:lnTo>
                  <a:lnTo>
                    <a:pt x="207" y="8"/>
                  </a:lnTo>
                  <a:lnTo>
                    <a:pt x="188" y="21"/>
                  </a:lnTo>
                  <a:lnTo>
                    <a:pt x="175" y="40"/>
                  </a:lnTo>
                  <a:lnTo>
                    <a:pt x="171" y="50"/>
                  </a:lnTo>
                  <a:lnTo>
                    <a:pt x="3" y="573"/>
                  </a:lnTo>
                  <a:lnTo>
                    <a:pt x="0" y="585"/>
                  </a:lnTo>
                  <a:lnTo>
                    <a:pt x="3" y="606"/>
                  </a:lnTo>
                  <a:lnTo>
                    <a:pt x="9" y="615"/>
                  </a:lnTo>
                  <a:lnTo>
                    <a:pt x="16" y="624"/>
                  </a:lnTo>
                  <a:lnTo>
                    <a:pt x="36" y="634"/>
                  </a:lnTo>
                  <a:lnTo>
                    <a:pt x="47" y="634"/>
                  </a:lnTo>
                  <a:lnTo>
                    <a:pt x="73" y="634"/>
                  </a:lnTo>
                  <a:lnTo>
                    <a:pt x="85" y="634"/>
                  </a:lnTo>
                  <a:lnTo>
                    <a:pt x="106" y="626"/>
                  </a:lnTo>
                  <a:lnTo>
                    <a:pt x="125" y="612"/>
                  </a:lnTo>
                  <a:lnTo>
                    <a:pt x="138" y="595"/>
                  </a:lnTo>
                  <a:lnTo>
                    <a:pt x="142" y="585"/>
                  </a:lnTo>
                  <a:lnTo>
                    <a:pt x="220" y="351"/>
                  </a:lnTo>
                  <a:lnTo>
                    <a:pt x="220" y="477"/>
                  </a:lnTo>
                  <a:lnTo>
                    <a:pt x="201" y="490"/>
                  </a:lnTo>
                  <a:lnTo>
                    <a:pt x="188" y="507"/>
                  </a:lnTo>
                  <a:lnTo>
                    <a:pt x="62" y="732"/>
                  </a:lnTo>
                  <a:lnTo>
                    <a:pt x="57" y="742"/>
                  </a:lnTo>
                  <a:lnTo>
                    <a:pt x="55" y="765"/>
                  </a:lnTo>
                  <a:lnTo>
                    <a:pt x="59" y="775"/>
                  </a:lnTo>
                  <a:lnTo>
                    <a:pt x="63" y="785"/>
                  </a:lnTo>
                  <a:lnTo>
                    <a:pt x="80" y="799"/>
                  </a:lnTo>
                  <a:lnTo>
                    <a:pt x="92" y="802"/>
                  </a:lnTo>
                  <a:lnTo>
                    <a:pt x="231" y="837"/>
                  </a:lnTo>
                  <a:lnTo>
                    <a:pt x="231" y="1395"/>
                  </a:lnTo>
                  <a:lnTo>
                    <a:pt x="231" y="1410"/>
                  </a:lnTo>
                  <a:lnTo>
                    <a:pt x="243" y="1438"/>
                  </a:lnTo>
                  <a:lnTo>
                    <a:pt x="264" y="1458"/>
                  </a:lnTo>
                  <a:lnTo>
                    <a:pt x="292" y="1471"/>
                  </a:lnTo>
                  <a:lnTo>
                    <a:pt x="308" y="1471"/>
                  </a:lnTo>
                  <a:lnTo>
                    <a:pt x="326" y="1471"/>
                  </a:lnTo>
                  <a:lnTo>
                    <a:pt x="342" y="1471"/>
                  </a:lnTo>
                  <a:lnTo>
                    <a:pt x="369" y="1458"/>
                  </a:lnTo>
                  <a:lnTo>
                    <a:pt x="390" y="1438"/>
                  </a:lnTo>
                  <a:lnTo>
                    <a:pt x="402" y="1410"/>
                  </a:lnTo>
                  <a:lnTo>
                    <a:pt x="402" y="1395"/>
                  </a:lnTo>
                  <a:lnTo>
                    <a:pt x="402" y="879"/>
                  </a:lnTo>
                  <a:lnTo>
                    <a:pt x="413" y="879"/>
                  </a:lnTo>
                  <a:lnTo>
                    <a:pt x="424" y="880"/>
                  </a:lnTo>
                  <a:lnTo>
                    <a:pt x="437" y="879"/>
                  </a:lnTo>
                  <a:lnTo>
                    <a:pt x="448" y="877"/>
                  </a:lnTo>
                  <a:lnTo>
                    <a:pt x="448" y="1395"/>
                  </a:lnTo>
                  <a:lnTo>
                    <a:pt x="450" y="1410"/>
                  </a:lnTo>
                  <a:lnTo>
                    <a:pt x="461" y="1438"/>
                  </a:lnTo>
                  <a:lnTo>
                    <a:pt x="483" y="1458"/>
                  </a:lnTo>
                  <a:lnTo>
                    <a:pt x="510" y="1471"/>
                  </a:lnTo>
                  <a:lnTo>
                    <a:pt x="526" y="1471"/>
                  </a:lnTo>
                  <a:lnTo>
                    <a:pt x="545" y="1471"/>
                  </a:lnTo>
                  <a:lnTo>
                    <a:pt x="561" y="1471"/>
                  </a:lnTo>
                  <a:lnTo>
                    <a:pt x="588" y="1458"/>
                  </a:lnTo>
                  <a:lnTo>
                    <a:pt x="608" y="1438"/>
                  </a:lnTo>
                  <a:lnTo>
                    <a:pt x="620" y="1410"/>
                  </a:lnTo>
                  <a:lnTo>
                    <a:pt x="621" y="1395"/>
                  </a:lnTo>
                  <a:lnTo>
                    <a:pt x="621" y="835"/>
                  </a:lnTo>
                  <a:lnTo>
                    <a:pt x="746" y="802"/>
                  </a:lnTo>
                  <a:lnTo>
                    <a:pt x="758" y="799"/>
                  </a:lnTo>
                  <a:lnTo>
                    <a:pt x="775" y="785"/>
                  </a:lnTo>
                  <a:lnTo>
                    <a:pt x="781" y="775"/>
                  </a:lnTo>
                  <a:lnTo>
                    <a:pt x="783" y="765"/>
                  </a:lnTo>
                  <a:lnTo>
                    <a:pt x="782" y="742"/>
                  </a:lnTo>
                  <a:lnTo>
                    <a:pt x="776" y="732"/>
                  </a:lnTo>
                  <a:lnTo>
                    <a:pt x="650" y="507"/>
                  </a:lnTo>
                  <a:lnTo>
                    <a:pt x="638" y="490"/>
                  </a:lnTo>
                  <a:lnTo>
                    <a:pt x="620" y="477"/>
                  </a:lnTo>
                  <a:lnTo>
                    <a:pt x="620" y="344"/>
                  </a:lnTo>
                  <a:lnTo>
                    <a:pt x="701" y="585"/>
                  </a:lnTo>
                  <a:lnTo>
                    <a:pt x="706" y="595"/>
                  </a:lnTo>
                  <a:lnTo>
                    <a:pt x="720" y="614"/>
                  </a:lnTo>
                  <a:lnTo>
                    <a:pt x="739" y="626"/>
                  </a:lnTo>
                  <a:lnTo>
                    <a:pt x="760" y="634"/>
                  </a:lnTo>
                  <a:lnTo>
                    <a:pt x="770" y="634"/>
                  </a:lnTo>
                  <a:lnTo>
                    <a:pt x="798" y="634"/>
                  </a:lnTo>
                  <a:lnTo>
                    <a:pt x="809" y="634"/>
                  </a:lnTo>
                  <a:lnTo>
                    <a:pt x="829" y="624"/>
                  </a:lnTo>
                  <a:lnTo>
                    <a:pt x="837" y="615"/>
                  </a:lnTo>
                  <a:lnTo>
                    <a:pt x="842" y="606"/>
                  </a:lnTo>
                  <a:lnTo>
                    <a:pt x="845" y="585"/>
                  </a:lnTo>
                  <a:lnTo>
                    <a:pt x="842" y="5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F648463-C6E7-C0F8-1A0D-FFD352D8DD40}"/>
              </a:ext>
            </a:extLst>
          </p:cNvPr>
          <p:cNvSpPr/>
          <p:nvPr/>
        </p:nvSpPr>
        <p:spPr>
          <a:xfrm>
            <a:off x="6237807" y="4200685"/>
            <a:ext cx="2130286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23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%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campus life with BIZCAM 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DB612FA7-E46A-A377-51CE-B45210D725BE}"/>
              </a:ext>
            </a:extLst>
          </p:cNvPr>
          <p:cNvSpPr/>
          <p:nvPr/>
        </p:nvSpPr>
        <p:spPr>
          <a:xfrm>
            <a:off x="6245430" y="1738140"/>
            <a:ext cx="2130286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71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%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campus life with BIZCAM </a:t>
            </a: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48E41F26-B7FB-93C9-A296-C9DB645723BB}"/>
              </a:ext>
            </a:extLst>
          </p:cNvPr>
          <p:cNvSpPr/>
          <p:nvPr/>
        </p:nvSpPr>
        <p:spPr>
          <a:xfrm>
            <a:off x="8678391" y="4147501"/>
            <a:ext cx="1440000" cy="1440000"/>
          </a:xfrm>
          <a:prstGeom prst="ellipse">
            <a:avLst/>
          </a:prstGeom>
          <a:solidFill>
            <a:schemeClr val="tx1">
              <a:alpha val="1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3031A008-C1A9-135B-C699-A5611E2B9739}"/>
              </a:ext>
            </a:extLst>
          </p:cNvPr>
          <p:cNvSpPr/>
          <p:nvPr/>
        </p:nvSpPr>
        <p:spPr>
          <a:xfrm>
            <a:off x="8672854" y="1848946"/>
            <a:ext cx="1440000" cy="1440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0" name="Group 191">
            <a:extLst>
              <a:ext uri="{FF2B5EF4-FFF2-40B4-BE49-F238E27FC236}">
                <a16:creationId xmlns:a16="http://schemas.microsoft.com/office/drawing/2014/main" id="{FC734576-1B79-0E60-8092-8F4AE2A42A2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00101" y="2035298"/>
            <a:ext cx="791496" cy="1076967"/>
            <a:chOff x="5248" y="970"/>
            <a:chExt cx="951" cy="1294"/>
          </a:xfrm>
        </p:grpSpPr>
        <p:sp>
          <p:nvSpPr>
            <p:cNvPr id="71" name="Freeform 193">
              <a:extLst>
                <a:ext uri="{FF2B5EF4-FFF2-40B4-BE49-F238E27FC236}">
                  <a16:creationId xmlns:a16="http://schemas.microsoft.com/office/drawing/2014/main" id="{B273BB3E-183F-491A-9E89-0145E5863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7" y="1676"/>
              <a:ext cx="457" cy="588"/>
            </a:xfrm>
            <a:custGeom>
              <a:avLst/>
              <a:gdLst>
                <a:gd name="T0" fmla="*/ 1373 w 1373"/>
                <a:gd name="T1" fmla="*/ 0 h 1763"/>
                <a:gd name="T2" fmla="*/ 1373 w 1373"/>
                <a:gd name="T3" fmla="*/ 1763 h 1763"/>
                <a:gd name="T4" fmla="*/ 135 w 1373"/>
                <a:gd name="T5" fmla="*/ 1763 h 1763"/>
                <a:gd name="T6" fmla="*/ 135 w 1373"/>
                <a:gd name="T7" fmla="*/ 1759 h 1763"/>
                <a:gd name="T8" fmla="*/ 135 w 1373"/>
                <a:gd name="T9" fmla="*/ 1744 h 1763"/>
                <a:gd name="T10" fmla="*/ 135 w 1373"/>
                <a:gd name="T11" fmla="*/ 1723 h 1763"/>
                <a:gd name="T12" fmla="*/ 134 w 1373"/>
                <a:gd name="T13" fmla="*/ 1693 h 1763"/>
                <a:gd name="T14" fmla="*/ 134 w 1373"/>
                <a:gd name="T15" fmla="*/ 1657 h 1763"/>
                <a:gd name="T16" fmla="*/ 133 w 1373"/>
                <a:gd name="T17" fmla="*/ 1613 h 1763"/>
                <a:gd name="T18" fmla="*/ 131 w 1373"/>
                <a:gd name="T19" fmla="*/ 1562 h 1763"/>
                <a:gd name="T20" fmla="*/ 128 w 1373"/>
                <a:gd name="T21" fmla="*/ 1506 h 1763"/>
                <a:gd name="T22" fmla="*/ 126 w 1373"/>
                <a:gd name="T23" fmla="*/ 1446 h 1763"/>
                <a:gd name="T24" fmla="*/ 122 w 1373"/>
                <a:gd name="T25" fmla="*/ 1380 h 1763"/>
                <a:gd name="T26" fmla="*/ 119 w 1373"/>
                <a:gd name="T27" fmla="*/ 1310 h 1763"/>
                <a:gd name="T28" fmla="*/ 113 w 1373"/>
                <a:gd name="T29" fmla="*/ 1235 h 1763"/>
                <a:gd name="T30" fmla="*/ 107 w 1373"/>
                <a:gd name="T31" fmla="*/ 1158 h 1763"/>
                <a:gd name="T32" fmla="*/ 101 w 1373"/>
                <a:gd name="T33" fmla="*/ 1079 h 1763"/>
                <a:gd name="T34" fmla="*/ 93 w 1373"/>
                <a:gd name="T35" fmla="*/ 996 h 1763"/>
                <a:gd name="T36" fmla="*/ 83 w 1373"/>
                <a:gd name="T37" fmla="*/ 913 h 1763"/>
                <a:gd name="T38" fmla="*/ 72 w 1373"/>
                <a:gd name="T39" fmla="*/ 828 h 1763"/>
                <a:gd name="T40" fmla="*/ 60 w 1373"/>
                <a:gd name="T41" fmla="*/ 743 h 1763"/>
                <a:gd name="T42" fmla="*/ 47 w 1373"/>
                <a:gd name="T43" fmla="*/ 657 h 1763"/>
                <a:gd name="T44" fmla="*/ 33 w 1373"/>
                <a:gd name="T45" fmla="*/ 571 h 1763"/>
                <a:gd name="T46" fmla="*/ 18 w 1373"/>
                <a:gd name="T47" fmla="*/ 487 h 1763"/>
                <a:gd name="T48" fmla="*/ 0 w 1373"/>
                <a:gd name="T49" fmla="*/ 405 h 1763"/>
                <a:gd name="T50" fmla="*/ 1373 w 1373"/>
                <a:gd name="T51" fmla="*/ 0 h 1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73" h="1763">
                  <a:moveTo>
                    <a:pt x="1373" y="0"/>
                  </a:moveTo>
                  <a:lnTo>
                    <a:pt x="1373" y="1763"/>
                  </a:lnTo>
                  <a:lnTo>
                    <a:pt x="135" y="1763"/>
                  </a:lnTo>
                  <a:lnTo>
                    <a:pt x="135" y="1759"/>
                  </a:lnTo>
                  <a:lnTo>
                    <a:pt x="135" y="1744"/>
                  </a:lnTo>
                  <a:lnTo>
                    <a:pt x="135" y="1723"/>
                  </a:lnTo>
                  <a:lnTo>
                    <a:pt x="134" y="1693"/>
                  </a:lnTo>
                  <a:lnTo>
                    <a:pt x="134" y="1657"/>
                  </a:lnTo>
                  <a:lnTo>
                    <a:pt x="133" y="1613"/>
                  </a:lnTo>
                  <a:lnTo>
                    <a:pt x="131" y="1562"/>
                  </a:lnTo>
                  <a:lnTo>
                    <a:pt x="128" y="1506"/>
                  </a:lnTo>
                  <a:lnTo>
                    <a:pt x="126" y="1446"/>
                  </a:lnTo>
                  <a:lnTo>
                    <a:pt x="122" y="1380"/>
                  </a:lnTo>
                  <a:lnTo>
                    <a:pt x="119" y="1310"/>
                  </a:lnTo>
                  <a:lnTo>
                    <a:pt x="113" y="1235"/>
                  </a:lnTo>
                  <a:lnTo>
                    <a:pt x="107" y="1158"/>
                  </a:lnTo>
                  <a:lnTo>
                    <a:pt x="101" y="1079"/>
                  </a:lnTo>
                  <a:lnTo>
                    <a:pt x="93" y="996"/>
                  </a:lnTo>
                  <a:lnTo>
                    <a:pt x="83" y="913"/>
                  </a:lnTo>
                  <a:lnTo>
                    <a:pt x="72" y="828"/>
                  </a:lnTo>
                  <a:lnTo>
                    <a:pt x="60" y="743"/>
                  </a:lnTo>
                  <a:lnTo>
                    <a:pt x="47" y="657"/>
                  </a:lnTo>
                  <a:lnTo>
                    <a:pt x="33" y="571"/>
                  </a:lnTo>
                  <a:lnTo>
                    <a:pt x="18" y="487"/>
                  </a:lnTo>
                  <a:lnTo>
                    <a:pt x="0" y="405"/>
                  </a:lnTo>
                  <a:lnTo>
                    <a:pt x="1373" y="0"/>
                  </a:lnTo>
                  <a:close/>
                </a:path>
              </a:pathLst>
            </a:custGeom>
            <a:solidFill>
              <a:srgbClr val="1C0D0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2" name="Freeform 194">
              <a:extLst>
                <a:ext uri="{FF2B5EF4-FFF2-40B4-BE49-F238E27FC236}">
                  <a16:creationId xmlns:a16="http://schemas.microsoft.com/office/drawing/2014/main" id="{3A7E7923-DD0B-92DE-2C4C-1CD752CF7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2" y="1676"/>
              <a:ext cx="457" cy="588"/>
            </a:xfrm>
            <a:custGeom>
              <a:avLst/>
              <a:gdLst>
                <a:gd name="T0" fmla="*/ 0 w 1373"/>
                <a:gd name="T1" fmla="*/ 0 h 1763"/>
                <a:gd name="T2" fmla="*/ 1373 w 1373"/>
                <a:gd name="T3" fmla="*/ 405 h 1763"/>
                <a:gd name="T4" fmla="*/ 1355 w 1373"/>
                <a:gd name="T5" fmla="*/ 487 h 1763"/>
                <a:gd name="T6" fmla="*/ 1340 w 1373"/>
                <a:gd name="T7" fmla="*/ 571 h 1763"/>
                <a:gd name="T8" fmla="*/ 1326 w 1373"/>
                <a:gd name="T9" fmla="*/ 657 h 1763"/>
                <a:gd name="T10" fmla="*/ 1313 w 1373"/>
                <a:gd name="T11" fmla="*/ 743 h 1763"/>
                <a:gd name="T12" fmla="*/ 1301 w 1373"/>
                <a:gd name="T13" fmla="*/ 828 h 1763"/>
                <a:gd name="T14" fmla="*/ 1290 w 1373"/>
                <a:gd name="T15" fmla="*/ 913 h 1763"/>
                <a:gd name="T16" fmla="*/ 1281 w 1373"/>
                <a:gd name="T17" fmla="*/ 996 h 1763"/>
                <a:gd name="T18" fmla="*/ 1273 w 1373"/>
                <a:gd name="T19" fmla="*/ 1079 h 1763"/>
                <a:gd name="T20" fmla="*/ 1266 w 1373"/>
                <a:gd name="T21" fmla="*/ 1158 h 1763"/>
                <a:gd name="T22" fmla="*/ 1260 w 1373"/>
                <a:gd name="T23" fmla="*/ 1235 h 1763"/>
                <a:gd name="T24" fmla="*/ 1254 w 1373"/>
                <a:gd name="T25" fmla="*/ 1310 h 1763"/>
                <a:gd name="T26" fmla="*/ 1251 w 1373"/>
                <a:gd name="T27" fmla="*/ 1380 h 1763"/>
                <a:gd name="T28" fmla="*/ 1247 w 1373"/>
                <a:gd name="T29" fmla="*/ 1446 h 1763"/>
                <a:gd name="T30" fmla="*/ 1245 w 1373"/>
                <a:gd name="T31" fmla="*/ 1506 h 1763"/>
                <a:gd name="T32" fmla="*/ 1243 w 1373"/>
                <a:gd name="T33" fmla="*/ 1562 h 1763"/>
                <a:gd name="T34" fmla="*/ 1240 w 1373"/>
                <a:gd name="T35" fmla="*/ 1613 h 1763"/>
                <a:gd name="T36" fmla="*/ 1240 w 1373"/>
                <a:gd name="T37" fmla="*/ 1657 h 1763"/>
                <a:gd name="T38" fmla="*/ 1239 w 1373"/>
                <a:gd name="T39" fmla="*/ 1693 h 1763"/>
                <a:gd name="T40" fmla="*/ 1238 w 1373"/>
                <a:gd name="T41" fmla="*/ 1723 h 1763"/>
                <a:gd name="T42" fmla="*/ 1238 w 1373"/>
                <a:gd name="T43" fmla="*/ 1744 h 1763"/>
                <a:gd name="T44" fmla="*/ 1238 w 1373"/>
                <a:gd name="T45" fmla="*/ 1759 h 1763"/>
                <a:gd name="T46" fmla="*/ 1238 w 1373"/>
                <a:gd name="T47" fmla="*/ 1763 h 1763"/>
                <a:gd name="T48" fmla="*/ 0 w 1373"/>
                <a:gd name="T49" fmla="*/ 1763 h 1763"/>
                <a:gd name="T50" fmla="*/ 0 w 1373"/>
                <a:gd name="T51" fmla="*/ 0 h 1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73" h="1763">
                  <a:moveTo>
                    <a:pt x="0" y="0"/>
                  </a:moveTo>
                  <a:lnTo>
                    <a:pt x="1373" y="405"/>
                  </a:lnTo>
                  <a:lnTo>
                    <a:pt x="1355" y="487"/>
                  </a:lnTo>
                  <a:lnTo>
                    <a:pt x="1340" y="571"/>
                  </a:lnTo>
                  <a:lnTo>
                    <a:pt x="1326" y="657"/>
                  </a:lnTo>
                  <a:lnTo>
                    <a:pt x="1313" y="743"/>
                  </a:lnTo>
                  <a:lnTo>
                    <a:pt x="1301" y="828"/>
                  </a:lnTo>
                  <a:lnTo>
                    <a:pt x="1290" y="913"/>
                  </a:lnTo>
                  <a:lnTo>
                    <a:pt x="1281" y="996"/>
                  </a:lnTo>
                  <a:lnTo>
                    <a:pt x="1273" y="1079"/>
                  </a:lnTo>
                  <a:lnTo>
                    <a:pt x="1266" y="1158"/>
                  </a:lnTo>
                  <a:lnTo>
                    <a:pt x="1260" y="1235"/>
                  </a:lnTo>
                  <a:lnTo>
                    <a:pt x="1254" y="1310"/>
                  </a:lnTo>
                  <a:lnTo>
                    <a:pt x="1251" y="1380"/>
                  </a:lnTo>
                  <a:lnTo>
                    <a:pt x="1247" y="1446"/>
                  </a:lnTo>
                  <a:lnTo>
                    <a:pt x="1245" y="1506"/>
                  </a:lnTo>
                  <a:lnTo>
                    <a:pt x="1243" y="1562"/>
                  </a:lnTo>
                  <a:lnTo>
                    <a:pt x="1240" y="1613"/>
                  </a:lnTo>
                  <a:lnTo>
                    <a:pt x="1240" y="1657"/>
                  </a:lnTo>
                  <a:lnTo>
                    <a:pt x="1239" y="1693"/>
                  </a:lnTo>
                  <a:lnTo>
                    <a:pt x="1238" y="1723"/>
                  </a:lnTo>
                  <a:lnTo>
                    <a:pt x="1238" y="1744"/>
                  </a:lnTo>
                  <a:lnTo>
                    <a:pt x="1238" y="1759"/>
                  </a:lnTo>
                  <a:lnTo>
                    <a:pt x="1238" y="1763"/>
                  </a:lnTo>
                  <a:lnTo>
                    <a:pt x="0" y="1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0D0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Rectangle 195">
              <a:extLst>
                <a:ext uri="{FF2B5EF4-FFF2-40B4-BE49-F238E27FC236}">
                  <a16:creationId xmlns:a16="http://schemas.microsoft.com/office/drawing/2014/main" id="{AE3AF65D-1B45-DBE9-09C9-FE3CAF104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0" y="1943"/>
              <a:ext cx="189" cy="210"/>
            </a:xfrm>
            <a:prstGeom prst="rect">
              <a:avLst/>
            </a:prstGeom>
            <a:solidFill>
              <a:srgbClr val="FDCC9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" name="Freeform 196">
              <a:extLst>
                <a:ext uri="{FF2B5EF4-FFF2-40B4-BE49-F238E27FC236}">
                  <a16:creationId xmlns:a16="http://schemas.microsoft.com/office/drawing/2014/main" id="{7FB23803-062F-6375-2B8F-992D3E379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0" y="1943"/>
              <a:ext cx="189" cy="65"/>
            </a:xfrm>
            <a:custGeom>
              <a:avLst/>
              <a:gdLst>
                <a:gd name="T0" fmla="*/ 0 w 567"/>
                <a:gd name="T1" fmla="*/ 0 h 195"/>
                <a:gd name="T2" fmla="*/ 567 w 567"/>
                <a:gd name="T3" fmla="*/ 0 h 195"/>
                <a:gd name="T4" fmla="*/ 567 w 567"/>
                <a:gd name="T5" fmla="*/ 189 h 195"/>
                <a:gd name="T6" fmla="*/ 507 w 567"/>
                <a:gd name="T7" fmla="*/ 194 h 195"/>
                <a:gd name="T8" fmla="*/ 448 w 567"/>
                <a:gd name="T9" fmla="*/ 195 h 195"/>
                <a:gd name="T10" fmla="*/ 393 w 567"/>
                <a:gd name="T11" fmla="*/ 192 h 195"/>
                <a:gd name="T12" fmla="*/ 340 w 567"/>
                <a:gd name="T13" fmla="*/ 187 h 195"/>
                <a:gd name="T14" fmla="*/ 290 w 567"/>
                <a:gd name="T15" fmla="*/ 179 h 195"/>
                <a:gd name="T16" fmla="*/ 244 w 567"/>
                <a:gd name="T17" fmla="*/ 168 h 195"/>
                <a:gd name="T18" fmla="*/ 200 w 567"/>
                <a:gd name="T19" fmla="*/ 157 h 195"/>
                <a:gd name="T20" fmla="*/ 161 w 567"/>
                <a:gd name="T21" fmla="*/ 145 h 195"/>
                <a:gd name="T22" fmla="*/ 125 w 567"/>
                <a:gd name="T23" fmla="*/ 132 h 195"/>
                <a:gd name="T24" fmla="*/ 93 w 567"/>
                <a:gd name="T25" fmla="*/ 119 h 195"/>
                <a:gd name="T26" fmla="*/ 66 w 567"/>
                <a:gd name="T27" fmla="*/ 108 h 195"/>
                <a:gd name="T28" fmla="*/ 43 w 567"/>
                <a:gd name="T29" fmla="*/ 97 h 195"/>
                <a:gd name="T30" fmla="*/ 25 w 567"/>
                <a:gd name="T31" fmla="*/ 87 h 195"/>
                <a:gd name="T32" fmla="*/ 12 w 567"/>
                <a:gd name="T33" fmla="*/ 80 h 195"/>
                <a:gd name="T34" fmla="*/ 4 w 567"/>
                <a:gd name="T35" fmla="*/ 76 h 195"/>
                <a:gd name="T36" fmla="*/ 0 w 567"/>
                <a:gd name="T37" fmla="*/ 73 h 195"/>
                <a:gd name="T38" fmla="*/ 0 w 567"/>
                <a:gd name="T39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7" h="195">
                  <a:moveTo>
                    <a:pt x="0" y="0"/>
                  </a:moveTo>
                  <a:lnTo>
                    <a:pt x="567" y="0"/>
                  </a:lnTo>
                  <a:lnTo>
                    <a:pt x="567" y="189"/>
                  </a:lnTo>
                  <a:lnTo>
                    <a:pt x="507" y="194"/>
                  </a:lnTo>
                  <a:lnTo>
                    <a:pt x="448" y="195"/>
                  </a:lnTo>
                  <a:lnTo>
                    <a:pt x="393" y="192"/>
                  </a:lnTo>
                  <a:lnTo>
                    <a:pt x="340" y="187"/>
                  </a:lnTo>
                  <a:lnTo>
                    <a:pt x="290" y="179"/>
                  </a:lnTo>
                  <a:lnTo>
                    <a:pt x="244" y="168"/>
                  </a:lnTo>
                  <a:lnTo>
                    <a:pt x="200" y="157"/>
                  </a:lnTo>
                  <a:lnTo>
                    <a:pt x="161" y="145"/>
                  </a:lnTo>
                  <a:lnTo>
                    <a:pt x="125" y="132"/>
                  </a:lnTo>
                  <a:lnTo>
                    <a:pt x="93" y="119"/>
                  </a:lnTo>
                  <a:lnTo>
                    <a:pt x="66" y="108"/>
                  </a:lnTo>
                  <a:lnTo>
                    <a:pt x="43" y="97"/>
                  </a:lnTo>
                  <a:lnTo>
                    <a:pt x="25" y="87"/>
                  </a:lnTo>
                  <a:lnTo>
                    <a:pt x="12" y="80"/>
                  </a:lnTo>
                  <a:lnTo>
                    <a:pt x="4" y="76"/>
                  </a:lnTo>
                  <a:lnTo>
                    <a:pt x="0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5" name="Freeform 197">
              <a:extLst>
                <a:ext uri="{FF2B5EF4-FFF2-40B4-BE49-F238E27FC236}">
                  <a16:creationId xmlns:a16="http://schemas.microsoft.com/office/drawing/2014/main" id="{713E6835-4EEB-3A63-234D-F6CE9A959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7" y="1512"/>
              <a:ext cx="183" cy="209"/>
            </a:xfrm>
            <a:custGeom>
              <a:avLst/>
              <a:gdLst>
                <a:gd name="T0" fmla="*/ 275 w 551"/>
                <a:gd name="T1" fmla="*/ 0 h 628"/>
                <a:gd name="T2" fmla="*/ 316 w 551"/>
                <a:gd name="T3" fmla="*/ 4 h 628"/>
                <a:gd name="T4" fmla="*/ 355 w 551"/>
                <a:gd name="T5" fmla="*/ 13 h 628"/>
                <a:gd name="T6" fmla="*/ 392 w 551"/>
                <a:gd name="T7" fmla="*/ 29 h 628"/>
                <a:gd name="T8" fmla="*/ 425 w 551"/>
                <a:gd name="T9" fmla="*/ 51 h 628"/>
                <a:gd name="T10" fmla="*/ 456 w 551"/>
                <a:gd name="T11" fmla="*/ 77 h 628"/>
                <a:gd name="T12" fmla="*/ 483 w 551"/>
                <a:gd name="T13" fmla="*/ 108 h 628"/>
                <a:gd name="T14" fmla="*/ 507 w 551"/>
                <a:gd name="T15" fmla="*/ 144 h 628"/>
                <a:gd name="T16" fmla="*/ 526 w 551"/>
                <a:gd name="T17" fmla="*/ 181 h 628"/>
                <a:gd name="T18" fmla="*/ 539 w 551"/>
                <a:gd name="T19" fmla="*/ 223 h 628"/>
                <a:gd name="T20" fmla="*/ 549 w 551"/>
                <a:gd name="T21" fmla="*/ 268 h 628"/>
                <a:gd name="T22" fmla="*/ 551 w 551"/>
                <a:gd name="T23" fmla="*/ 314 h 628"/>
                <a:gd name="T24" fmla="*/ 549 w 551"/>
                <a:gd name="T25" fmla="*/ 360 h 628"/>
                <a:gd name="T26" fmla="*/ 539 w 551"/>
                <a:gd name="T27" fmla="*/ 404 h 628"/>
                <a:gd name="T28" fmla="*/ 526 w 551"/>
                <a:gd name="T29" fmla="*/ 447 h 628"/>
                <a:gd name="T30" fmla="*/ 507 w 551"/>
                <a:gd name="T31" fmla="*/ 484 h 628"/>
                <a:gd name="T32" fmla="*/ 483 w 551"/>
                <a:gd name="T33" fmla="*/ 520 h 628"/>
                <a:gd name="T34" fmla="*/ 456 w 551"/>
                <a:gd name="T35" fmla="*/ 551 h 628"/>
                <a:gd name="T36" fmla="*/ 425 w 551"/>
                <a:gd name="T37" fmla="*/ 577 h 628"/>
                <a:gd name="T38" fmla="*/ 392 w 551"/>
                <a:gd name="T39" fmla="*/ 598 h 628"/>
                <a:gd name="T40" fmla="*/ 355 w 551"/>
                <a:gd name="T41" fmla="*/ 615 h 628"/>
                <a:gd name="T42" fmla="*/ 316 w 551"/>
                <a:gd name="T43" fmla="*/ 624 h 628"/>
                <a:gd name="T44" fmla="*/ 275 w 551"/>
                <a:gd name="T45" fmla="*/ 628 h 628"/>
                <a:gd name="T46" fmla="*/ 235 w 551"/>
                <a:gd name="T47" fmla="*/ 624 h 628"/>
                <a:gd name="T48" fmla="*/ 196 w 551"/>
                <a:gd name="T49" fmla="*/ 615 h 628"/>
                <a:gd name="T50" fmla="*/ 159 w 551"/>
                <a:gd name="T51" fmla="*/ 598 h 628"/>
                <a:gd name="T52" fmla="*/ 125 w 551"/>
                <a:gd name="T53" fmla="*/ 577 h 628"/>
                <a:gd name="T54" fmla="*/ 95 w 551"/>
                <a:gd name="T55" fmla="*/ 551 h 628"/>
                <a:gd name="T56" fmla="*/ 68 w 551"/>
                <a:gd name="T57" fmla="*/ 520 h 628"/>
                <a:gd name="T58" fmla="*/ 44 w 551"/>
                <a:gd name="T59" fmla="*/ 484 h 628"/>
                <a:gd name="T60" fmla="*/ 25 w 551"/>
                <a:gd name="T61" fmla="*/ 447 h 628"/>
                <a:gd name="T62" fmla="*/ 12 w 551"/>
                <a:gd name="T63" fmla="*/ 404 h 628"/>
                <a:gd name="T64" fmla="*/ 2 w 551"/>
                <a:gd name="T65" fmla="*/ 360 h 628"/>
                <a:gd name="T66" fmla="*/ 0 w 551"/>
                <a:gd name="T67" fmla="*/ 314 h 628"/>
                <a:gd name="T68" fmla="*/ 2 w 551"/>
                <a:gd name="T69" fmla="*/ 268 h 628"/>
                <a:gd name="T70" fmla="*/ 12 w 551"/>
                <a:gd name="T71" fmla="*/ 223 h 628"/>
                <a:gd name="T72" fmla="*/ 25 w 551"/>
                <a:gd name="T73" fmla="*/ 181 h 628"/>
                <a:gd name="T74" fmla="*/ 44 w 551"/>
                <a:gd name="T75" fmla="*/ 144 h 628"/>
                <a:gd name="T76" fmla="*/ 68 w 551"/>
                <a:gd name="T77" fmla="*/ 108 h 628"/>
                <a:gd name="T78" fmla="*/ 95 w 551"/>
                <a:gd name="T79" fmla="*/ 77 h 628"/>
                <a:gd name="T80" fmla="*/ 125 w 551"/>
                <a:gd name="T81" fmla="*/ 51 h 628"/>
                <a:gd name="T82" fmla="*/ 159 w 551"/>
                <a:gd name="T83" fmla="*/ 29 h 628"/>
                <a:gd name="T84" fmla="*/ 196 w 551"/>
                <a:gd name="T85" fmla="*/ 13 h 628"/>
                <a:gd name="T86" fmla="*/ 235 w 551"/>
                <a:gd name="T87" fmla="*/ 4 h 628"/>
                <a:gd name="T88" fmla="*/ 275 w 551"/>
                <a:gd name="T89" fmla="*/ 0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1" h="628">
                  <a:moveTo>
                    <a:pt x="275" y="0"/>
                  </a:moveTo>
                  <a:lnTo>
                    <a:pt x="316" y="4"/>
                  </a:lnTo>
                  <a:lnTo>
                    <a:pt x="355" y="13"/>
                  </a:lnTo>
                  <a:lnTo>
                    <a:pt x="392" y="29"/>
                  </a:lnTo>
                  <a:lnTo>
                    <a:pt x="425" y="51"/>
                  </a:lnTo>
                  <a:lnTo>
                    <a:pt x="456" y="77"/>
                  </a:lnTo>
                  <a:lnTo>
                    <a:pt x="483" y="108"/>
                  </a:lnTo>
                  <a:lnTo>
                    <a:pt x="507" y="144"/>
                  </a:lnTo>
                  <a:lnTo>
                    <a:pt x="526" y="181"/>
                  </a:lnTo>
                  <a:lnTo>
                    <a:pt x="539" y="223"/>
                  </a:lnTo>
                  <a:lnTo>
                    <a:pt x="549" y="268"/>
                  </a:lnTo>
                  <a:lnTo>
                    <a:pt x="551" y="314"/>
                  </a:lnTo>
                  <a:lnTo>
                    <a:pt x="549" y="360"/>
                  </a:lnTo>
                  <a:lnTo>
                    <a:pt x="539" y="404"/>
                  </a:lnTo>
                  <a:lnTo>
                    <a:pt x="526" y="447"/>
                  </a:lnTo>
                  <a:lnTo>
                    <a:pt x="507" y="484"/>
                  </a:lnTo>
                  <a:lnTo>
                    <a:pt x="483" y="520"/>
                  </a:lnTo>
                  <a:lnTo>
                    <a:pt x="456" y="551"/>
                  </a:lnTo>
                  <a:lnTo>
                    <a:pt x="425" y="577"/>
                  </a:lnTo>
                  <a:lnTo>
                    <a:pt x="392" y="598"/>
                  </a:lnTo>
                  <a:lnTo>
                    <a:pt x="355" y="615"/>
                  </a:lnTo>
                  <a:lnTo>
                    <a:pt x="316" y="624"/>
                  </a:lnTo>
                  <a:lnTo>
                    <a:pt x="275" y="628"/>
                  </a:lnTo>
                  <a:lnTo>
                    <a:pt x="235" y="624"/>
                  </a:lnTo>
                  <a:lnTo>
                    <a:pt x="196" y="615"/>
                  </a:lnTo>
                  <a:lnTo>
                    <a:pt x="159" y="598"/>
                  </a:lnTo>
                  <a:lnTo>
                    <a:pt x="125" y="577"/>
                  </a:lnTo>
                  <a:lnTo>
                    <a:pt x="95" y="551"/>
                  </a:lnTo>
                  <a:lnTo>
                    <a:pt x="68" y="520"/>
                  </a:lnTo>
                  <a:lnTo>
                    <a:pt x="44" y="484"/>
                  </a:lnTo>
                  <a:lnTo>
                    <a:pt x="25" y="447"/>
                  </a:lnTo>
                  <a:lnTo>
                    <a:pt x="12" y="404"/>
                  </a:lnTo>
                  <a:lnTo>
                    <a:pt x="2" y="360"/>
                  </a:lnTo>
                  <a:lnTo>
                    <a:pt x="0" y="314"/>
                  </a:lnTo>
                  <a:lnTo>
                    <a:pt x="2" y="268"/>
                  </a:lnTo>
                  <a:lnTo>
                    <a:pt x="12" y="223"/>
                  </a:lnTo>
                  <a:lnTo>
                    <a:pt x="25" y="181"/>
                  </a:lnTo>
                  <a:lnTo>
                    <a:pt x="44" y="144"/>
                  </a:lnTo>
                  <a:lnTo>
                    <a:pt x="68" y="108"/>
                  </a:lnTo>
                  <a:lnTo>
                    <a:pt x="95" y="77"/>
                  </a:lnTo>
                  <a:lnTo>
                    <a:pt x="125" y="51"/>
                  </a:lnTo>
                  <a:lnTo>
                    <a:pt x="159" y="29"/>
                  </a:lnTo>
                  <a:lnTo>
                    <a:pt x="196" y="13"/>
                  </a:lnTo>
                  <a:lnTo>
                    <a:pt x="235" y="4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Freeform 198">
              <a:extLst>
                <a:ext uri="{FF2B5EF4-FFF2-40B4-BE49-F238E27FC236}">
                  <a16:creationId xmlns:a16="http://schemas.microsoft.com/office/drawing/2014/main" id="{B665FCE2-F22B-CD0E-99A9-FF14749C1A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9" y="1512"/>
              <a:ext cx="184" cy="209"/>
            </a:xfrm>
            <a:custGeom>
              <a:avLst/>
              <a:gdLst>
                <a:gd name="T0" fmla="*/ 275 w 551"/>
                <a:gd name="T1" fmla="*/ 0 h 628"/>
                <a:gd name="T2" fmla="*/ 316 w 551"/>
                <a:gd name="T3" fmla="*/ 4 h 628"/>
                <a:gd name="T4" fmla="*/ 355 w 551"/>
                <a:gd name="T5" fmla="*/ 13 h 628"/>
                <a:gd name="T6" fmla="*/ 392 w 551"/>
                <a:gd name="T7" fmla="*/ 29 h 628"/>
                <a:gd name="T8" fmla="*/ 426 w 551"/>
                <a:gd name="T9" fmla="*/ 51 h 628"/>
                <a:gd name="T10" fmla="*/ 456 w 551"/>
                <a:gd name="T11" fmla="*/ 77 h 628"/>
                <a:gd name="T12" fmla="*/ 483 w 551"/>
                <a:gd name="T13" fmla="*/ 108 h 628"/>
                <a:gd name="T14" fmla="*/ 507 w 551"/>
                <a:gd name="T15" fmla="*/ 144 h 628"/>
                <a:gd name="T16" fmla="*/ 526 w 551"/>
                <a:gd name="T17" fmla="*/ 181 h 628"/>
                <a:gd name="T18" fmla="*/ 540 w 551"/>
                <a:gd name="T19" fmla="*/ 223 h 628"/>
                <a:gd name="T20" fmla="*/ 548 w 551"/>
                <a:gd name="T21" fmla="*/ 268 h 628"/>
                <a:gd name="T22" fmla="*/ 551 w 551"/>
                <a:gd name="T23" fmla="*/ 314 h 628"/>
                <a:gd name="T24" fmla="*/ 548 w 551"/>
                <a:gd name="T25" fmla="*/ 360 h 628"/>
                <a:gd name="T26" fmla="*/ 540 w 551"/>
                <a:gd name="T27" fmla="*/ 404 h 628"/>
                <a:gd name="T28" fmla="*/ 526 w 551"/>
                <a:gd name="T29" fmla="*/ 447 h 628"/>
                <a:gd name="T30" fmla="*/ 507 w 551"/>
                <a:gd name="T31" fmla="*/ 484 h 628"/>
                <a:gd name="T32" fmla="*/ 483 w 551"/>
                <a:gd name="T33" fmla="*/ 520 h 628"/>
                <a:gd name="T34" fmla="*/ 456 w 551"/>
                <a:gd name="T35" fmla="*/ 551 h 628"/>
                <a:gd name="T36" fmla="*/ 426 w 551"/>
                <a:gd name="T37" fmla="*/ 577 h 628"/>
                <a:gd name="T38" fmla="*/ 392 w 551"/>
                <a:gd name="T39" fmla="*/ 598 h 628"/>
                <a:gd name="T40" fmla="*/ 355 w 551"/>
                <a:gd name="T41" fmla="*/ 615 h 628"/>
                <a:gd name="T42" fmla="*/ 316 w 551"/>
                <a:gd name="T43" fmla="*/ 624 h 628"/>
                <a:gd name="T44" fmla="*/ 275 w 551"/>
                <a:gd name="T45" fmla="*/ 628 h 628"/>
                <a:gd name="T46" fmla="*/ 235 w 551"/>
                <a:gd name="T47" fmla="*/ 624 h 628"/>
                <a:gd name="T48" fmla="*/ 196 w 551"/>
                <a:gd name="T49" fmla="*/ 615 h 628"/>
                <a:gd name="T50" fmla="*/ 159 w 551"/>
                <a:gd name="T51" fmla="*/ 598 h 628"/>
                <a:gd name="T52" fmla="*/ 125 w 551"/>
                <a:gd name="T53" fmla="*/ 577 h 628"/>
                <a:gd name="T54" fmla="*/ 95 w 551"/>
                <a:gd name="T55" fmla="*/ 551 h 628"/>
                <a:gd name="T56" fmla="*/ 67 w 551"/>
                <a:gd name="T57" fmla="*/ 520 h 628"/>
                <a:gd name="T58" fmla="*/ 43 w 551"/>
                <a:gd name="T59" fmla="*/ 484 h 628"/>
                <a:gd name="T60" fmla="*/ 24 w 551"/>
                <a:gd name="T61" fmla="*/ 447 h 628"/>
                <a:gd name="T62" fmla="*/ 11 w 551"/>
                <a:gd name="T63" fmla="*/ 404 h 628"/>
                <a:gd name="T64" fmla="*/ 2 w 551"/>
                <a:gd name="T65" fmla="*/ 360 h 628"/>
                <a:gd name="T66" fmla="*/ 0 w 551"/>
                <a:gd name="T67" fmla="*/ 314 h 628"/>
                <a:gd name="T68" fmla="*/ 2 w 551"/>
                <a:gd name="T69" fmla="*/ 268 h 628"/>
                <a:gd name="T70" fmla="*/ 11 w 551"/>
                <a:gd name="T71" fmla="*/ 223 h 628"/>
                <a:gd name="T72" fmla="*/ 24 w 551"/>
                <a:gd name="T73" fmla="*/ 181 h 628"/>
                <a:gd name="T74" fmla="*/ 43 w 551"/>
                <a:gd name="T75" fmla="*/ 144 h 628"/>
                <a:gd name="T76" fmla="*/ 67 w 551"/>
                <a:gd name="T77" fmla="*/ 108 h 628"/>
                <a:gd name="T78" fmla="*/ 95 w 551"/>
                <a:gd name="T79" fmla="*/ 77 h 628"/>
                <a:gd name="T80" fmla="*/ 125 w 551"/>
                <a:gd name="T81" fmla="*/ 51 h 628"/>
                <a:gd name="T82" fmla="*/ 159 w 551"/>
                <a:gd name="T83" fmla="*/ 29 h 628"/>
                <a:gd name="T84" fmla="*/ 196 w 551"/>
                <a:gd name="T85" fmla="*/ 13 h 628"/>
                <a:gd name="T86" fmla="*/ 235 w 551"/>
                <a:gd name="T87" fmla="*/ 4 h 628"/>
                <a:gd name="T88" fmla="*/ 275 w 551"/>
                <a:gd name="T89" fmla="*/ 0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1" h="628">
                  <a:moveTo>
                    <a:pt x="275" y="0"/>
                  </a:moveTo>
                  <a:lnTo>
                    <a:pt x="316" y="4"/>
                  </a:lnTo>
                  <a:lnTo>
                    <a:pt x="355" y="13"/>
                  </a:lnTo>
                  <a:lnTo>
                    <a:pt x="392" y="29"/>
                  </a:lnTo>
                  <a:lnTo>
                    <a:pt x="426" y="51"/>
                  </a:lnTo>
                  <a:lnTo>
                    <a:pt x="456" y="77"/>
                  </a:lnTo>
                  <a:lnTo>
                    <a:pt x="483" y="108"/>
                  </a:lnTo>
                  <a:lnTo>
                    <a:pt x="507" y="144"/>
                  </a:lnTo>
                  <a:lnTo>
                    <a:pt x="526" y="181"/>
                  </a:lnTo>
                  <a:lnTo>
                    <a:pt x="540" y="223"/>
                  </a:lnTo>
                  <a:lnTo>
                    <a:pt x="548" y="268"/>
                  </a:lnTo>
                  <a:lnTo>
                    <a:pt x="551" y="314"/>
                  </a:lnTo>
                  <a:lnTo>
                    <a:pt x="548" y="360"/>
                  </a:lnTo>
                  <a:lnTo>
                    <a:pt x="540" y="404"/>
                  </a:lnTo>
                  <a:lnTo>
                    <a:pt x="526" y="447"/>
                  </a:lnTo>
                  <a:lnTo>
                    <a:pt x="507" y="484"/>
                  </a:lnTo>
                  <a:lnTo>
                    <a:pt x="483" y="520"/>
                  </a:lnTo>
                  <a:lnTo>
                    <a:pt x="456" y="551"/>
                  </a:lnTo>
                  <a:lnTo>
                    <a:pt x="426" y="577"/>
                  </a:lnTo>
                  <a:lnTo>
                    <a:pt x="392" y="598"/>
                  </a:lnTo>
                  <a:lnTo>
                    <a:pt x="355" y="615"/>
                  </a:lnTo>
                  <a:lnTo>
                    <a:pt x="316" y="624"/>
                  </a:lnTo>
                  <a:lnTo>
                    <a:pt x="275" y="628"/>
                  </a:lnTo>
                  <a:lnTo>
                    <a:pt x="235" y="624"/>
                  </a:lnTo>
                  <a:lnTo>
                    <a:pt x="196" y="615"/>
                  </a:lnTo>
                  <a:lnTo>
                    <a:pt x="159" y="598"/>
                  </a:lnTo>
                  <a:lnTo>
                    <a:pt x="125" y="577"/>
                  </a:lnTo>
                  <a:lnTo>
                    <a:pt x="95" y="551"/>
                  </a:lnTo>
                  <a:lnTo>
                    <a:pt x="67" y="520"/>
                  </a:lnTo>
                  <a:lnTo>
                    <a:pt x="43" y="484"/>
                  </a:lnTo>
                  <a:lnTo>
                    <a:pt x="24" y="447"/>
                  </a:lnTo>
                  <a:lnTo>
                    <a:pt x="11" y="404"/>
                  </a:lnTo>
                  <a:lnTo>
                    <a:pt x="2" y="360"/>
                  </a:lnTo>
                  <a:lnTo>
                    <a:pt x="0" y="314"/>
                  </a:lnTo>
                  <a:lnTo>
                    <a:pt x="2" y="268"/>
                  </a:lnTo>
                  <a:lnTo>
                    <a:pt x="11" y="223"/>
                  </a:lnTo>
                  <a:lnTo>
                    <a:pt x="24" y="181"/>
                  </a:lnTo>
                  <a:lnTo>
                    <a:pt x="43" y="144"/>
                  </a:lnTo>
                  <a:lnTo>
                    <a:pt x="67" y="108"/>
                  </a:lnTo>
                  <a:lnTo>
                    <a:pt x="95" y="77"/>
                  </a:lnTo>
                  <a:lnTo>
                    <a:pt x="125" y="51"/>
                  </a:lnTo>
                  <a:lnTo>
                    <a:pt x="159" y="29"/>
                  </a:lnTo>
                  <a:lnTo>
                    <a:pt x="196" y="13"/>
                  </a:lnTo>
                  <a:lnTo>
                    <a:pt x="235" y="4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7" name="Freeform 199">
              <a:extLst>
                <a:ext uri="{FF2B5EF4-FFF2-40B4-BE49-F238E27FC236}">
                  <a16:creationId xmlns:a16="http://schemas.microsoft.com/office/drawing/2014/main" id="{D070D610-2F9D-F85F-99E1-D02232E9A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8" y="1150"/>
              <a:ext cx="733" cy="826"/>
            </a:xfrm>
            <a:custGeom>
              <a:avLst/>
              <a:gdLst>
                <a:gd name="T0" fmla="*/ 1199 w 2197"/>
                <a:gd name="T1" fmla="*/ 1 h 2478"/>
                <a:gd name="T2" fmla="*/ 1386 w 2197"/>
                <a:gd name="T3" fmla="*/ 18 h 2478"/>
                <a:gd name="T4" fmla="*/ 1552 w 2197"/>
                <a:gd name="T5" fmla="*/ 50 h 2478"/>
                <a:gd name="T6" fmla="*/ 1698 w 2197"/>
                <a:gd name="T7" fmla="*/ 95 h 2478"/>
                <a:gd name="T8" fmla="*/ 1824 w 2197"/>
                <a:gd name="T9" fmla="*/ 155 h 2478"/>
                <a:gd name="T10" fmla="*/ 1932 w 2197"/>
                <a:gd name="T11" fmla="*/ 226 h 2478"/>
                <a:gd name="T12" fmla="*/ 2020 w 2197"/>
                <a:gd name="T13" fmla="*/ 309 h 2478"/>
                <a:gd name="T14" fmla="*/ 2090 w 2197"/>
                <a:gd name="T15" fmla="*/ 404 h 2478"/>
                <a:gd name="T16" fmla="*/ 2143 w 2197"/>
                <a:gd name="T17" fmla="*/ 507 h 2478"/>
                <a:gd name="T18" fmla="*/ 2177 w 2197"/>
                <a:gd name="T19" fmla="*/ 618 h 2478"/>
                <a:gd name="T20" fmla="*/ 2194 w 2197"/>
                <a:gd name="T21" fmla="*/ 737 h 2478"/>
                <a:gd name="T22" fmla="*/ 2196 w 2197"/>
                <a:gd name="T23" fmla="*/ 836 h 2478"/>
                <a:gd name="T24" fmla="*/ 2197 w 2197"/>
                <a:gd name="T25" fmla="*/ 916 h 2478"/>
                <a:gd name="T26" fmla="*/ 2197 w 2197"/>
                <a:gd name="T27" fmla="*/ 1005 h 2478"/>
                <a:gd name="T28" fmla="*/ 2196 w 2197"/>
                <a:gd name="T29" fmla="*/ 1101 h 2478"/>
                <a:gd name="T30" fmla="*/ 2192 w 2197"/>
                <a:gd name="T31" fmla="*/ 1204 h 2478"/>
                <a:gd name="T32" fmla="*/ 2186 w 2197"/>
                <a:gd name="T33" fmla="*/ 1311 h 2478"/>
                <a:gd name="T34" fmla="*/ 2176 w 2197"/>
                <a:gd name="T35" fmla="*/ 1421 h 2478"/>
                <a:gd name="T36" fmla="*/ 2159 w 2197"/>
                <a:gd name="T37" fmla="*/ 1534 h 2478"/>
                <a:gd name="T38" fmla="*/ 2137 w 2197"/>
                <a:gd name="T39" fmla="*/ 1646 h 2478"/>
                <a:gd name="T40" fmla="*/ 2107 w 2197"/>
                <a:gd name="T41" fmla="*/ 1758 h 2478"/>
                <a:gd name="T42" fmla="*/ 2069 w 2197"/>
                <a:gd name="T43" fmla="*/ 1867 h 2478"/>
                <a:gd name="T44" fmla="*/ 2021 w 2197"/>
                <a:gd name="T45" fmla="*/ 1971 h 2478"/>
                <a:gd name="T46" fmla="*/ 1963 w 2197"/>
                <a:gd name="T47" fmla="*/ 2069 h 2478"/>
                <a:gd name="T48" fmla="*/ 1894 w 2197"/>
                <a:gd name="T49" fmla="*/ 2161 h 2478"/>
                <a:gd name="T50" fmla="*/ 1812 w 2197"/>
                <a:gd name="T51" fmla="*/ 2244 h 2478"/>
                <a:gd name="T52" fmla="*/ 1717 w 2197"/>
                <a:gd name="T53" fmla="*/ 2316 h 2478"/>
                <a:gd name="T54" fmla="*/ 1608 w 2197"/>
                <a:gd name="T55" fmla="*/ 2378 h 2478"/>
                <a:gd name="T56" fmla="*/ 1484 w 2197"/>
                <a:gd name="T57" fmla="*/ 2425 h 2478"/>
                <a:gd name="T58" fmla="*/ 1343 w 2197"/>
                <a:gd name="T59" fmla="*/ 2460 h 2478"/>
                <a:gd name="T60" fmla="*/ 1185 w 2197"/>
                <a:gd name="T61" fmla="*/ 2476 h 2478"/>
                <a:gd name="T62" fmla="*/ 1013 w 2197"/>
                <a:gd name="T63" fmla="*/ 2476 h 2478"/>
                <a:gd name="T64" fmla="*/ 855 w 2197"/>
                <a:gd name="T65" fmla="*/ 2460 h 2478"/>
                <a:gd name="T66" fmla="*/ 714 w 2197"/>
                <a:gd name="T67" fmla="*/ 2425 h 2478"/>
                <a:gd name="T68" fmla="*/ 590 w 2197"/>
                <a:gd name="T69" fmla="*/ 2378 h 2478"/>
                <a:gd name="T70" fmla="*/ 480 w 2197"/>
                <a:gd name="T71" fmla="*/ 2316 h 2478"/>
                <a:gd name="T72" fmla="*/ 385 w 2197"/>
                <a:gd name="T73" fmla="*/ 2244 h 2478"/>
                <a:gd name="T74" fmla="*/ 303 w 2197"/>
                <a:gd name="T75" fmla="*/ 2161 h 2478"/>
                <a:gd name="T76" fmla="*/ 235 w 2197"/>
                <a:gd name="T77" fmla="*/ 2069 h 2478"/>
                <a:gd name="T78" fmla="*/ 176 w 2197"/>
                <a:gd name="T79" fmla="*/ 1971 h 2478"/>
                <a:gd name="T80" fmla="*/ 129 w 2197"/>
                <a:gd name="T81" fmla="*/ 1867 h 2478"/>
                <a:gd name="T82" fmla="*/ 91 w 2197"/>
                <a:gd name="T83" fmla="*/ 1758 h 2478"/>
                <a:gd name="T84" fmla="*/ 61 w 2197"/>
                <a:gd name="T85" fmla="*/ 1646 h 2478"/>
                <a:gd name="T86" fmla="*/ 38 w 2197"/>
                <a:gd name="T87" fmla="*/ 1534 h 2478"/>
                <a:gd name="T88" fmla="*/ 22 w 2197"/>
                <a:gd name="T89" fmla="*/ 1421 h 2478"/>
                <a:gd name="T90" fmla="*/ 11 w 2197"/>
                <a:gd name="T91" fmla="*/ 1311 h 2478"/>
                <a:gd name="T92" fmla="*/ 5 w 2197"/>
                <a:gd name="T93" fmla="*/ 1204 h 2478"/>
                <a:gd name="T94" fmla="*/ 2 w 2197"/>
                <a:gd name="T95" fmla="*/ 1101 h 2478"/>
                <a:gd name="T96" fmla="*/ 0 w 2197"/>
                <a:gd name="T97" fmla="*/ 1005 h 2478"/>
                <a:gd name="T98" fmla="*/ 0 w 2197"/>
                <a:gd name="T99" fmla="*/ 916 h 2478"/>
                <a:gd name="T100" fmla="*/ 2 w 2197"/>
                <a:gd name="T101" fmla="*/ 836 h 2478"/>
                <a:gd name="T102" fmla="*/ 4 w 2197"/>
                <a:gd name="T103" fmla="*/ 737 h 2478"/>
                <a:gd name="T104" fmla="*/ 21 w 2197"/>
                <a:gd name="T105" fmla="*/ 618 h 2478"/>
                <a:gd name="T106" fmla="*/ 55 w 2197"/>
                <a:gd name="T107" fmla="*/ 507 h 2478"/>
                <a:gd name="T108" fmla="*/ 107 w 2197"/>
                <a:gd name="T109" fmla="*/ 404 h 2478"/>
                <a:gd name="T110" fmla="*/ 177 w 2197"/>
                <a:gd name="T111" fmla="*/ 309 h 2478"/>
                <a:gd name="T112" fmla="*/ 265 w 2197"/>
                <a:gd name="T113" fmla="*/ 226 h 2478"/>
                <a:gd name="T114" fmla="*/ 374 w 2197"/>
                <a:gd name="T115" fmla="*/ 155 h 2478"/>
                <a:gd name="T116" fmla="*/ 499 w 2197"/>
                <a:gd name="T117" fmla="*/ 95 h 2478"/>
                <a:gd name="T118" fmla="*/ 646 w 2197"/>
                <a:gd name="T119" fmla="*/ 50 h 2478"/>
                <a:gd name="T120" fmla="*/ 812 w 2197"/>
                <a:gd name="T121" fmla="*/ 18 h 2478"/>
                <a:gd name="T122" fmla="*/ 998 w 2197"/>
                <a:gd name="T123" fmla="*/ 1 h 2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97" h="2478">
                  <a:moveTo>
                    <a:pt x="1098" y="0"/>
                  </a:moveTo>
                  <a:lnTo>
                    <a:pt x="1199" y="1"/>
                  </a:lnTo>
                  <a:lnTo>
                    <a:pt x="1295" y="7"/>
                  </a:lnTo>
                  <a:lnTo>
                    <a:pt x="1386" y="18"/>
                  </a:lnTo>
                  <a:lnTo>
                    <a:pt x="1471" y="32"/>
                  </a:lnTo>
                  <a:lnTo>
                    <a:pt x="1552" y="50"/>
                  </a:lnTo>
                  <a:lnTo>
                    <a:pt x="1627" y="71"/>
                  </a:lnTo>
                  <a:lnTo>
                    <a:pt x="1698" y="95"/>
                  </a:lnTo>
                  <a:lnTo>
                    <a:pt x="1764" y="123"/>
                  </a:lnTo>
                  <a:lnTo>
                    <a:pt x="1824" y="155"/>
                  </a:lnTo>
                  <a:lnTo>
                    <a:pt x="1880" y="189"/>
                  </a:lnTo>
                  <a:lnTo>
                    <a:pt x="1932" y="226"/>
                  </a:lnTo>
                  <a:lnTo>
                    <a:pt x="1979" y="266"/>
                  </a:lnTo>
                  <a:lnTo>
                    <a:pt x="2020" y="309"/>
                  </a:lnTo>
                  <a:lnTo>
                    <a:pt x="2058" y="355"/>
                  </a:lnTo>
                  <a:lnTo>
                    <a:pt x="2090" y="404"/>
                  </a:lnTo>
                  <a:lnTo>
                    <a:pt x="2119" y="453"/>
                  </a:lnTo>
                  <a:lnTo>
                    <a:pt x="2143" y="507"/>
                  </a:lnTo>
                  <a:lnTo>
                    <a:pt x="2162" y="561"/>
                  </a:lnTo>
                  <a:lnTo>
                    <a:pt x="2177" y="618"/>
                  </a:lnTo>
                  <a:lnTo>
                    <a:pt x="2188" y="677"/>
                  </a:lnTo>
                  <a:lnTo>
                    <a:pt x="2194" y="737"/>
                  </a:lnTo>
                  <a:lnTo>
                    <a:pt x="2196" y="800"/>
                  </a:lnTo>
                  <a:lnTo>
                    <a:pt x="2196" y="836"/>
                  </a:lnTo>
                  <a:lnTo>
                    <a:pt x="2197" y="875"/>
                  </a:lnTo>
                  <a:lnTo>
                    <a:pt x="2197" y="916"/>
                  </a:lnTo>
                  <a:lnTo>
                    <a:pt x="2197" y="959"/>
                  </a:lnTo>
                  <a:lnTo>
                    <a:pt x="2197" y="1005"/>
                  </a:lnTo>
                  <a:lnTo>
                    <a:pt x="2197" y="1052"/>
                  </a:lnTo>
                  <a:lnTo>
                    <a:pt x="2196" y="1101"/>
                  </a:lnTo>
                  <a:lnTo>
                    <a:pt x="2195" y="1152"/>
                  </a:lnTo>
                  <a:lnTo>
                    <a:pt x="2192" y="1204"/>
                  </a:lnTo>
                  <a:lnTo>
                    <a:pt x="2190" y="1257"/>
                  </a:lnTo>
                  <a:lnTo>
                    <a:pt x="2186" y="1311"/>
                  </a:lnTo>
                  <a:lnTo>
                    <a:pt x="2182" y="1366"/>
                  </a:lnTo>
                  <a:lnTo>
                    <a:pt x="2176" y="1421"/>
                  </a:lnTo>
                  <a:lnTo>
                    <a:pt x="2167" y="1478"/>
                  </a:lnTo>
                  <a:lnTo>
                    <a:pt x="2159" y="1534"/>
                  </a:lnTo>
                  <a:lnTo>
                    <a:pt x="2148" y="1591"/>
                  </a:lnTo>
                  <a:lnTo>
                    <a:pt x="2137" y="1646"/>
                  </a:lnTo>
                  <a:lnTo>
                    <a:pt x="2122" y="1702"/>
                  </a:lnTo>
                  <a:lnTo>
                    <a:pt x="2107" y="1758"/>
                  </a:lnTo>
                  <a:lnTo>
                    <a:pt x="2089" y="1812"/>
                  </a:lnTo>
                  <a:lnTo>
                    <a:pt x="2069" y="1867"/>
                  </a:lnTo>
                  <a:lnTo>
                    <a:pt x="2046" y="1919"/>
                  </a:lnTo>
                  <a:lnTo>
                    <a:pt x="2021" y="1971"/>
                  </a:lnTo>
                  <a:lnTo>
                    <a:pt x="1993" y="2020"/>
                  </a:lnTo>
                  <a:lnTo>
                    <a:pt x="1963" y="2069"/>
                  </a:lnTo>
                  <a:lnTo>
                    <a:pt x="1930" y="2116"/>
                  </a:lnTo>
                  <a:lnTo>
                    <a:pt x="1894" y="2161"/>
                  </a:lnTo>
                  <a:lnTo>
                    <a:pt x="1855" y="2204"/>
                  </a:lnTo>
                  <a:lnTo>
                    <a:pt x="1812" y="2244"/>
                  </a:lnTo>
                  <a:lnTo>
                    <a:pt x="1767" y="2282"/>
                  </a:lnTo>
                  <a:lnTo>
                    <a:pt x="1717" y="2316"/>
                  </a:lnTo>
                  <a:lnTo>
                    <a:pt x="1665" y="2348"/>
                  </a:lnTo>
                  <a:lnTo>
                    <a:pt x="1608" y="2378"/>
                  </a:lnTo>
                  <a:lnTo>
                    <a:pt x="1548" y="2404"/>
                  </a:lnTo>
                  <a:lnTo>
                    <a:pt x="1484" y="2425"/>
                  </a:lnTo>
                  <a:lnTo>
                    <a:pt x="1415" y="2444"/>
                  </a:lnTo>
                  <a:lnTo>
                    <a:pt x="1343" y="2460"/>
                  </a:lnTo>
                  <a:lnTo>
                    <a:pt x="1266" y="2470"/>
                  </a:lnTo>
                  <a:lnTo>
                    <a:pt x="1185" y="2476"/>
                  </a:lnTo>
                  <a:lnTo>
                    <a:pt x="1098" y="2478"/>
                  </a:lnTo>
                  <a:lnTo>
                    <a:pt x="1013" y="2476"/>
                  </a:lnTo>
                  <a:lnTo>
                    <a:pt x="932" y="2470"/>
                  </a:lnTo>
                  <a:lnTo>
                    <a:pt x="855" y="2460"/>
                  </a:lnTo>
                  <a:lnTo>
                    <a:pt x="782" y="2444"/>
                  </a:lnTo>
                  <a:lnTo>
                    <a:pt x="714" y="2425"/>
                  </a:lnTo>
                  <a:lnTo>
                    <a:pt x="649" y="2404"/>
                  </a:lnTo>
                  <a:lnTo>
                    <a:pt x="590" y="2378"/>
                  </a:lnTo>
                  <a:lnTo>
                    <a:pt x="533" y="2348"/>
                  </a:lnTo>
                  <a:lnTo>
                    <a:pt x="480" y="2316"/>
                  </a:lnTo>
                  <a:lnTo>
                    <a:pt x="431" y="2282"/>
                  </a:lnTo>
                  <a:lnTo>
                    <a:pt x="385" y="2244"/>
                  </a:lnTo>
                  <a:lnTo>
                    <a:pt x="343" y="2204"/>
                  </a:lnTo>
                  <a:lnTo>
                    <a:pt x="303" y="2161"/>
                  </a:lnTo>
                  <a:lnTo>
                    <a:pt x="268" y="2116"/>
                  </a:lnTo>
                  <a:lnTo>
                    <a:pt x="235" y="2069"/>
                  </a:lnTo>
                  <a:lnTo>
                    <a:pt x="205" y="2020"/>
                  </a:lnTo>
                  <a:lnTo>
                    <a:pt x="176" y="1971"/>
                  </a:lnTo>
                  <a:lnTo>
                    <a:pt x="151" y="1919"/>
                  </a:lnTo>
                  <a:lnTo>
                    <a:pt x="129" y="1867"/>
                  </a:lnTo>
                  <a:lnTo>
                    <a:pt x="109" y="1812"/>
                  </a:lnTo>
                  <a:lnTo>
                    <a:pt x="91" y="1758"/>
                  </a:lnTo>
                  <a:lnTo>
                    <a:pt x="75" y="1702"/>
                  </a:lnTo>
                  <a:lnTo>
                    <a:pt x="61" y="1646"/>
                  </a:lnTo>
                  <a:lnTo>
                    <a:pt x="49" y="1591"/>
                  </a:lnTo>
                  <a:lnTo>
                    <a:pt x="38" y="1534"/>
                  </a:lnTo>
                  <a:lnTo>
                    <a:pt x="30" y="1478"/>
                  </a:lnTo>
                  <a:lnTo>
                    <a:pt x="22" y="1421"/>
                  </a:lnTo>
                  <a:lnTo>
                    <a:pt x="16" y="1366"/>
                  </a:lnTo>
                  <a:lnTo>
                    <a:pt x="11" y="1311"/>
                  </a:lnTo>
                  <a:lnTo>
                    <a:pt x="8" y="1257"/>
                  </a:lnTo>
                  <a:lnTo>
                    <a:pt x="5" y="1204"/>
                  </a:lnTo>
                  <a:lnTo>
                    <a:pt x="3" y="1152"/>
                  </a:lnTo>
                  <a:lnTo>
                    <a:pt x="2" y="1101"/>
                  </a:lnTo>
                  <a:lnTo>
                    <a:pt x="0" y="1052"/>
                  </a:lnTo>
                  <a:lnTo>
                    <a:pt x="0" y="1005"/>
                  </a:lnTo>
                  <a:lnTo>
                    <a:pt x="0" y="959"/>
                  </a:lnTo>
                  <a:lnTo>
                    <a:pt x="0" y="916"/>
                  </a:lnTo>
                  <a:lnTo>
                    <a:pt x="2" y="875"/>
                  </a:lnTo>
                  <a:lnTo>
                    <a:pt x="2" y="836"/>
                  </a:lnTo>
                  <a:lnTo>
                    <a:pt x="2" y="800"/>
                  </a:lnTo>
                  <a:lnTo>
                    <a:pt x="4" y="737"/>
                  </a:lnTo>
                  <a:lnTo>
                    <a:pt x="10" y="677"/>
                  </a:lnTo>
                  <a:lnTo>
                    <a:pt x="21" y="618"/>
                  </a:lnTo>
                  <a:lnTo>
                    <a:pt x="36" y="561"/>
                  </a:lnTo>
                  <a:lnTo>
                    <a:pt x="55" y="507"/>
                  </a:lnTo>
                  <a:lnTo>
                    <a:pt x="79" y="453"/>
                  </a:lnTo>
                  <a:lnTo>
                    <a:pt x="107" y="404"/>
                  </a:lnTo>
                  <a:lnTo>
                    <a:pt x="139" y="355"/>
                  </a:lnTo>
                  <a:lnTo>
                    <a:pt x="177" y="309"/>
                  </a:lnTo>
                  <a:lnTo>
                    <a:pt x="219" y="266"/>
                  </a:lnTo>
                  <a:lnTo>
                    <a:pt x="265" y="226"/>
                  </a:lnTo>
                  <a:lnTo>
                    <a:pt x="318" y="189"/>
                  </a:lnTo>
                  <a:lnTo>
                    <a:pt x="374" y="155"/>
                  </a:lnTo>
                  <a:lnTo>
                    <a:pt x="434" y="123"/>
                  </a:lnTo>
                  <a:lnTo>
                    <a:pt x="499" y="95"/>
                  </a:lnTo>
                  <a:lnTo>
                    <a:pt x="571" y="71"/>
                  </a:lnTo>
                  <a:lnTo>
                    <a:pt x="646" y="50"/>
                  </a:lnTo>
                  <a:lnTo>
                    <a:pt x="726" y="32"/>
                  </a:lnTo>
                  <a:lnTo>
                    <a:pt x="812" y="18"/>
                  </a:lnTo>
                  <a:lnTo>
                    <a:pt x="902" y="7"/>
                  </a:lnTo>
                  <a:lnTo>
                    <a:pt x="998" y="1"/>
                  </a:lnTo>
                  <a:lnTo>
                    <a:pt x="1098" y="0"/>
                  </a:lnTo>
                  <a:close/>
                </a:path>
              </a:pathLst>
            </a:custGeom>
            <a:solidFill>
              <a:srgbClr val="FDCC9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8" name="Freeform 200">
              <a:extLst>
                <a:ext uri="{FF2B5EF4-FFF2-40B4-BE49-F238E27FC236}">
                  <a16:creationId xmlns:a16="http://schemas.microsoft.com/office/drawing/2014/main" id="{512BF8D2-14CB-02EB-AD67-B0AEF2EF65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7" y="1548"/>
              <a:ext cx="79" cy="87"/>
            </a:xfrm>
            <a:custGeom>
              <a:avLst/>
              <a:gdLst>
                <a:gd name="T0" fmla="*/ 119 w 238"/>
                <a:gd name="T1" fmla="*/ 0 h 259"/>
                <a:gd name="T2" fmla="*/ 146 w 238"/>
                <a:gd name="T3" fmla="*/ 4 h 259"/>
                <a:gd name="T4" fmla="*/ 171 w 238"/>
                <a:gd name="T5" fmla="*/ 13 h 259"/>
                <a:gd name="T6" fmla="*/ 192 w 238"/>
                <a:gd name="T7" fmla="*/ 29 h 259"/>
                <a:gd name="T8" fmla="*/ 211 w 238"/>
                <a:gd name="T9" fmla="*/ 49 h 259"/>
                <a:gd name="T10" fmla="*/ 225 w 238"/>
                <a:gd name="T11" fmla="*/ 72 h 259"/>
                <a:gd name="T12" fmla="*/ 234 w 238"/>
                <a:gd name="T13" fmla="*/ 100 h 259"/>
                <a:gd name="T14" fmla="*/ 238 w 238"/>
                <a:gd name="T15" fmla="*/ 129 h 259"/>
                <a:gd name="T16" fmla="*/ 234 w 238"/>
                <a:gd name="T17" fmla="*/ 159 h 259"/>
                <a:gd name="T18" fmla="*/ 225 w 238"/>
                <a:gd name="T19" fmla="*/ 187 h 259"/>
                <a:gd name="T20" fmla="*/ 211 w 238"/>
                <a:gd name="T21" fmla="*/ 211 h 259"/>
                <a:gd name="T22" fmla="*/ 192 w 238"/>
                <a:gd name="T23" fmla="*/ 231 h 259"/>
                <a:gd name="T24" fmla="*/ 171 w 238"/>
                <a:gd name="T25" fmla="*/ 246 h 259"/>
                <a:gd name="T26" fmla="*/ 146 w 238"/>
                <a:gd name="T27" fmla="*/ 256 h 259"/>
                <a:gd name="T28" fmla="*/ 119 w 238"/>
                <a:gd name="T29" fmla="*/ 259 h 259"/>
                <a:gd name="T30" fmla="*/ 91 w 238"/>
                <a:gd name="T31" fmla="*/ 256 h 259"/>
                <a:gd name="T32" fmla="*/ 67 w 238"/>
                <a:gd name="T33" fmla="*/ 246 h 259"/>
                <a:gd name="T34" fmla="*/ 44 w 238"/>
                <a:gd name="T35" fmla="*/ 231 h 259"/>
                <a:gd name="T36" fmla="*/ 26 w 238"/>
                <a:gd name="T37" fmla="*/ 211 h 259"/>
                <a:gd name="T38" fmla="*/ 12 w 238"/>
                <a:gd name="T39" fmla="*/ 187 h 259"/>
                <a:gd name="T40" fmla="*/ 2 w 238"/>
                <a:gd name="T41" fmla="*/ 159 h 259"/>
                <a:gd name="T42" fmla="*/ 0 w 238"/>
                <a:gd name="T43" fmla="*/ 129 h 259"/>
                <a:gd name="T44" fmla="*/ 2 w 238"/>
                <a:gd name="T45" fmla="*/ 100 h 259"/>
                <a:gd name="T46" fmla="*/ 12 w 238"/>
                <a:gd name="T47" fmla="*/ 72 h 259"/>
                <a:gd name="T48" fmla="*/ 26 w 238"/>
                <a:gd name="T49" fmla="*/ 49 h 259"/>
                <a:gd name="T50" fmla="*/ 44 w 238"/>
                <a:gd name="T51" fmla="*/ 29 h 259"/>
                <a:gd name="T52" fmla="*/ 67 w 238"/>
                <a:gd name="T53" fmla="*/ 13 h 259"/>
                <a:gd name="T54" fmla="*/ 91 w 238"/>
                <a:gd name="T55" fmla="*/ 4 h 259"/>
                <a:gd name="T56" fmla="*/ 119 w 238"/>
                <a:gd name="T57" fmla="*/ 0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8" h="259">
                  <a:moveTo>
                    <a:pt x="119" y="0"/>
                  </a:moveTo>
                  <a:lnTo>
                    <a:pt x="146" y="4"/>
                  </a:lnTo>
                  <a:lnTo>
                    <a:pt x="171" y="13"/>
                  </a:lnTo>
                  <a:lnTo>
                    <a:pt x="192" y="29"/>
                  </a:lnTo>
                  <a:lnTo>
                    <a:pt x="211" y="49"/>
                  </a:lnTo>
                  <a:lnTo>
                    <a:pt x="225" y="72"/>
                  </a:lnTo>
                  <a:lnTo>
                    <a:pt x="234" y="100"/>
                  </a:lnTo>
                  <a:lnTo>
                    <a:pt x="238" y="129"/>
                  </a:lnTo>
                  <a:lnTo>
                    <a:pt x="234" y="159"/>
                  </a:lnTo>
                  <a:lnTo>
                    <a:pt x="225" y="187"/>
                  </a:lnTo>
                  <a:lnTo>
                    <a:pt x="211" y="211"/>
                  </a:lnTo>
                  <a:lnTo>
                    <a:pt x="192" y="231"/>
                  </a:lnTo>
                  <a:lnTo>
                    <a:pt x="171" y="246"/>
                  </a:lnTo>
                  <a:lnTo>
                    <a:pt x="146" y="256"/>
                  </a:lnTo>
                  <a:lnTo>
                    <a:pt x="119" y="259"/>
                  </a:lnTo>
                  <a:lnTo>
                    <a:pt x="91" y="256"/>
                  </a:lnTo>
                  <a:lnTo>
                    <a:pt x="67" y="246"/>
                  </a:lnTo>
                  <a:lnTo>
                    <a:pt x="44" y="231"/>
                  </a:lnTo>
                  <a:lnTo>
                    <a:pt x="26" y="211"/>
                  </a:lnTo>
                  <a:lnTo>
                    <a:pt x="12" y="187"/>
                  </a:lnTo>
                  <a:lnTo>
                    <a:pt x="2" y="159"/>
                  </a:lnTo>
                  <a:lnTo>
                    <a:pt x="0" y="129"/>
                  </a:lnTo>
                  <a:lnTo>
                    <a:pt x="2" y="100"/>
                  </a:lnTo>
                  <a:lnTo>
                    <a:pt x="12" y="72"/>
                  </a:lnTo>
                  <a:lnTo>
                    <a:pt x="26" y="49"/>
                  </a:lnTo>
                  <a:lnTo>
                    <a:pt x="44" y="29"/>
                  </a:lnTo>
                  <a:lnTo>
                    <a:pt x="67" y="13"/>
                  </a:lnTo>
                  <a:lnTo>
                    <a:pt x="91" y="4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3B25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Freeform 201">
              <a:extLst>
                <a:ext uri="{FF2B5EF4-FFF2-40B4-BE49-F238E27FC236}">
                  <a16:creationId xmlns:a16="http://schemas.microsoft.com/office/drawing/2014/main" id="{C214A547-EA69-BAB1-1D53-ADA26D8DE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7" y="1561"/>
              <a:ext cx="24" cy="23"/>
            </a:xfrm>
            <a:custGeom>
              <a:avLst/>
              <a:gdLst>
                <a:gd name="T0" fmla="*/ 36 w 71"/>
                <a:gd name="T1" fmla="*/ 0 h 71"/>
                <a:gd name="T2" fmla="*/ 50 w 71"/>
                <a:gd name="T3" fmla="*/ 2 h 71"/>
                <a:gd name="T4" fmla="*/ 60 w 71"/>
                <a:gd name="T5" fmla="*/ 11 h 71"/>
                <a:gd name="T6" fmla="*/ 69 w 71"/>
                <a:gd name="T7" fmla="*/ 21 h 71"/>
                <a:gd name="T8" fmla="*/ 71 w 71"/>
                <a:gd name="T9" fmla="*/ 35 h 71"/>
                <a:gd name="T10" fmla="*/ 69 w 71"/>
                <a:gd name="T11" fmla="*/ 50 h 71"/>
                <a:gd name="T12" fmla="*/ 60 w 71"/>
                <a:gd name="T13" fmla="*/ 60 h 71"/>
                <a:gd name="T14" fmla="*/ 50 w 71"/>
                <a:gd name="T15" fmla="*/ 69 h 71"/>
                <a:gd name="T16" fmla="*/ 36 w 71"/>
                <a:gd name="T17" fmla="*/ 71 h 71"/>
                <a:gd name="T18" fmla="*/ 21 w 71"/>
                <a:gd name="T19" fmla="*/ 69 h 71"/>
                <a:gd name="T20" fmla="*/ 11 w 71"/>
                <a:gd name="T21" fmla="*/ 60 h 71"/>
                <a:gd name="T22" fmla="*/ 3 w 71"/>
                <a:gd name="T23" fmla="*/ 50 h 71"/>
                <a:gd name="T24" fmla="*/ 0 w 71"/>
                <a:gd name="T25" fmla="*/ 35 h 71"/>
                <a:gd name="T26" fmla="*/ 3 w 71"/>
                <a:gd name="T27" fmla="*/ 21 h 71"/>
                <a:gd name="T28" fmla="*/ 11 w 71"/>
                <a:gd name="T29" fmla="*/ 11 h 71"/>
                <a:gd name="T30" fmla="*/ 21 w 71"/>
                <a:gd name="T31" fmla="*/ 2 h 71"/>
                <a:gd name="T32" fmla="*/ 36 w 71"/>
                <a:gd name="T33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1" h="71">
                  <a:moveTo>
                    <a:pt x="36" y="0"/>
                  </a:moveTo>
                  <a:lnTo>
                    <a:pt x="50" y="2"/>
                  </a:lnTo>
                  <a:lnTo>
                    <a:pt x="60" y="11"/>
                  </a:lnTo>
                  <a:lnTo>
                    <a:pt x="69" y="21"/>
                  </a:lnTo>
                  <a:lnTo>
                    <a:pt x="71" y="35"/>
                  </a:lnTo>
                  <a:lnTo>
                    <a:pt x="69" y="50"/>
                  </a:lnTo>
                  <a:lnTo>
                    <a:pt x="60" y="60"/>
                  </a:lnTo>
                  <a:lnTo>
                    <a:pt x="50" y="69"/>
                  </a:lnTo>
                  <a:lnTo>
                    <a:pt x="36" y="71"/>
                  </a:lnTo>
                  <a:lnTo>
                    <a:pt x="21" y="69"/>
                  </a:lnTo>
                  <a:lnTo>
                    <a:pt x="11" y="60"/>
                  </a:lnTo>
                  <a:lnTo>
                    <a:pt x="3" y="50"/>
                  </a:lnTo>
                  <a:lnTo>
                    <a:pt x="0" y="35"/>
                  </a:lnTo>
                  <a:lnTo>
                    <a:pt x="3" y="21"/>
                  </a:lnTo>
                  <a:lnTo>
                    <a:pt x="11" y="11"/>
                  </a:lnTo>
                  <a:lnTo>
                    <a:pt x="21" y="2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0" name="Freeform 202">
              <a:extLst>
                <a:ext uri="{FF2B5EF4-FFF2-40B4-BE49-F238E27FC236}">
                  <a16:creationId xmlns:a16="http://schemas.microsoft.com/office/drawing/2014/main" id="{116FF35F-D2E6-BE6F-9E46-E86D9CFFA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9" y="1459"/>
              <a:ext cx="130" cy="43"/>
            </a:xfrm>
            <a:custGeom>
              <a:avLst/>
              <a:gdLst>
                <a:gd name="T0" fmla="*/ 203 w 388"/>
                <a:gd name="T1" fmla="*/ 0 h 129"/>
                <a:gd name="T2" fmla="*/ 242 w 388"/>
                <a:gd name="T3" fmla="*/ 1 h 129"/>
                <a:gd name="T4" fmla="*/ 275 w 388"/>
                <a:gd name="T5" fmla="*/ 5 h 129"/>
                <a:gd name="T6" fmla="*/ 303 w 388"/>
                <a:gd name="T7" fmla="*/ 13 h 129"/>
                <a:gd name="T8" fmla="*/ 327 w 388"/>
                <a:gd name="T9" fmla="*/ 22 h 129"/>
                <a:gd name="T10" fmla="*/ 346 w 388"/>
                <a:gd name="T11" fmla="*/ 33 h 129"/>
                <a:gd name="T12" fmla="*/ 361 w 388"/>
                <a:gd name="T13" fmla="*/ 45 h 129"/>
                <a:gd name="T14" fmla="*/ 373 w 388"/>
                <a:gd name="T15" fmla="*/ 56 h 129"/>
                <a:gd name="T16" fmla="*/ 381 w 388"/>
                <a:gd name="T17" fmla="*/ 69 h 129"/>
                <a:gd name="T18" fmla="*/ 386 w 388"/>
                <a:gd name="T19" fmla="*/ 81 h 129"/>
                <a:gd name="T20" fmla="*/ 388 w 388"/>
                <a:gd name="T21" fmla="*/ 93 h 129"/>
                <a:gd name="T22" fmla="*/ 388 w 388"/>
                <a:gd name="T23" fmla="*/ 105 h 129"/>
                <a:gd name="T24" fmla="*/ 386 w 388"/>
                <a:gd name="T25" fmla="*/ 113 h 129"/>
                <a:gd name="T26" fmla="*/ 382 w 388"/>
                <a:gd name="T27" fmla="*/ 121 h 129"/>
                <a:gd name="T28" fmla="*/ 378 w 388"/>
                <a:gd name="T29" fmla="*/ 126 h 129"/>
                <a:gd name="T30" fmla="*/ 370 w 388"/>
                <a:gd name="T31" fmla="*/ 129 h 129"/>
                <a:gd name="T32" fmla="*/ 365 w 388"/>
                <a:gd name="T33" fmla="*/ 127 h 129"/>
                <a:gd name="T34" fmla="*/ 322 w 388"/>
                <a:gd name="T35" fmla="*/ 112 h 129"/>
                <a:gd name="T36" fmla="*/ 283 w 388"/>
                <a:gd name="T37" fmla="*/ 103 h 129"/>
                <a:gd name="T38" fmla="*/ 247 w 388"/>
                <a:gd name="T39" fmla="*/ 97 h 129"/>
                <a:gd name="T40" fmla="*/ 214 w 388"/>
                <a:gd name="T41" fmla="*/ 93 h 129"/>
                <a:gd name="T42" fmla="*/ 184 w 388"/>
                <a:gd name="T43" fmla="*/ 94 h 129"/>
                <a:gd name="T44" fmla="*/ 157 w 388"/>
                <a:gd name="T45" fmla="*/ 97 h 129"/>
                <a:gd name="T46" fmla="*/ 132 w 388"/>
                <a:gd name="T47" fmla="*/ 100 h 129"/>
                <a:gd name="T48" fmla="*/ 109 w 388"/>
                <a:gd name="T49" fmla="*/ 105 h 129"/>
                <a:gd name="T50" fmla="*/ 88 w 388"/>
                <a:gd name="T51" fmla="*/ 111 h 129"/>
                <a:gd name="T52" fmla="*/ 70 w 388"/>
                <a:gd name="T53" fmla="*/ 116 h 129"/>
                <a:gd name="T54" fmla="*/ 53 w 388"/>
                <a:gd name="T55" fmla="*/ 119 h 129"/>
                <a:gd name="T56" fmla="*/ 38 w 388"/>
                <a:gd name="T57" fmla="*/ 121 h 129"/>
                <a:gd name="T58" fmla="*/ 24 w 388"/>
                <a:gd name="T59" fmla="*/ 121 h 129"/>
                <a:gd name="T60" fmla="*/ 12 w 388"/>
                <a:gd name="T61" fmla="*/ 118 h 129"/>
                <a:gd name="T62" fmla="*/ 5 w 388"/>
                <a:gd name="T63" fmla="*/ 113 h 129"/>
                <a:gd name="T64" fmla="*/ 1 w 388"/>
                <a:gd name="T65" fmla="*/ 106 h 129"/>
                <a:gd name="T66" fmla="*/ 0 w 388"/>
                <a:gd name="T67" fmla="*/ 97 h 129"/>
                <a:gd name="T68" fmla="*/ 2 w 388"/>
                <a:gd name="T69" fmla="*/ 86 h 129"/>
                <a:gd name="T70" fmla="*/ 7 w 388"/>
                <a:gd name="T71" fmla="*/ 73 h 129"/>
                <a:gd name="T72" fmla="*/ 16 w 388"/>
                <a:gd name="T73" fmla="*/ 61 h 129"/>
                <a:gd name="T74" fmla="*/ 30 w 388"/>
                <a:gd name="T75" fmla="*/ 48 h 129"/>
                <a:gd name="T76" fmla="*/ 46 w 388"/>
                <a:gd name="T77" fmla="*/ 35 h 129"/>
                <a:gd name="T78" fmla="*/ 69 w 388"/>
                <a:gd name="T79" fmla="*/ 23 h 129"/>
                <a:gd name="T80" fmla="*/ 95 w 388"/>
                <a:gd name="T81" fmla="*/ 14 h 129"/>
                <a:gd name="T82" fmla="*/ 126 w 388"/>
                <a:gd name="T83" fmla="*/ 7 h 129"/>
                <a:gd name="T84" fmla="*/ 161 w 388"/>
                <a:gd name="T85" fmla="*/ 2 h 129"/>
                <a:gd name="T86" fmla="*/ 203 w 388"/>
                <a:gd name="T87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88" h="129">
                  <a:moveTo>
                    <a:pt x="203" y="0"/>
                  </a:moveTo>
                  <a:lnTo>
                    <a:pt x="242" y="1"/>
                  </a:lnTo>
                  <a:lnTo>
                    <a:pt x="275" y="5"/>
                  </a:lnTo>
                  <a:lnTo>
                    <a:pt x="303" y="13"/>
                  </a:lnTo>
                  <a:lnTo>
                    <a:pt x="327" y="22"/>
                  </a:lnTo>
                  <a:lnTo>
                    <a:pt x="346" y="33"/>
                  </a:lnTo>
                  <a:lnTo>
                    <a:pt x="361" y="45"/>
                  </a:lnTo>
                  <a:lnTo>
                    <a:pt x="373" y="56"/>
                  </a:lnTo>
                  <a:lnTo>
                    <a:pt x="381" y="69"/>
                  </a:lnTo>
                  <a:lnTo>
                    <a:pt x="386" y="81"/>
                  </a:lnTo>
                  <a:lnTo>
                    <a:pt x="388" y="93"/>
                  </a:lnTo>
                  <a:lnTo>
                    <a:pt x="388" y="105"/>
                  </a:lnTo>
                  <a:lnTo>
                    <a:pt x="386" y="113"/>
                  </a:lnTo>
                  <a:lnTo>
                    <a:pt x="382" y="121"/>
                  </a:lnTo>
                  <a:lnTo>
                    <a:pt x="378" y="126"/>
                  </a:lnTo>
                  <a:lnTo>
                    <a:pt x="370" y="129"/>
                  </a:lnTo>
                  <a:lnTo>
                    <a:pt x="365" y="127"/>
                  </a:lnTo>
                  <a:lnTo>
                    <a:pt x="322" y="112"/>
                  </a:lnTo>
                  <a:lnTo>
                    <a:pt x="283" y="103"/>
                  </a:lnTo>
                  <a:lnTo>
                    <a:pt x="247" y="97"/>
                  </a:lnTo>
                  <a:lnTo>
                    <a:pt x="214" y="93"/>
                  </a:lnTo>
                  <a:lnTo>
                    <a:pt x="184" y="94"/>
                  </a:lnTo>
                  <a:lnTo>
                    <a:pt x="157" y="97"/>
                  </a:lnTo>
                  <a:lnTo>
                    <a:pt x="132" y="100"/>
                  </a:lnTo>
                  <a:lnTo>
                    <a:pt x="109" y="105"/>
                  </a:lnTo>
                  <a:lnTo>
                    <a:pt x="88" y="111"/>
                  </a:lnTo>
                  <a:lnTo>
                    <a:pt x="70" y="116"/>
                  </a:lnTo>
                  <a:lnTo>
                    <a:pt x="53" y="119"/>
                  </a:lnTo>
                  <a:lnTo>
                    <a:pt x="38" y="121"/>
                  </a:lnTo>
                  <a:lnTo>
                    <a:pt x="24" y="121"/>
                  </a:lnTo>
                  <a:lnTo>
                    <a:pt x="12" y="118"/>
                  </a:lnTo>
                  <a:lnTo>
                    <a:pt x="5" y="113"/>
                  </a:lnTo>
                  <a:lnTo>
                    <a:pt x="1" y="106"/>
                  </a:lnTo>
                  <a:lnTo>
                    <a:pt x="0" y="97"/>
                  </a:lnTo>
                  <a:lnTo>
                    <a:pt x="2" y="86"/>
                  </a:lnTo>
                  <a:lnTo>
                    <a:pt x="7" y="73"/>
                  </a:lnTo>
                  <a:lnTo>
                    <a:pt x="16" y="61"/>
                  </a:lnTo>
                  <a:lnTo>
                    <a:pt x="30" y="48"/>
                  </a:lnTo>
                  <a:lnTo>
                    <a:pt x="46" y="35"/>
                  </a:lnTo>
                  <a:lnTo>
                    <a:pt x="69" y="23"/>
                  </a:lnTo>
                  <a:lnTo>
                    <a:pt x="95" y="14"/>
                  </a:lnTo>
                  <a:lnTo>
                    <a:pt x="126" y="7"/>
                  </a:lnTo>
                  <a:lnTo>
                    <a:pt x="161" y="2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36221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1" name="Freeform 203">
              <a:extLst>
                <a:ext uri="{FF2B5EF4-FFF2-40B4-BE49-F238E27FC236}">
                  <a16:creationId xmlns:a16="http://schemas.microsoft.com/office/drawing/2014/main" id="{DC35E0E7-4DC0-39E8-6B1F-01AFD9F72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8" y="1548"/>
              <a:ext cx="79" cy="87"/>
            </a:xfrm>
            <a:custGeom>
              <a:avLst/>
              <a:gdLst>
                <a:gd name="T0" fmla="*/ 119 w 238"/>
                <a:gd name="T1" fmla="*/ 0 h 259"/>
                <a:gd name="T2" fmla="*/ 147 w 238"/>
                <a:gd name="T3" fmla="*/ 4 h 259"/>
                <a:gd name="T4" fmla="*/ 172 w 238"/>
                <a:gd name="T5" fmla="*/ 13 h 259"/>
                <a:gd name="T6" fmla="*/ 193 w 238"/>
                <a:gd name="T7" fmla="*/ 29 h 259"/>
                <a:gd name="T8" fmla="*/ 212 w 238"/>
                <a:gd name="T9" fmla="*/ 49 h 259"/>
                <a:gd name="T10" fmla="*/ 226 w 238"/>
                <a:gd name="T11" fmla="*/ 72 h 259"/>
                <a:gd name="T12" fmla="*/ 235 w 238"/>
                <a:gd name="T13" fmla="*/ 100 h 259"/>
                <a:gd name="T14" fmla="*/ 238 w 238"/>
                <a:gd name="T15" fmla="*/ 129 h 259"/>
                <a:gd name="T16" fmla="*/ 235 w 238"/>
                <a:gd name="T17" fmla="*/ 159 h 259"/>
                <a:gd name="T18" fmla="*/ 226 w 238"/>
                <a:gd name="T19" fmla="*/ 187 h 259"/>
                <a:gd name="T20" fmla="*/ 212 w 238"/>
                <a:gd name="T21" fmla="*/ 211 h 259"/>
                <a:gd name="T22" fmla="*/ 193 w 238"/>
                <a:gd name="T23" fmla="*/ 231 h 259"/>
                <a:gd name="T24" fmla="*/ 172 w 238"/>
                <a:gd name="T25" fmla="*/ 246 h 259"/>
                <a:gd name="T26" fmla="*/ 147 w 238"/>
                <a:gd name="T27" fmla="*/ 256 h 259"/>
                <a:gd name="T28" fmla="*/ 119 w 238"/>
                <a:gd name="T29" fmla="*/ 259 h 259"/>
                <a:gd name="T30" fmla="*/ 92 w 238"/>
                <a:gd name="T31" fmla="*/ 256 h 259"/>
                <a:gd name="T32" fmla="*/ 67 w 238"/>
                <a:gd name="T33" fmla="*/ 246 h 259"/>
                <a:gd name="T34" fmla="*/ 44 w 238"/>
                <a:gd name="T35" fmla="*/ 231 h 259"/>
                <a:gd name="T36" fmla="*/ 27 w 238"/>
                <a:gd name="T37" fmla="*/ 211 h 259"/>
                <a:gd name="T38" fmla="*/ 12 w 238"/>
                <a:gd name="T39" fmla="*/ 187 h 259"/>
                <a:gd name="T40" fmla="*/ 3 w 238"/>
                <a:gd name="T41" fmla="*/ 159 h 259"/>
                <a:gd name="T42" fmla="*/ 0 w 238"/>
                <a:gd name="T43" fmla="*/ 129 h 259"/>
                <a:gd name="T44" fmla="*/ 3 w 238"/>
                <a:gd name="T45" fmla="*/ 100 h 259"/>
                <a:gd name="T46" fmla="*/ 12 w 238"/>
                <a:gd name="T47" fmla="*/ 72 h 259"/>
                <a:gd name="T48" fmla="*/ 27 w 238"/>
                <a:gd name="T49" fmla="*/ 49 h 259"/>
                <a:gd name="T50" fmla="*/ 44 w 238"/>
                <a:gd name="T51" fmla="*/ 29 h 259"/>
                <a:gd name="T52" fmla="*/ 67 w 238"/>
                <a:gd name="T53" fmla="*/ 13 h 259"/>
                <a:gd name="T54" fmla="*/ 92 w 238"/>
                <a:gd name="T55" fmla="*/ 4 h 259"/>
                <a:gd name="T56" fmla="*/ 119 w 238"/>
                <a:gd name="T57" fmla="*/ 0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8" h="259">
                  <a:moveTo>
                    <a:pt x="119" y="0"/>
                  </a:moveTo>
                  <a:lnTo>
                    <a:pt x="147" y="4"/>
                  </a:lnTo>
                  <a:lnTo>
                    <a:pt x="172" y="13"/>
                  </a:lnTo>
                  <a:lnTo>
                    <a:pt x="193" y="29"/>
                  </a:lnTo>
                  <a:lnTo>
                    <a:pt x="212" y="49"/>
                  </a:lnTo>
                  <a:lnTo>
                    <a:pt x="226" y="72"/>
                  </a:lnTo>
                  <a:lnTo>
                    <a:pt x="235" y="100"/>
                  </a:lnTo>
                  <a:lnTo>
                    <a:pt x="238" y="129"/>
                  </a:lnTo>
                  <a:lnTo>
                    <a:pt x="235" y="159"/>
                  </a:lnTo>
                  <a:lnTo>
                    <a:pt x="226" y="187"/>
                  </a:lnTo>
                  <a:lnTo>
                    <a:pt x="212" y="211"/>
                  </a:lnTo>
                  <a:lnTo>
                    <a:pt x="193" y="231"/>
                  </a:lnTo>
                  <a:lnTo>
                    <a:pt x="172" y="246"/>
                  </a:lnTo>
                  <a:lnTo>
                    <a:pt x="147" y="256"/>
                  </a:lnTo>
                  <a:lnTo>
                    <a:pt x="119" y="259"/>
                  </a:lnTo>
                  <a:lnTo>
                    <a:pt x="92" y="256"/>
                  </a:lnTo>
                  <a:lnTo>
                    <a:pt x="67" y="246"/>
                  </a:lnTo>
                  <a:lnTo>
                    <a:pt x="44" y="231"/>
                  </a:lnTo>
                  <a:lnTo>
                    <a:pt x="27" y="211"/>
                  </a:lnTo>
                  <a:lnTo>
                    <a:pt x="12" y="187"/>
                  </a:lnTo>
                  <a:lnTo>
                    <a:pt x="3" y="159"/>
                  </a:lnTo>
                  <a:lnTo>
                    <a:pt x="0" y="129"/>
                  </a:lnTo>
                  <a:lnTo>
                    <a:pt x="3" y="100"/>
                  </a:lnTo>
                  <a:lnTo>
                    <a:pt x="12" y="72"/>
                  </a:lnTo>
                  <a:lnTo>
                    <a:pt x="27" y="49"/>
                  </a:lnTo>
                  <a:lnTo>
                    <a:pt x="44" y="29"/>
                  </a:lnTo>
                  <a:lnTo>
                    <a:pt x="67" y="13"/>
                  </a:lnTo>
                  <a:lnTo>
                    <a:pt x="92" y="4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3B25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Freeform 204">
              <a:extLst>
                <a:ext uri="{FF2B5EF4-FFF2-40B4-BE49-F238E27FC236}">
                  <a16:creationId xmlns:a16="http://schemas.microsoft.com/office/drawing/2014/main" id="{BAB1DE5A-94CB-EF6B-6548-2E5DC3C62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8" y="1561"/>
              <a:ext cx="24" cy="23"/>
            </a:xfrm>
            <a:custGeom>
              <a:avLst/>
              <a:gdLst>
                <a:gd name="T0" fmla="*/ 36 w 72"/>
                <a:gd name="T1" fmla="*/ 0 h 71"/>
                <a:gd name="T2" fmla="*/ 50 w 72"/>
                <a:gd name="T3" fmla="*/ 2 h 71"/>
                <a:gd name="T4" fmla="*/ 61 w 72"/>
                <a:gd name="T5" fmla="*/ 11 h 71"/>
                <a:gd name="T6" fmla="*/ 69 w 72"/>
                <a:gd name="T7" fmla="*/ 21 h 71"/>
                <a:gd name="T8" fmla="*/ 72 w 72"/>
                <a:gd name="T9" fmla="*/ 35 h 71"/>
                <a:gd name="T10" fmla="*/ 69 w 72"/>
                <a:gd name="T11" fmla="*/ 50 h 71"/>
                <a:gd name="T12" fmla="*/ 61 w 72"/>
                <a:gd name="T13" fmla="*/ 60 h 71"/>
                <a:gd name="T14" fmla="*/ 50 w 72"/>
                <a:gd name="T15" fmla="*/ 69 h 71"/>
                <a:gd name="T16" fmla="*/ 36 w 72"/>
                <a:gd name="T17" fmla="*/ 71 h 71"/>
                <a:gd name="T18" fmla="*/ 23 w 72"/>
                <a:gd name="T19" fmla="*/ 69 h 71"/>
                <a:gd name="T20" fmla="*/ 11 w 72"/>
                <a:gd name="T21" fmla="*/ 60 h 71"/>
                <a:gd name="T22" fmla="*/ 4 w 72"/>
                <a:gd name="T23" fmla="*/ 50 h 71"/>
                <a:gd name="T24" fmla="*/ 0 w 72"/>
                <a:gd name="T25" fmla="*/ 35 h 71"/>
                <a:gd name="T26" fmla="*/ 4 w 72"/>
                <a:gd name="T27" fmla="*/ 21 h 71"/>
                <a:gd name="T28" fmla="*/ 11 w 72"/>
                <a:gd name="T29" fmla="*/ 11 h 71"/>
                <a:gd name="T30" fmla="*/ 23 w 72"/>
                <a:gd name="T31" fmla="*/ 2 h 71"/>
                <a:gd name="T32" fmla="*/ 36 w 72"/>
                <a:gd name="T33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2" h="71">
                  <a:moveTo>
                    <a:pt x="36" y="0"/>
                  </a:moveTo>
                  <a:lnTo>
                    <a:pt x="50" y="2"/>
                  </a:lnTo>
                  <a:lnTo>
                    <a:pt x="61" y="11"/>
                  </a:lnTo>
                  <a:lnTo>
                    <a:pt x="69" y="21"/>
                  </a:lnTo>
                  <a:lnTo>
                    <a:pt x="72" y="35"/>
                  </a:lnTo>
                  <a:lnTo>
                    <a:pt x="69" y="50"/>
                  </a:lnTo>
                  <a:lnTo>
                    <a:pt x="61" y="60"/>
                  </a:lnTo>
                  <a:lnTo>
                    <a:pt x="50" y="69"/>
                  </a:lnTo>
                  <a:lnTo>
                    <a:pt x="36" y="71"/>
                  </a:lnTo>
                  <a:lnTo>
                    <a:pt x="23" y="69"/>
                  </a:lnTo>
                  <a:lnTo>
                    <a:pt x="11" y="60"/>
                  </a:lnTo>
                  <a:lnTo>
                    <a:pt x="4" y="50"/>
                  </a:lnTo>
                  <a:lnTo>
                    <a:pt x="0" y="35"/>
                  </a:lnTo>
                  <a:lnTo>
                    <a:pt x="4" y="21"/>
                  </a:lnTo>
                  <a:lnTo>
                    <a:pt x="11" y="11"/>
                  </a:lnTo>
                  <a:lnTo>
                    <a:pt x="23" y="2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3" name="Freeform 205">
              <a:extLst>
                <a:ext uri="{FF2B5EF4-FFF2-40B4-BE49-F238E27FC236}">
                  <a16:creationId xmlns:a16="http://schemas.microsoft.com/office/drawing/2014/main" id="{17049CFD-19CF-3C73-BA33-EB90504B1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0" y="1459"/>
              <a:ext cx="130" cy="43"/>
            </a:xfrm>
            <a:custGeom>
              <a:avLst/>
              <a:gdLst>
                <a:gd name="T0" fmla="*/ 186 w 389"/>
                <a:gd name="T1" fmla="*/ 0 h 129"/>
                <a:gd name="T2" fmla="*/ 227 w 389"/>
                <a:gd name="T3" fmla="*/ 2 h 129"/>
                <a:gd name="T4" fmla="*/ 263 w 389"/>
                <a:gd name="T5" fmla="*/ 7 h 129"/>
                <a:gd name="T6" fmla="*/ 294 w 389"/>
                <a:gd name="T7" fmla="*/ 14 h 129"/>
                <a:gd name="T8" fmla="*/ 320 w 389"/>
                <a:gd name="T9" fmla="*/ 23 h 129"/>
                <a:gd name="T10" fmla="*/ 342 w 389"/>
                <a:gd name="T11" fmla="*/ 35 h 129"/>
                <a:gd name="T12" fmla="*/ 359 w 389"/>
                <a:gd name="T13" fmla="*/ 48 h 129"/>
                <a:gd name="T14" fmla="*/ 372 w 389"/>
                <a:gd name="T15" fmla="*/ 61 h 129"/>
                <a:gd name="T16" fmla="*/ 382 w 389"/>
                <a:gd name="T17" fmla="*/ 73 h 129"/>
                <a:gd name="T18" fmla="*/ 386 w 389"/>
                <a:gd name="T19" fmla="*/ 86 h 129"/>
                <a:gd name="T20" fmla="*/ 389 w 389"/>
                <a:gd name="T21" fmla="*/ 97 h 129"/>
                <a:gd name="T22" fmla="*/ 388 w 389"/>
                <a:gd name="T23" fmla="*/ 106 h 129"/>
                <a:gd name="T24" fmla="*/ 384 w 389"/>
                <a:gd name="T25" fmla="*/ 113 h 129"/>
                <a:gd name="T26" fmla="*/ 377 w 389"/>
                <a:gd name="T27" fmla="*/ 118 h 129"/>
                <a:gd name="T28" fmla="*/ 365 w 389"/>
                <a:gd name="T29" fmla="*/ 121 h 129"/>
                <a:gd name="T30" fmla="*/ 351 w 389"/>
                <a:gd name="T31" fmla="*/ 121 h 129"/>
                <a:gd name="T32" fmla="*/ 335 w 389"/>
                <a:gd name="T33" fmla="*/ 119 h 129"/>
                <a:gd name="T34" fmla="*/ 319 w 389"/>
                <a:gd name="T35" fmla="*/ 116 h 129"/>
                <a:gd name="T36" fmla="*/ 301 w 389"/>
                <a:gd name="T37" fmla="*/ 111 h 129"/>
                <a:gd name="T38" fmla="*/ 280 w 389"/>
                <a:gd name="T39" fmla="*/ 105 h 129"/>
                <a:gd name="T40" fmla="*/ 257 w 389"/>
                <a:gd name="T41" fmla="*/ 100 h 129"/>
                <a:gd name="T42" fmla="*/ 232 w 389"/>
                <a:gd name="T43" fmla="*/ 97 h 129"/>
                <a:gd name="T44" fmla="*/ 205 w 389"/>
                <a:gd name="T45" fmla="*/ 94 h 129"/>
                <a:gd name="T46" fmla="*/ 175 w 389"/>
                <a:gd name="T47" fmla="*/ 93 h 129"/>
                <a:gd name="T48" fmla="*/ 142 w 389"/>
                <a:gd name="T49" fmla="*/ 97 h 129"/>
                <a:gd name="T50" fmla="*/ 106 w 389"/>
                <a:gd name="T51" fmla="*/ 103 h 129"/>
                <a:gd name="T52" fmla="*/ 67 w 389"/>
                <a:gd name="T53" fmla="*/ 112 h 129"/>
                <a:gd name="T54" fmla="*/ 24 w 389"/>
                <a:gd name="T55" fmla="*/ 127 h 129"/>
                <a:gd name="T56" fmla="*/ 18 w 389"/>
                <a:gd name="T57" fmla="*/ 129 h 129"/>
                <a:gd name="T58" fmla="*/ 11 w 389"/>
                <a:gd name="T59" fmla="*/ 126 h 129"/>
                <a:gd name="T60" fmla="*/ 6 w 389"/>
                <a:gd name="T61" fmla="*/ 121 h 129"/>
                <a:gd name="T62" fmla="*/ 3 w 389"/>
                <a:gd name="T63" fmla="*/ 113 h 129"/>
                <a:gd name="T64" fmla="*/ 0 w 389"/>
                <a:gd name="T65" fmla="*/ 105 h 129"/>
                <a:gd name="T66" fmla="*/ 0 w 389"/>
                <a:gd name="T67" fmla="*/ 93 h 129"/>
                <a:gd name="T68" fmla="*/ 3 w 389"/>
                <a:gd name="T69" fmla="*/ 81 h 129"/>
                <a:gd name="T70" fmla="*/ 7 w 389"/>
                <a:gd name="T71" fmla="*/ 69 h 129"/>
                <a:gd name="T72" fmla="*/ 16 w 389"/>
                <a:gd name="T73" fmla="*/ 56 h 129"/>
                <a:gd name="T74" fmla="*/ 28 w 389"/>
                <a:gd name="T75" fmla="*/ 45 h 129"/>
                <a:gd name="T76" fmla="*/ 43 w 389"/>
                <a:gd name="T77" fmla="*/ 33 h 129"/>
                <a:gd name="T78" fmla="*/ 62 w 389"/>
                <a:gd name="T79" fmla="*/ 22 h 129"/>
                <a:gd name="T80" fmla="*/ 86 w 389"/>
                <a:gd name="T81" fmla="*/ 13 h 129"/>
                <a:gd name="T82" fmla="*/ 113 w 389"/>
                <a:gd name="T83" fmla="*/ 5 h 129"/>
                <a:gd name="T84" fmla="*/ 148 w 389"/>
                <a:gd name="T85" fmla="*/ 1 h 129"/>
                <a:gd name="T86" fmla="*/ 186 w 389"/>
                <a:gd name="T87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89" h="129">
                  <a:moveTo>
                    <a:pt x="186" y="0"/>
                  </a:moveTo>
                  <a:lnTo>
                    <a:pt x="227" y="2"/>
                  </a:lnTo>
                  <a:lnTo>
                    <a:pt x="263" y="7"/>
                  </a:lnTo>
                  <a:lnTo>
                    <a:pt x="294" y="14"/>
                  </a:lnTo>
                  <a:lnTo>
                    <a:pt x="320" y="23"/>
                  </a:lnTo>
                  <a:lnTo>
                    <a:pt x="342" y="35"/>
                  </a:lnTo>
                  <a:lnTo>
                    <a:pt x="359" y="48"/>
                  </a:lnTo>
                  <a:lnTo>
                    <a:pt x="372" y="61"/>
                  </a:lnTo>
                  <a:lnTo>
                    <a:pt x="382" y="73"/>
                  </a:lnTo>
                  <a:lnTo>
                    <a:pt x="386" y="86"/>
                  </a:lnTo>
                  <a:lnTo>
                    <a:pt x="389" y="97"/>
                  </a:lnTo>
                  <a:lnTo>
                    <a:pt x="388" y="106"/>
                  </a:lnTo>
                  <a:lnTo>
                    <a:pt x="384" y="113"/>
                  </a:lnTo>
                  <a:lnTo>
                    <a:pt x="377" y="118"/>
                  </a:lnTo>
                  <a:lnTo>
                    <a:pt x="365" y="121"/>
                  </a:lnTo>
                  <a:lnTo>
                    <a:pt x="351" y="121"/>
                  </a:lnTo>
                  <a:lnTo>
                    <a:pt x="335" y="119"/>
                  </a:lnTo>
                  <a:lnTo>
                    <a:pt x="319" y="116"/>
                  </a:lnTo>
                  <a:lnTo>
                    <a:pt x="301" y="111"/>
                  </a:lnTo>
                  <a:lnTo>
                    <a:pt x="280" y="105"/>
                  </a:lnTo>
                  <a:lnTo>
                    <a:pt x="257" y="100"/>
                  </a:lnTo>
                  <a:lnTo>
                    <a:pt x="232" y="97"/>
                  </a:lnTo>
                  <a:lnTo>
                    <a:pt x="205" y="94"/>
                  </a:lnTo>
                  <a:lnTo>
                    <a:pt x="175" y="93"/>
                  </a:lnTo>
                  <a:lnTo>
                    <a:pt x="142" y="97"/>
                  </a:lnTo>
                  <a:lnTo>
                    <a:pt x="106" y="103"/>
                  </a:lnTo>
                  <a:lnTo>
                    <a:pt x="67" y="112"/>
                  </a:lnTo>
                  <a:lnTo>
                    <a:pt x="24" y="127"/>
                  </a:lnTo>
                  <a:lnTo>
                    <a:pt x="18" y="129"/>
                  </a:lnTo>
                  <a:lnTo>
                    <a:pt x="11" y="126"/>
                  </a:lnTo>
                  <a:lnTo>
                    <a:pt x="6" y="121"/>
                  </a:lnTo>
                  <a:lnTo>
                    <a:pt x="3" y="113"/>
                  </a:lnTo>
                  <a:lnTo>
                    <a:pt x="0" y="105"/>
                  </a:lnTo>
                  <a:lnTo>
                    <a:pt x="0" y="93"/>
                  </a:lnTo>
                  <a:lnTo>
                    <a:pt x="3" y="81"/>
                  </a:lnTo>
                  <a:lnTo>
                    <a:pt x="7" y="69"/>
                  </a:lnTo>
                  <a:lnTo>
                    <a:pt x="16" y="56"/>
                  </a:lnTo>
                  <a:lnTo>
                    <a:pt x="28" y="45"/>
                  </a:lnTo>
                  <a:lnTo>
                    <a:pt x="43" y="33"/>
                  </a:lnTo>
                  <a:lnTo>
                    <a:pt x="62" y="22"/>
                  </a:lnTo>
                  <a:lnTo>
                    <a:pt x="86" y="13"/>
                  </a:lnTo>
                  <a:lnTo>
                    <a:pt x="113" y="5"/>
                  </a:lnTo>
                  <a:lnTo>
                    <a:pt x="148" y="1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36221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4" name="Freeform 206">
              <a:extLst>
                <a:ext uri="{FF2B5EF4-FFF2-40B4-BE49-F238E27FC236}">
                  <a16:creationId xmlns:a16="http://schemas.microsoft.com/office/drawing/2014/main" id="{8D945258-903A-4F10-48C9-55845F2F4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2" y="1725"/>
              <a:ext cx="125" cy="44"/>
            </a:xfrm>
            <a:custGeom>
              <a:avLst/>
              <a:gdLst>
                <a:gd name="T0" fmla="*/ 370 w 376"/>
                <a:gd name="T1" fmla="*/ 0 h 134"/>
                <a:gd name="T2" fmla="*/ 375 w 376"/>
                <a:gd name="T3" fmla="*/ 4 h 134"/>
                <a:gd name="T4" fmla="*/ 376 w 376"/>
                <a:gd name="T5" fmla="*/ 11 h 134"/>
                <a:gd name="T6" fmla="*/ 375 w 376"/>
                <a:gd name="T7" fmla="*/ 23 h 134"/>
                <a:gd name="T8" fmla="*/ 373 w 376"/>
                <a:gd name="T9" fmla="*/ 36 h 134"/>
                <a:gd name="T10" fmla="*/ 368 w 376"/>
                <a:gd name="T11" fmla="*/ 49 h 134"/>
                <a:gd name="T12" fmla="*/ 362 w 376"/>
                <a:gd name="T13" fmla="*/ 62 h 134"/>
                <a:gd name="T14" fmla="*/ 352 w 376"/>
                <a:gd name="T15" fmla="*/ 76 h 134"/>
                <a:gd name="T16" fmla="*/ 339 w 376"/>
                <a:gd name="T17" fmla="*/ 89 h 134"/>
                <a:gd name="T18" fmla="*/ 324 w 376"/>
                <a:gd name="T19" fmla="*/ 101 h 134"/>
                <a:gd name="T20" fmla="*/ 305 w 376"/>
                <a:gd name="T21" fmla="*/ 112 h 134"/>
                <a:gd name="T22" fmla="*/ 282 w 376"/>
                <a:gd name="T23" fmla="*/ 121 h 134"/>
                <a:gd name="T24" fmla="*/ 255 w 376"/>
                <a:gd name="T25" fmla="*/ 128 h 134"/>
                <a:gd name="T26" fmla="*/ 224 w 376"/>
                <a:gd name="T27" fmla="*/ 133 h 134"/>
                <a:gd name="T28" fmla="*/ 187 w 376"/>
                <a:gd name="T29" fmla="*/ 134 h 134"/>
                <a:gd name="T30" fmla="*/ 152 w 376"/>
                <a:gd name="T31" fmla="*/ 133 h 134"/>
                <a:gd name="T32" fmla="*/ 121 w 376"/>
                <a:gd name="T33" fmla="*/ 128 h 134"/>
                <a:gd name="T34" fmla="*/ 93 w 376"/>
                <a:gd name="T35" fmla="*/ 121 h 134"/>
                <a:gd name="T36" fmla="*/ 71 w 376"/>
                <a:gd name="T37" fmla="*/ 112 h 134"/>
                <a:gd name="T38" fmla="*/ 52 w 376"/>
                <a:gd name="T39" fmla="*/ 101 h 134"/>
                <a:gd name="T40" fmla="*/ 36 w 376"/>
                <a:gd name="T41" fmla="*/ 89 h 134"/>
                <a:gd name="T42" fmla="*/ 23 w 376"/>
                <a:gd name="T43" fmla="*/ 76 h 134"/>
                <a:gd name="T44" fmla="*/ 14 w 376"/>
                <a:gd name="T45" fmla="*/ 62 h 134"/>
                <a:gd name="T46" fmla="*/ 8 w 376"/>
                <a:gd name="T47" fmla="*/ 49 h 134"/>
                <a:gd name="T48" fmla="*/ 3 w 376"/>
                <a:gd name="T49" fmla="*/ 36 h 134"/>
                <a:gd name="T50" fmla="*/ 1 w 376"/>
                <a:gd name="T51" fmla="*/ 23 h 134"/>
                <a:gd name="T52" fmla="*/ 0 w 376"/>
                <a:gd name="T53" fmla="*/ 11 h 134"/>
                <a:gd name="T54" fmla="*/ 2 w 376"/>
                <a:gd name="T55" fmla="*/ 4 h 134"/>
                <a:gd name="T56" fmla="*/ 5 w 376"/>
                <a:gd name="T57" fmla="*/ 0 h 134"/>
                <a:gd name="T58" fmla="*/ 13 w 376"/>
                <a:gd name="T59" fmla="*/ 0 h 134"/>
                <a:gd name="T60" fmla="*/ 22 w 376"/>
                <a:gd name="T61" fmla="*/ 4 h 134"/>
                <a:gd name="T62" fmla="*/ 35 w 376"/>
                <a:gd name="T63" fmla="*/ 11 h 134"/>
                <a:gd name="T64" fmla="*/ 49 w 376"/>
                <a:gd name="T65" fmla="*/ 18 h 134"/>
                <a:gd name="T66" fmla="*/ 67 w 376"/>
                <a:gd name="T67" fmla="*/ 26 h 134"/>
                <a:gd name="T68" fmla="*/ 87 w 376"/>
                <a:gd name="T69" fmla="*/ 36 h 134"/>
                <a:gd name="T70" fmla="*/ 109 w 376"/>
                <a:gd name="T71" fmla="*/ 44 h 134"/>
                <a:gd name="T72" fmla="*/ 134 w 376"/>
                <a:gd name="T73" fmla="*/ 50 h 134"/>
                <a:gd name="T74" fmla="*/ 160 w 376"/>
                <a:gd name="T75" fmla="*/ 55 h 134"/>
                <a:gd name="T76" fmla="*/ 187 w 376"/>
                <a:gd name="T77" fmla="*/ 57 h 134"/>
                <a:gd name="T78" fmla="*/ 216 w 376"/>
                <a:gd name="T79" fmla="*/ 55 h 134"/>
                <a:gd name="T80" fmla="*/ 243 w 376"/>
                <a:gd name="T81" fmla="*/ 50 h 134"/>
                <a:gd name="T82" fmla="*/ 267 w 376"/>
                <a:gd name="T83" fmla="*/ 44 h 134"/>
                <a:gd name="T84" fmla="*/ 288 w 376"/>
                <a:gd name="T85" fmla="*/ 36 h 134"/>
                <a:gd name="T86" fmla="*/ 308 w 376"/>
                <a:gd name="T87" fmla="*/ 26 h 134"/>
                <a:gd name="T88" fmla="*/ 326 w 376"/>
                <a:gd name="T89" fmla="*/ 18 h 134"/>
                <a:gd name="T90" fmla="*/ 340 w 376"/>
                <a:gd name="T91" fmla="*/ 11 h 134"/>
                <a:gd name="T92" fmla="*/ 354 w 376"/>
                <a:gd name="T93" fmla="*/ 4 h 134"/>
                <a:gd name="T94" fmla="*/ 363 w 376"/>
                <a:gd name="T95" fmla="*/ 0 h 134"/>
                <a:gd name="T96" fmla="*/ 370 w 376"/>
                <a:gd name="T97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76" h="134">
                  <a:moveTo>
                    <a:pt x="370" y="0"/>
                  </a:moveTo>
                  <a:lnTo>
                    <a:pt x="375" y="4"/>
                  </a:lnTo>
                  <a:lnTo>
                    <a:pt x="376" y="11"/>
                  </a:lnTo>
                  <a:lnTo>
                    <a:pt x="375" y="23"/>
                  </a:lnTo>
                  <a:lnTo>
                    <a:pt x="373" y="36"/>
                  </a:lnTo>
                  <a:lnTo>
                    <a:pt x="368" y="49"/>
                  </a:lnTo>
                  <a:lnTo>
                    <a:pt x="362" y="62"/>
                  </a:lnTo>
                  <a:lnTo>
                    <a:pt x="352" y="76"/>
                  </a:lnTo>
                  <a:lnTo>
                    <a:pt x="339" y="89"/>
                  </a:lnTo>
                  <a:lnTo>
                    <a:pt x="324" y="101"/>
                  </a:lnTo>
                  <a:lnTo>
                    <a:pt x="305" y="112"/>
                  </a:lnTo>
                  <a:lnTo>
                    <a:pt x="282" y="121"/>
                  </a:lnTo>
                  <a:lnTo>
                    <a:pt x="255" y="128"/>
                  </a:lnTo>
                  <a:lnTo>
                    <a:pt x="224" y="133"/>
                  </a:lnTo>
                  <a:lnTo>
                    <a:pt x="187" y="134"/>
                  </a:lnTo>
                  <a:lnTo>
                    <a:pt x="152" y="133"/>
                  </a:lnTo>
                  <a:lnTo>
                    <a:pt x="121" y="128"/>
                  </a:lnTo>
                  <a:lnTo>
                    <a:pt x="93" y="121"/>
                  </a:lnTo>
                  <a:lnTo>
                    <a:pt x="71" y="112"/>
                  </a:lnTo>
                  <a:lnTo>
                    <a:pt x="52" y="101"/>
                  </a:lnTo>
                  <a:lnTo>
                    <a:pt x="36" y="89"/>
                  </a:lnTo>
                  <a:lnTo>
                    <a:pt x="23" y="76"/>
                  </a:lnTo>
                  <a:lnTo>
                    <a:pt x="14" y="62"/>
                  </a:lnTo>
                  <a:lnTo>
                    <a:pt x="8" y="49"/>
                  </a:lnTo>
                  <a:lnTo>
                    <a:pt x="3" y="36"/>
                  </a:lnTo>
                  <a:lnTo>
                    <a:pt x="1" y="23"/>
                  </a:lnTo>
                  <a:lnTo>
                    <a:pt x="0" y="11"/>
                  </a:lnTo>
                  <a:lnTo>
                    <a:pt x="2" y="4"/>
                  </a:lnTo>
                  <a:lnTo>
                    <a:pt x="5" y="0"/>
                  </a:lnTo>
                  <a:lnTo>
                    <a:pt x="13" y="0"/>
                  </a:lnTo>
                  <a:lnTo>
                    <a:pt x="22" y="4"/>
                  </a:lnTo>
                  <a:lnTo>
                    <a:pt x="35" y="11"/>
                  </a:lnTo>
                  <a:lnTo>
                    <a:pt x="49" y="18"/>
                  </a:lnTo>
                  <a:lnTo>
                    <a:pt x="67" y="26"/>
                  </a:lnTo>
                  <a:lnTo>
                    <a:pt x="87" y="36"/>
                  </a:lnTo>
                  <a:lnTo>
                    <a:pt x="109" y="44"/>
                  </a:lnTo>
                  <a:lnTo>
                    <a:pt x="134" y="50"/>
                  </a:lnTo>
                  <a:lnTo>
                    <a:pt x="160" y="55"/>
                  </a:lnTo>
                  <a:lnTo>
                    <a:pt x="187" y="57"/>
                  </a:lnTo>
                  <a:lnTo>
                    <a:pt x="216" y="55"/>
                  </a:lnTo>
                  <a:lnTo>
                    <a:pt x="243" y="50"/>
                  </a:lnTo>
                  <a:lnTo>
                    <a:pt x="267" y="44"/>
                  </a:lnTo>
                  <a:lnTo>
                    <a:pt x="288" y="36"/>
                  </a:lnTo>
                  <a:lnTo>
                    <a:pt x="308" y="26"/>
                  </a:lnTo>
                  <a:lnTo>
                    <a:pt x="326" y="18"/>
                  </a:lnTo>
                  <a:lnTo>
                    <a:pt x="340" y="11"/>
                  </a:lnTo>
                  <a:lnTo>
                    <a:pt x="354" y="4"/>
                  </a:lnTo>
                  <a:lnTo>
                    <a:pt x="363" y="0"/>
                  </a:lnTo>
                  <a:lnTo>
                    <a:pt x="370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Freeform 207">
              <a:extLst>
                <a:ext uri="{FF2B5EF4-FFF2-40B4-BE49-F238E27FC236}">
                  <a16:creationId xmlns:a16="http://schemas.microsoft.com/office/drawing/2014/main" id="{E40656A0-D6B7-F2FA-214E-3A211E102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3" y="1866"/>
              <a:ext cx="43" cy="16"/>
            </a:xfrm>
            <a:custGeom>
              <a:avLst/>
              <a:gdLst>
                <a:gd name="T0" fmla="*/ 1 w 130"/>
                <a:gd name="T1" fmla="*/ 0 h 46"/>
                <a:gd name="T2" fmla="*/ 6 w 130"/>
                <a:gd name="T3" fmla="*/ 1 h 46"/>
                <a:gd name="T4" fmla="*/ 13 w 130"/>
                <a:gd name="T5" fmla="*/ 5 h 46"/>
                <a:gd name="T6" fmla="*/ 23 w 130"/>
                <a:gd name="T7" fmla="*/ 10 h 46"/>
                <a:gd name="T8" fmla="*/ 35 w 130"/>
                <a:gd name="T9" fmla="*/ 14 h 46"/>
                <a:gd name="T10" fmla="*/ 49 w 130"/>
                <a:gd name="T11" fmla="*/ 18 h 46"/>
                <a:gd name="T12" fmla="*/ 64 w 130"/>
                <a:gd name="T13" fmla="*/ 20 h 46"/>
                <a:gd name="T14" fmla="*/ 81 w 130"/>
                <a:gd name="T15" fmla="*/ 18 h 46"/>
                <a:gd name="T16" fmla="*/ 95 w 130"/>
                <a:gd name="T17" fmla="*/ 14 h 46"/>
                <a:gd name="T18" fmla="*/ 107 w 130"/>
                <a:gd name="T19" fmla="*/ 10 h 46"/>
                <a:gd name="T20" fmla="*/ 118 w 130"/>
                <a:gd name="T21" fmla="*/ 5 h 46"/>
                <a:gd name="T22" fmla="*/ 124 w 130"/>
                <a:gd name="T23" fmla="*/ 1 h 46"/>
                <a:gd name="T24" fmla="*/ 128 w 130"/>
                <a:gd name="T25" fmla="*/ 0 h 46"/>
                <a:gd name="T26" fmla="*/ 130 w 130"/>
                <a:gd name="T27" fmla="*/ 5 h 46"/>
                <a:gd name="T28" fmla="*/ 130 w 130"/>
                <a:gd name="T29" fmla="*/ 12 h 46"/>
                <a:gd name="T30" fmla="*/ 126 w 130"/>
                <a:gd name="T31" fmla="*/ 19 h 46"/>
                <a:gd name="T32" fmla="*/ 121 w 130"/>
                <a:gd name="T33" fmla="*/ 27 h 46"/>
                <a:gd name="T34" fmla="*/ 113 w 130"/>
                <a:gd name="T35" fmla="*/ 35 h 46"/>
                <a:gd name="T36" fmla="*/ 101 w 130"/>
                <a:gd name="T37" fmla="*/ 42 h 46"/>
                <a:gd name="T38" fmla="*/ 86 w 130"/>
                <a:gd name="T39" fmla="*/ 45 h 46"/>
                <a:gd name="T40" fmla="*/ 64 w 130"/>
                <a:gd name="T41" fmla="*/ 46 h 46"/>
                <a:gd name="T42" fmla="*/ 44 w 130"/>
                <a:gd name="T43" fmla="*/ 45 h 46"/>
                <a:gd name="T44" fmla="*/ 29 w 130"/>
                <a:gd name="T45" fmla="*/ 42 h 46"/>
                <a:gd name="T46" fmla="*/ 17 w 130"/>
                <a:gd name="T47" fmla="*/ 35 h 46"/>
                <a:gd name="T48" fmla="*/ 8 w 130"/>
                <a:gd name="T49" fmla="*/ 27 h 46"/>
                <a:gd name="T50" fmla="*/ 4 w 130"/>
                <a:gd name="T51" fmla="*/ 19 h 46"/>
                <a:gd name="T52" fmla="*/ 0 w 130"/>
                <a:gd name="T53" fmla="*/ 12 h 46"/>
                <a:gd name="T54" fmla="*/ 0 w 130"/>
                <a:gd name="T55" fmla="*/ 5 h 46"/>
                <a:gd name="T56" fmla="*/ 1 w 130"/>
                <a:gd name="T5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0" h="46">
                  <a:moveTo>
                    <a:pt x="1" y="0"/>
                  </a:moveTo>
                  <a:lnTo>
                    <a:pt x="6" y="1"/>
                  </a:lnTo>
                  <a:lnTo>
                    <a:pt x="13" y="5"/>
                  </a:lnTo>
                  <a:lnTo>
                    <a:pt x="23" y="10"/>
                  </a:lnTo>
                  <a:lnTo>
                    <a:pt x="35" y="14"/>
                  </a:lnTo>
                  <a:lnTo>
                    <a:pt x="49" y="18"/>
                  </a:lnTo>
                  <a:lnTo>
                    <a:pt x="64" y="20"/>
                  </a:lnTo>
                  <a:lnTo>
                    <a:pt x="81" y="18"/>
                  </a:lnTo>
                  <a:lnTo>
                    <a:pt x="95" y="14"/>
                  </a:lnTo>
                  <a:lnTo>
                    <a:pt x="107" y="10"/>
                  </a:lnTo>
                  <a:lnTo>
                    <a:pt x="118" y="5"/>
                  </a:lnTo>
                  <a:lnTo>
                    <a:pt x="124" y="1"/>
                  </a:lnTo>
                  <a:lnTo>
                    <a:pt x="128" y="0"/>
                  </a:lnTo>
                  <a:lnTo>
                    <a:pt x="130" y="5"/>
                  </a:lnTo>
                  <a:lnTo>
                    <a:pt x="130" y="12"/>
                  </a:lnTo>
                  <a:lnTo>
                    <a:pt x="126" y="19"/>
                  </a:lnTo>
                  <a:lnTo>
                    <a:pt x="121" y="27"/>
                  </a:lnTo>
                  <a:lnTo>
                    <a:pt x="113" y="35"/>
                  </a:lnTo>
                  <a:lnTo>
                    <a:pt x="101" y="42"/>
                  </a:lnTo>
                  <a:lnTo>
                    <a:pt x="86" y="45"/>
                  </a:lnTo>
                  <a:lnTo>
                    <a:pt x="64" y="46"/>
                  </a:lnTo>
                  <a:lnTo>
                    <a:pt x="44" y="45"/>
                  </a:lnTo>
                  <a:lnTo>
                    <a:pt x="29" y="42"/>
                  </a:lnTo>
                  <a:lnTo>
                    <a:pt x="17" y="35"/>
                  </a:lnTo>
                  <a:lnTo>
                    <a:pt x="8" y="27"/>
                  </a:lnTo>
                  <a:lnTo>
                    <a:pt x="4" y="19"/>
                  </a:lnTo>
                  <a:lnTo>
                    <a:pt x="0" y="12"/>
                  </a:lnTo>
                  <a:lnTo>
                    <a:pt x="0" y="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6" name="Freeform 208">
              <a:extLst>
                <a:ext uri="{FF2B5EF4-FFF2-40B4-BE49-F238E27FC236}">
                  <a16:creationId xmlns:a16="http://schemas.microsoft.com/office/drawing/2014/main" id="{7CABACC0-AC8D-658E-1128-E6B1D64F2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5" y="1817"/>
              <a:ext cx="199" cy="33"/>
            </a:xfrm>
            <a:custGeom>
              <a:avLst/>
              <a:gdLst>
                <a:gd name="T0" fmla="*/ 3 w 595"/>
                <a:gd name="T1" fmla="*/ 0 h 98"/>
                <a:gd name="T2" fmla="*/ 9 w 595"/>
                <a:gd name="T3" fmla="*/ 0 h 98"/>
                <a:gd name="T4" fmla="*/ 20 w 595"/>
                <a:gd name="T5" fmla="*/ 4 h 98"/>
                <a:gd name="T6" fmla="*/ 36 w 595"/>
                <a:gd name="T7" fmla="*/ 9 h 98"/>
                <a:gd name="T8" fmla="*/ 55 w 595"/>
                <a:gd name="T9" fmla="*/ 16 h 98"/>
                <a:gd name="T10" fmla="*/ 79 w 595"/>
                <a:gd name="T11" fmla="*/ 24 h 98"/>
                <a:gd name="T12" fmla="*/ 107 w 595"/>
                <a:gd name="T13" fmla="*/ 32 h 98"/>
                <a:gd name="T14" fmla="*/ 138 w 595"/>
                <a:gd name="T15" fmla="*/ 41 h 98"/>
                <a:gd name="T16" fmla="*/ 172 w 595"/>
                <a:gd name="T17" fmla="*/ 48 h 98"/>
                <a:gd name="T18" fmla="*/ 212 w 595"/>
                <a:gd name="T19" fmla="*/ 54 h 98"/>
                <a:gd name="T20" fmla="*/ 253 w 595"/>
                <a:gd name="T21" fmla="*/ 58 h 98"/>
                <a:gd name="T22" fmla="*/ 297 w 595"/>
                <a:gd name="T23" fmla="*/ 60 h 98"/>
                <a:gd name="T24" fmla="*/ 342 w 595"/>
                <a:gd name="T25" fmla="*/ 58 h 98"/>
                <a:gd name="T26" fmla="*/ 384 w 595"/>
                <a:gd name="T27" fmla="*/ 54 h 98"/>
                <a:gd name="T28" fmla="*/ 423 w 595"/>
                <a:gd name="T29" fmla="*/ 48 h 98"/>
                <a:gd name="T30" fmla="*/ 458 w 595"/>
                <a:gd name="T31" fmla="*/ 41 h 98"/>
                <a:gd name="T32" fmla="*/ 490 w 595"/>
                <a:gd name="T33" fmla="*/ 32 h 98"/>
                <a:gd name="T34" fmla="*/ 517 w 595"/>
                <a:gd name="T35" fmla="*/ 24 h 98"/>
                <a:gd name="T36" fmla="*/ 541 w 595"/>
                <a:gd name="T37" fmla="*/ 16 h 98"/>
                <a:gd name="T38" fmla="*/ 560 w 595"/>
                <a:gd name="T39" fmla="*/ 9 h 98"/>
                <a:gd name="T40" fmla="*/ 575 w 595"/>
                <a:gd name="T41" fmla="*/ 4 h 98"/>
                <a:gd name="T42" fmla="*/ 587 w 595"/>
                <a:gd name="T43" fmla="*/ 0 h 98"/>
                <a:gd name="T44" fmla="*/ 594 w 595"/>
                <a:gd name="T45" fmla="*/ 0 h 98"/>
                <a:gd name="T46" fmla="*/ 595 w 595"/>
                <a:gd name="T47" fmla="*/ 3 h 98"/>
                <a:gd name="T48" fmla="*/ 595 w 595"/>
                <a:gd name="T49" fmla="*/ 9 h 98"/>
                <a:gd name="T50" fmla="*/ 592 w 595"/>
                <a:gd name="T51" fmla="*/ 16 h 98"/>
                <a:gd name="T52" fmla="*/ 586 w 595"/>
                <a:gd name="T53" fmla="*/ 24 h 98"/>
                <a:gd name="T54" fmla="*/ 576 w 595"/>
                <a:gd name="T55" fmla="*/ 32 h 98"/>
                <a:gd name="T56" fmla="*/ 565 w 595"/>
                <a:gd name="T57" fmla="*/ 43 h 98"/>
                <a:gd name="T58" fmla="*/ 548 w 595"/>
                <a:gd name="T59" fmla="*/ 53 h 98"/>
                <a:gd name="T60" fmla="*/ 528 w 595"/>
                <a:gd name="T61" fmla="*/ 62 h 98"/>
                <a:gd name="T62" fmla="*/ 503 w 595"/>
                <a:gd name="T63" fmla="*/ 71 h 98"/>
                <a:gd name="T64" fmla="*/ 473 w 595"/>
                <a:gd name="T65" fmla="*/ 80 h 98"/>
                <a:gd name="T66" fmla="*/ 439 w 595"/>
                <a:gd name="T67" fmla="*/ 87 h 98"/>
                <a:gd name="T68" fmla="*/ 397 w 595"/>
                <a:gd name="T69" fmla="*/ 93 h 98"/>
                <a:gd name="T70" fmla="*/ 351 w 595"/>
                <a:gd name="T71" fmla="*/ 96 h 98"/>
                <a:gd name="T72" fmla="*/ 297 w 595"/>
                <a:gd name="T73" fmla="*/ 98 h 98"/>
                <a:gd name="T74" fmla="*/ 245 w 595"/>
                <a:gd name="T75" fmla="*/ 96 h 98"/>
                <a:gd name="T76" fmla="*/ 199 w 595"/>
                <a:gd name="T77" fmla="*/ 93 h 98"/>
                <a:gd name="T78" fmla="*/ 157 w 595"/>
                <a:gd name="T79" fmla="*/ 87 h 98"/>
                <a:gd name="T80" fmla="*/ 123 w 595"/>
                <a:gd name="T81" fmla="*/ 80 h 98"/>
                <a:gd name="T82" fmla="*/ 93 w 595"/>
                <a:gd name="T83" fmla="*/ 71 h 98"/>
                <a:gd name="T84" fmla="*/ 68 w 595"/>
                <a:gd name="T85" fmla="*/ 62 h 98"/>
                <a:gd name="T86" fmla="*/ 48 w 595"/>
                <a:gd name="T87" fmla="*/ 53 h 98"/>
                <a:gd name="T88" fmla="*/ 31 w 595"/>
                <a:gd name="T89" fmla="*/ 43 h 98"/>
                <a:gd name="T90" fmla="*/ 19 w 595"/>
                <a:gd name="T91" fmla="*/ 32 h 98"/>
                <a:gd name="T92" fmla="*/ 10 w 595"/>
                <a:gd name="T93" fmla="*/ 24 h 98"/>
                <a:gd name="T94" fmla="*/ 4 w 595"/>
                <a:gd name="T95" fmla="*/ 16 h 98"/>
                <a:gd name="T96" fmla="*/ 0 w 595"/>
                <a:gd name="T97" fmla="*/ 9 h 98"/>
                <a:gd name="T98" fmla="*/ 0 w 595"/>
                <a:gd name="T99" fmla="*/ 3 h 98"/>
                <a:gd name="T100" fmla="*/ 3 w 595"/>
                <a:gd name="T10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95" h="98">
                  <a:moveTo>
                    <a:pt x="3" y="0"/>
                  </a:moveTo>
                  <a:lnTo>
                    <a:pt x="9" y="0"/>
                  </a:lnTo>
                  <a:lnTo>
                    <a:pt x="20" y="4"/>
                  </a:lnTo>
                  <a:lnTo>
                    <a:pt x="36" y="9"/>
                  </a:lnTo>
                  <a:lnTo>
                    <a:pt x="55" y="16"/>
                  </a:lnTo>
                  <a:lnTo>
                    <a:pt x="79" y="24"/>
                  </a:lnTo>
                  <a:lnTo>
                    <a:pt x="107" y="32"/>
                  </a:lnTo>
                  <a:lnTo>
                    <a:pt x="138" y="41"/>
                  </a:lnTo>
                  <a:lnTo>
                    <a:pt x="172" y="48"/>
                  </a:lnTo>
                  <a:lnTo>
                    <a:pt x="212" y="54"/>
                  </a:lnTo>
                  <a:lnTo>
                    <a:pt x="253" y="58"/>
                  </a:lnTo>
                  <a:lnTo>
                    <a:pt x="297" y="60"/>
                  </a:lnTo>
                  <a:lnTo>
                    <a:pt x="342" y="58"/>
                  </a:lnTo>
                  <a:lnTo>
                    <a:pt x="384" y="54"/>
                  </a:lnTo>
                  <a:lnTo>
                    <a:pt x="423" y="48"/>
                  </a:lnTo>
                  <a:lnTo>
                    <a:pt x="458" y="41"/>
                  </a:lnTo>
                  <a:lnTo>
                    <a:pt x="490" y="32"/>
                  </a:lnTo>
                  <a:lnTo>
                    <a:pt x="517" y="24"/>
                  </a:lnTo>
                  <a:lnTo>
                    <a:pt x="541" y="16"/>
                  </a:lnTo>
                  <a:lnTo>
                    <a:pt x="560" y="9"/>
                  </a:lnTo>
                  <a:lnTo>
                    <a:pt x="575" y="4"/>
                  </a:lnTo>
                  <a:lnTo>
                    <a:pt x="587" y="0"/>
                  </a:lnTo>
                  <a:lnTo>
                    <a:pt x="594" y="0"/>
                  </a:lnTo>
                  <a:lnTo>
                    <a:pt x="595" y="3"/>
                  </a:lnTo>
                  <a:lnTo>
                    <a:pt x="595" y="9"/>
                  </a:lnTo>
                  <a:lnTo>
                    <a:pt x="592" y="16"/>
                  </a:lnTo>
                  <a:lnTo>
                    <a:pt x="586" y="24"/>
                  </a:lnTo>
                  <a:lnTo>
                    <a:pt x="576" y="32"/>
                  </a:lnTo>
                  <a:lnTo>
                    <a:pt x="565" y="43"/>
                  </a:lnTo>
                  <a:lnTo>
                    <a:pt x="548" y="53"/>
                  </a:lnTo>
                  <a:lnTo>
                    <a:pt x="528" y="62"/>
                  </a:lnTo>
                  <a:lnTo>
                    <a:pt x="503" y="71"/>
                  </a:lnTo>
                  <a:lnTo>
                    <a:pt x="473" y="80"/>
                  </a:lnTo>
                  <a:lnTo>
                    <a:pt x="439" y="87"/>
                  </a:lnTo>
                  <a:lnTo>
                    <a:pt x="397" y="93"/>
                  </a:lnTo>
                  <a:lnTo>
                    <a:pt x="351" y="96"/>
                  </a:lnTo>
                  <a:lnTo>
                    <a:pt x="297" y="98"/>
                  </a:lnTo>
                  <a:lnTo>
                    <a:pt x="245" y="96"/>
                  </a:lnTo>
                  <a:lnTo>
                    <a:pt x="199" y="93"/>
                  </a:lnTo>
                  <a:lnTo>
                    <a:pt x="157" y="87"/>
                  </a:lnTo>
                  <a:lnTo>
                    <a:pt x="123" y="80"/>
                  </a:lnTo>
                  <a:lnTo>
                    <a:pt x="93" y="71"/>
                  </a:lnTo>
                  <a:lnTo>
                    <a:pt x="68" y="62"/>
                  </a:lnTo>
                  <a:lnTo>
                    <a:pt x="48" y="53"/>
                  </a:lnTo>
                  <a:lnTo>
                    <a:pt x="31" y="43"/>
                  </a:lnTo>
                  <a:lnTo>
                    <a:pt x="19" y="32"/>
                  </a:lnTo>
                  <a:lnTo>
                    <a:pt x="10" y="24"/>
                  </a:lnTo>
                  <a:lnTo>
                    <a:pt x="4" y="16"/>
                  </a:lnTo>
                  <a:lnTo>
                    <a:pt x="0" y="9"/>
                  </a:lnTo>
                  <a:lnTo>
                    <a:pt x="0" y="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7945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7" name="Freeform 209">
              <a:extLst>
                <a:ext uri="{FF2B5EF4-FFF2-40B4-BE49-F238E27FC236}">
                  <a16:creationId xmlns:a16="http://schemas.microsoft.com/office/drawing/2014/main" id="{86EA3A95-DB99-B910-13D0-BFE104050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2" y="1676"/>
              <a:ext cx="107" cy="107"/>
            </a:xfrm>
            <a:custGeom>
              <a:avLst/>
              <a:gdLst>
                <a:gd name="T0" fmla="*/ 162 w 323"/>
                <a:gd name="T1" fmla="*/ 0 h 320"/>
                <a:gd name="T2" fmla="*/ 194 w 323"/>
                <a:gd name="T3" fmla="*/ 2 h 320"/>
                <a:gd name="T4" fmla="*/ 224 w 323"/>
                <a:gd name="T5" fmla="*/ 12 h 320"/>
                <a:gd name="T6" fmla="*/ 252 w 323"/>
                <a:gd name="T7" fmla="*/ 27 h 320"/>
                <a:gd name="T8" fmla="*/ 276 w 323"/>
                <a:gd name="T9" fmla="*/ 46 h 320"/>
                <a:gd name="T10" fmla="*/ 296 w 323"/>
                <a:gd name="T11" fmla="*/ 70 h 320"/>
                <a:gd name="T12" fmla="*/ 310 w 323"/>
                <a:gd name="T13" fmla="*/ 97 h 320"/>
                <a:gd name="T14" fmla="*/ 320 w 323"/>
                <a:gd name="T15" fmla="*/ 128 h 320"/>
                <a:gd name="T16" fmla="*/ 323 w 323"/>
                <a:gd name="T17" fmla="*/ 160 h 320"/>
                <a:gd name="T18" fmla="*/ 320 w 323"/>
                <a:gd name="T19" fmla="*/ 193 h 320"/>
                <a:gd name="T20" fmla="*/ 310 w 323"/>
                <a:gd name="T21" fmla="*/ 222 h 320"/>
                <a:gd name="T22" fmla="*/ 296 w 323"/>
                <a:gd name="T23" fmla="*/ 249 h 320"/>
                <a:gd name="T24" fmla="*/ 276 w 323"/>
                <a:gd name="T25" fmla="*/ 273 h 320"/>
                <a:gd name="T26" fmla="*/ 252 w 323"/>
                <a:gd name="T27" fmla="*/ 293 h 320"/>
                <a:gd name="T28" fmla="*/ 224 w 323"/>
                <a:gd name="T29" fmla="*/ 307 h 320"/>
                <a:gd name="T30" fmla="*/ 194 w 323"/>
                <a:gd name="T31" fmla="*/ 317 h 320"/>
                <a:gd name="T32" fmla="*/ 162 w 323"/>
                <a:gd name="T33" fmla="*/ 320 h 320"/>
                <a:gd name="T34" fmla="*/ 129 w 323"/>
                <a:gd name="T35" fmla="*/ 317 h 320"/>
                <a:gd name="T36" fmla="*/ 99 w 323"/>
                <a:gd name="T37" fmla="*/ 307 h 320"/>
                <a:gd name="T38" fmla="*/ 71 w 323"/>
                <a:gd name="T39" fmla="*/ 293 h 320"/>
                <a:gd name="T40" fmla="*/ 47 w 323"/>
                <a:gd name="T41" fmla="*/ 273 h 320"/>
                <a:gd name="T42" fmla="*/ 28 w 323"/>
                <a:gd name="T43" fmla="*/ 249 h 320"/>
                <a:gd name="T44" fmla="*/ 13 w 323"/>
                <a:gd name="T45" fmla="*/ 222 h 320"/>
                <a:gd name="T46" fmla="*/ 4 w 323"/>
                <a:gd name="T47" fmla="*/ 193 h 320"/>
                <a:gd name="T48" fmla="*/ 0 w 323"/>
                <a:gd name="T49" fmla="*/ 160 h 320"/>
                <a:gd name="T50" fmla="*/ 4 w 323"/>
                <a:gd name="T51" fmla="*/ 128 h 320"/>
                <a:gd name="T52" fmla="*/ 13 w 323"/>
                <a:gd name="T53" fmla="*/ 97 h 320"/>
                <a:gd name="T54" fmla="*/ 28 w 323"/>
                <a:gd name="T55" fmla="*/ 70 h 320"/>
                <a:gd name="T56" fmla="*/ 47 w 323"/>
                <a:gd name="T57" fmla="*/ 46 h 320"/>
                <a:gd name="T58" fmla="*/ 71 w 323"/>
                <a:gd name="T59" fmla="*/ 27 h 320"/>
                <a:gd name="T60" fmla="*/ 99 w 323"/>
                <a:gd name="T61" fmla="*/ 12 h 320"/>
                <a:gd name="T62" fmla="*/ 129 w 323"/>
                <a:gd name="T63" fmla="*/ 2 h 320"/>
                <a:gd name="T64" fmla="*/ 162 w 323"/>
                <a:gd name="T65" fmla="*/ 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3" h="320">
                  <a:moveTo>
                    <a:pt x="162" y="0"/>
                  </a:moveTo>
                  <a:lnTo>
                    <a:pt x="194" y="2"/>
                  </a:lnTo>
                  <a:lnTo>
                    <a:pt x="224" y="12"/>
                  </a:lnTo>
                  <a:lnTo>
                    <a:pt x="252" y="27"/>
                  </a:lnTo>
                  <a:lnTo>
                    <a:pt x="276" y="46"/>
                  </a:lnTo>
                  <a:lnTo>
                    <a:pt x="296" y="70"/>
                  </a:lnTo>
                  <a:lnTo>
                    <a:pt x="310" y="97"/>
                  </a:lnTo>
                  <a:lnTo>
                    <a:pt x="320" y="128"/>
                  </a:lnTo>
                  <a:lnTo>
                    <a:pt x="323" y="160"/>
                  </a:lnTo>
                  <a:lnTo>
                    <a:pt x="320" y="193"/>
                  </a:lnTo>
                  <a:lnTo>
                    <a:pt x="310" y="222"/>
                  </a:lnTo>
                  <a:lnTo>
                    <a:pt x="296" y="249"/>
                  </a:lnTo>
                  <a:lnTo>
                    <a:pt x="276" y="273"/>
                  </a:lnTo>
                  <a:lnTo>
                    <a:pt x="252" y="293"/>
                  </a:lnTo>
                  <a:lnTo>
                    <a:pt x="224" y="307"/>
                  </a:lnTo>
                  <a:lnTo>
                    <a:pt x="194" y="317"/>
                  </a:lnTo>
                  <a:lnTo>
                    <a:pt x="162" y="320"/>
                  </a:lnTo>
                  <a:lnTo>
                    <a:pt x="129" y="317"/>
                  </a:lnTo>
                  <a:lnTo>
                    <a:pt x="99" y="307"/>
                  </a:lnTo>
                  <a:lnTo>
                    <a:pt x="71" y="293"/>
                  </a:lnTo>
                  <a:lnTo>
                    <a:pt x="47" y="273"/>
                  </a:lnTo>
                  <a:lnTo>
                    <a:pt x="28" y="249"/>
                  </a:lnTo>
                  <a:lnTo>
                    <a:pt x="13" y="222"/>
                  </a:lnTo>
                  <a:lnTo>
                    <a:pt x="4" y="193"/>
                  </a:lnTo>
                  <a:lnTo>
                    <a:pt x="0" y="160"/>
                  </a:lnTo>
                  <a:lnTo>
                    <a:pt x="4" y="128"/>
                  </a:lnTo>
                  <a:lnTo>
                    <a:pt x="13" y="97"/>
                  </a:lnTo>
                  <a:lnTo>
                    <a:pt x="28" y="70"/>
                  </a:lnTo>
                  <a:lnTo>
                    <a:pt x="47" y="46"/>
                  </a:lnTo>
                  <a:lnTo>
                    <a:pt x="71" y="27"/>
                  </a:lnTo>
                  <a:lnTo>
                    <a:pt x="99" y="12"/>
                  </a:lnTo>
                  <a:lnTo>
                    <a:pt x="129" y="2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F9AA8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Freeform 210">
              <a:extLst>
                <a:ext uri="{FF2B5EF4-FFF2-40B4-BE49-F238E27FC236}">
                  <a16:creationId xmlns:a16="http://schemas.microsoft.com/office/drawing/2014/main" id="{1896973F-8EF9-9F49-A589-6510A5650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7" y="1676"/>
              <a:ext cx="107" cy="107"/>
            </a:xfrm>
            <a:custGeom>
              <a:avLst/>
              <a:gdLst>
                <a:gd name="T0" fmla="*/ 161 w 322"/>
                <a:gd name="T1" fmla="*/ 0 h 320"/>
                <a:gd name="T2" fmla="*/ 193 w 322"/>
                <a:gd name="T3" fmla="*/ 2 h 320"/>
                <a:gd name="T4" fmla="*/ 223 w 322"/>
                <a:gd name="T5" fmla="*/ 12 h 320"/>
                <a:gd name="T6" fmla="*/ 252 w 322"/>
                <a:gd name="T7" fmla="*/ 27 h 320"/>
                <a:gd name="T8" fmla="*/ 275 w 322"/>
                <a:gd name="T9" fmla="*/ 46 h 320"/>
                <a:gd name="T10" fmla="*/ 294 w 322"/>
                <a:gd name="T11" fmla="*/ 70 h 320"/>
                <a:gd name="T12" fmla="*/ 310 w 322"/>
                <a:gd name="T13" fmla="*/ 97 h 320"/>
                <a:gd name="T14" fmla="*/ 319 w 322"/>
                <a:gd name="T15" fmla="*/ 128 h 320"/>
                <a:gd name="T16" fmla="*/ 322 w 322"/>
                <a:gd name="T17" fmla="*/ 160 h 320"/>
                <a:gd name="T18" fmla="*/ 319 w 322"/>
                <a:gd name="T19" fmla="*/ 193 h 320"/>
                <a:gd name="T20" fmla="*/ 310 w 322"/>
                <a:gd name="T21" fmla="*/ 222 h 320"/>
                <a:gd name="T22" fmla="*/ 294 w 322"/>
                <a:gd name="T23" fmla="*/ 249 h 320"/>
                <a:gd name="T24" fmla="*/ 275 w 322"/>
                <a:gd name="T25" fmla="*/ 273 h 320"/>
                <a:gd name="T26" fmla="*/ 252 w 322"/>
                <a:gd name="T27" fmla="*/ 293 h 320"/>
                <a:gd name="T28" fmla="*/ 223 w 322"/>
                <a:gd name="T29" fmla="*/ 307 h 320"/>
                <a:gd name="T30" fmla="*/ 193 w 322"/>
                <a:gd name="T31" fmla="*/ 317 h 320"/>
                <a:gd name="T32" fmla="*/ 161 w 322"/>
                <a:gd name="T33" fmla="*/ 320 h 320"/>
                <a:gd name="T34" fmla="*/ 128 w 322"/>
                <a:gd name="T35" fmla="*/ 317 h 320"/>
                <a:gd name="T36" fmla="*/ 98 w 322"/>
                <a:gd name="T37" fmla="*/ 307 h 320"/>
                <a:gd name="T38" fmla="*/ 71 w 322"/>
                <a:gd name="T39" fmla="*/ 293 h 320"/>
                <a:gd name="T40" fmla="*/ 47 w 322"/>
                <a:gd name="T41" fmla="*/ 273 h 320"/>
                <a:gd name="T42" fmla="*/ 27 w 322"/>
                <a:gd name="T43" fmla="*/ 249 h 320"/>
                <a:gd name="T44" fmla="*/ 13 w 322"/>
                <a:gd name="T45" fmla="*/ 222 h 320"/>
                <a:gd name="T46" fmla="*/ 3 w 322"/>
                <a:gd name="T47" fmla="*/ 193 h 320"/>
                <a:gd name="T48" fmla="*/ 0 w 322"/>
                <a:gd name="T49" fmla="*/ 160 h 320"/>
                <a:gd name="T50" fmla="*/ 3 w 322"/>
                <a:gd name="T51" fmla="*/ 128 h 320"/>
                <a:gd name="T52" fmla="*/ 13 w 322"/>
                <a:gd name="T53" fmla="*/ 97 h 320"/>
                <a:gd name="T54" fmla="*/ 27 w 322"/>
                <a:gd name="T55" fmla="*/ 70 h 320"/>
                <a:gd name="T56" fmla="*/ 47 w 322"/>
                <a:gd name="T57" fmla="*/ 46 h 320"/>
                <a:gd name="T58" fmla="*/ 71 w 322"/>
                <a:gd name="T59" fmla="*/ 27 h 320"/>
                <a:gd name="T60" fmla="*/ 98 w 322"/>
                <a:gd name="T61" fmla="*/ 12 h 320"/>
                <a:gd name="T62" fmla="*/ 128 w 322"/>
                <a:gd name="T63" fmla="*/ 2 h 320"/>
                <a:gd name="T64" fmla="*/ 161 w 322"/>
                <a:gd name="T65" fmla="*/ 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2" h="320">
                  <a:moveTo>
                    <a:pt x="161" y="0"/>
                  </a:moveTo>
                  <a:lnTo>
                    <a:pt x="193" y="2"/>
                  </a:lnTo>
                  <a:lnTo>
                    <a:pt x="223" y="12"/>
                  </a:lnTo>
                  <a:lnTo>
                    <a:pt x="252" y="27"/>
                  </a:lnTo>
                  <a:lnTo>
                    <a:pt x="275" y="46"/>
                  </a:lnTo>
                  <a:lnTo>
                    <a:pt x="294" y="70"/>
                  </a:lnTo>
                  <a:lnTo>
                    <a:pt x="310" y="97"/>
                  </a:lnTo>
                  <a:lnTo>
                    <a:pt x="319" y="128"/>
                  </a:lnTo>
                  <a:lnTo>
                    <a:pt x="322" y="160"/>
                  </a:lnTo>
                  <a:lnTo>
                    <a:pt x="319" y="193"/>
                  </a:lnTo>
                  <a:lnTo>
                    <a:pt x="310" y="222"/>
                  </a:lnTo>
                  <a:lnTo>
                    <a:pt x="294" y="249"/>
                  </a:lnTo>
                  <a:lnTo>
                    <a:pt x="275" y="273"/>
                  </a:lnTo>
                  <a:lnTo>
                    <a:pt x="252" y="293"/>
                  </a:lnTo>
                  <a:lnTo>
                    <a:pt x="223" y="307"/>
                  </a:lnTo>
                  <a:lnTo>
                    <a:pt x="193" y="317"/>
                  </a:lnTo>
                  <a:lnTo>
                    <a:pt x="161" y="320"/>
                  </a:lnTo>
                  <a:lnTo>
                    <a:pt x="128" y="317"/>
                  </a:lnTo>
                  <a:lnTo>
                    <a:pt x="98" y="307"/>
                  </a:lnTo>
                  <a:lnTo>
                    <a:pt x="71" y="293"/>
                  </a:lnTo>
                  <a:lnTo>
                    <a:pt x="47" y="273"/>
                  </a:lnTo>
                  <a:lnTo>
                    <a:pt x="27" y="249"/>
                  </a:lnTo>
                  <a:lnTo>
                    <a:pt x="13" y="222"/>
                  </a:lnTo>
                  <a:lnTo>
                    <a:pt x="3" y="193"/>
                  </a:lnTo>
                  <a:lnTo>
                    <a:pt x="0" y="160"/>
                  </a:lnTo>
                  <a:lnTo>
                    <a:pt x="3" y="128"/>
                  </a:lnTo>
                  <a:lnTo>
                    <a:pt x="13" y="97"/>
                  </a:lnTo>
                  <a:lnTo>
                    <a:pt x="27" y="70"/>
                  </a:lnTo>
                  <a:lnTo>
                    <a:pt x="47" y="46"/>
                  </a:lnTo>
                  <a:lnTo>
                    <a:pt x="71" y="27"/>
                  </a:lnTo>
                  <a:lnTo>
                    <a:pt x="98" y="12"/>
                  </a:lnTo>
                  <a:lnTo>
                    <a:pt x="128" y="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rgbClr val="F9AA8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9" name="Freeform 211">
              <a:extLst>
                <a:ext uri="{FF2B5EF4-FFF2-40B4-BE49-F238E27FC236}">
                  <a16:creationId xmlns:a16="http://schemas.microsoft.com/office/drawing/2014/main" id="{35AF4DC5-5A52-214C-7752-ED41CCD5E9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2027"/>
              <a:ext cx="412" cy="237"/>
            </a:xfrm>
            <a:custGeom>
              <a:avLst/>
              <a:gdLst>
                <a:gd name="T0" fmla="*/ 1238 w 1238"/>
                <a:gd name="T1" fmla="*/ 0 h 710"/>
                <a:gd name="T2" fmla="*/ 1238 w 1238"/>
                <a:gd name="T3" fmla="*/ 710 h 710"/>
                <a:gd name="T4" fmla="*/ 0 w 1238"/>
                <a:gd name="T5" fmla="*/ 710 h 710"/>
                <a:gd name="T6" fmla="*/ 4 w 1238"/>
                <a:gd name="T7" fmla="*/ 670 h 710"/>
                <a:gd name="T8" fmla="*/ 15 w 1238"/>
                <a:gd name="T9" fmla="*/ 629 h 710"/>
                <a:gd name="T10" fmla="*/ 31 w 1238"/>
                <a:gd name="T11" fmla="*/ 586 h 710"/>
                <a:gd name="T12" fmla="*/ 55 w 1238"/>
                <a:gd name="T13" fmla="*/ 543 h 710"/>
                <a:gd name="T14" fmla="*/ 85 w 1238"/>
                <a:gd name="T15" fmla="*/ 500 h 710"/>
                <a:gd name="T16" fmla="*/ 120 w 1238"/>
                <a:gd name="T17" fmla="*/ 456 h 710"/>
                <a:gd name="T18" fmla="*/ 162 w 1238"/>
                <a:gd name="T19" fmla="*/ 412 h 710"/>
                <a:gd name="T20" fmla="*/ 208 w 1238"/>
                <a:gd name="T21" fmla="*/ 369 h 710"/>
                <a:gd name="T22" fmla="*/ 259 w 1238"/>
                <a:gd name="T23" fmla="*/ 328 h 710"/>
                <a:gd name="T24" fmla="*/ 315 w 1238"/>
                <a:gd name="T25" fmla="*/ 287 h 710"/>
                <a:gd name="T26" fmla="*/ 376 w 1238"/>
                <a:gd name="T27" fmla="*/ 248 h 710"/>
                <a:gd name="T28" fmla="*/ 440 w 1238"/>
                <a:gd name="T29" fmla="*/ 210 h 710"/>
                <a:gd name="T30" fmla="*/ 508 w 1238"/>
                <a:gd name="T31" fmla="*/ 174 h 710"/>
                <a:gd name="T32" fmla="*/ 579 w 1238"/>
                <a:gd name="T33" fmla="*/ 141 h 710"/>
                <a:gd name="T34" fmla="*/ 654 w 1238"/>
                <a:gd name="T35" fmla="*/ 110 h 710"/>
                <a:gd name="T36" fmla="*/ 731 w 1238"/>
                <a:gd name="T37" fmla="*/ 83 h 710"/>
                <a:gd name="T38" fmla="*/ 812 w 1238"/>
                <a:gd name="T39" fmla="*/ 59 h 710"/>
                <a:gd name="T40" fmla="*/ 894 w 1238"/>
                <a:gd name="T41" fmla="*/ 38 h 710"/>
                <a:gd name="T42" fmla="*/ 978 w 1238"/>
                <a:gd name="T43" fmla="*/ 23 h 710"/>
                <a:gd name="T44" fmla="*/ 1064 w 1238"/>
                <a:gd name="T45" fmla="*/ 10 h 710"/>
                <a:gd name="T46" fmla="*/ 1150 w 1238"/>
                <a:gd name="T47" fmla="*/ 3 h 710"/>
                <a:gd name="T48" fmla="*/ 1238 w 1238"/>
                <a:gd name="T49" fmla="*/ 0 h 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38" h="710">
                  <a:moveTo>
                    <a:pt x="1238" y="0"/>
                  </a:moveTo>
                  <a:lnTo>
                    <a:pt x="1238" y="710"/>
                  </a:lnTo>
                  <a:lnTo>
                    <a:pt x="0" y="710"/>
                  </a:lnTo>
                  <a:lnTo>
                    <a:pt x="4" y="670"/>
                  </a:lnTo>
                  <a:lnTo>
                    <a:pt x="15" y="629"/>
                  </a:lnTo>
                  <a:lnTo>
                    <a:pt x="31" y="586"/>
                  </a:lnTo>
                  <a:lnTo>
                    <a:pt x="55" y="543"/>
                  </a:lnTo>
                  <a:lnTo>
                    <a:pt x="85" y="500"/>
                  </a:lnTo>
                  <a:lnTo>
                    <a:pt x="120" y="456"/>
                  </a:lnTo>
                  <a:lnTo>
                    <a:pt x="162" y="412"/>
                  </a:lnTo>
                  <a:lnTo>
                    <a:pt x="208" y="369"/>
                  </a:lnTo>
                  <a:lnTo>
                    <a:pt x="259" y="328"/>
                  </a:lnTo>
                  <a:lnTo>
                    <a:pt x="315" y="287"/>
                  </a:lnTo>
                  <a:lnTo>
                    <a:pt x="376" y="248"/>
                  </a:lnTo>
                  <a:lnTo>
                    <a:pt x="440" y="210"/>
                  </a:lnTo>
                  <a:lnTo>
                    <a:pt x="508" y="174"/>
                  </a:lnTo>
                  <a:lnTo>
                    <a:pt x="579" y="141"/>
                  </a:lnTo>
                  <a:lnTo>
                    <a:pt x="654" y="110"/>
                  </a:lnTo>
                  <a:lnTo>
                    <a:pt x="731" y="83"/>
                  </a:lnTo>
                  <a:lnTo>
                    <a:pt x="812" y="59"/>
                  </a:lnTo>
                  <a:lnTo>
                    <a:pt x="894" y="38"/>
                  </a:lnTo>
                  <a:lnTo>
                    <a:pt x="978" y="23"/>
                  </a:lnTo>
                  <a:lnTo>
                    <a:pt x="1064" y="10"/>
                  </a:lnTo>
                  <a:lnTo>
                    <a:pt x="1150" y="3"/>
                  </a:lnTo>
                  <a:lnTo>
                    <a:pt x="1238" y="0"/>
                  </a:lnTo>
                  <a:close/>
                </a:path>
              </a:pathLst>
            </a:custGeom>
            <a:solidFill>
              <a:srgbClr val="C0537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0" name="Freeform 212">
              <a:extLst>
                <a:ext uri="{FF2B5EF4-FFF2-40B4-BE49-F238E27FC236}">
                  <a16:creationId xmlns:a16="http://schemas.microsoft.com/office/drawing/2014/main" id="{6228DBA4-36D2-1A4B-BF21-F9CCD87AC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4" y="2027"/>
              <a:ext cx="413" cy="237"/>
            </a:xfrm>
            <a:custGeom>
              <a:avLst/>
              <a:gdLst>
                <a:gd name="T0" fmla="*/ 0 w 1239"/>
                <a:gd name="T1" fmla="*/ 0 h 710"/>
                <a:gd name="T2" fmla="*/ 89 w 1239"/>
                <a:gd name="T3" fmla="*/ 3 h 710"/>
                <a:gd name="T4" fmla="*/ 176 w 1239"/>
                <a:gd name="T5" fmla="*/ 10 h 710"/>
                <a:gd name="T6" fmla="*/ 262 w 1239"/>
                <a:gd name="T7" fmla="*/ 23 h 710"/>
                <a:gd name="T8" fmla="*/ 346 w 1239"/>
                <a:gd name="T9" fmla="*/ 38 h 710"/>
                <a:gd name="T10" fmla="*/ 429 w 1239"/>
                <a:gd name="T11" fmla="*/ 59 h 710"/>
                <a:gd name="T12" fmla="*/ 509 w 1239"/>
                <a:gd name="T13" fmla="*/ 83 h 710"/>
                <a:gd name="T14" fmla="*/ 586 w 1239"/>
                <a:gd name="T15" fmla="*/ 110 h 710"/>
                <a:gd name="T16" fmla="*/ 661 w 1239"/>
                <a:gd name="T17" fmla="*/ 141 h 710"/>
                <a:gd name="T18" fmla="*/ 732 w 1239"/>
                <a:gd name="T19" fmla="*/ 174 h 710"/>
                <a:gd name="T20" fmla="*/ 800 w 1239"/>
                <a:gd name="T21" fmla="*/ 210 h 710"/>
                <a:gd name="T22" fmla="*/ 864 w 1239"/>
                <a:gd name="T23" fmla="*/ 248 h 710"/>
                <a:gd name="T24" fmla="*/ 925 w 1239"/>
                <a:gd name="T25" fmla="*/ 287 h 710"/>
                <a:gd name="T26" fmla="*/ 980 w 1239"/>
                <a:gd name="T27" fmla="*/ 328 h 710"/>
                <a:gd name="T28" fmla="*/ 1031 w 1239"/>
                <a:gd name="T29" fmla="*/ 369 h 710"/>
                <a:gd name="T30" fmla="*/ 1078 w 1239"/>
                <a:gd name="T31" fmla="*/ 412 h 710"/>
                <a:gd name="T32" fmla="*/ 1119 w 1239"/>
                <a:gd name="T33" fmla="*/ 456 h 710"/>
                <a:gd name="T34" fmla="*/ 1155 w 1239"/>
                <a:gd name="T35" fmla="*/ 500 h 710"/>
                <a:gd name="T36" fmla="*/ 1185 w 1239"/>
                <a:gd name="T37" fmla="*/ 543 h 710"/>
                <a:gd name="T38" fmla="*/ 1208 w 1239"/>
                <a:gd name="T39" fmla="*/ 586 h 710"/>
                <a:gd name="T40" fmla="*/ 1225 w 1239"/>
                <a:gd name="T41" fmla="*/ 629 h 710"/>
                <a:gd name="T42" fmla="*/ 1236 w 1239"/>
                <a:gd name="T43" fmla="*/ 670 h 710"/>
                <a:gd name="T44" fmla="*/ 1239 w 1239"/>
                <a:gd name="T45" fmla="*/ 710 h 710"/>
                <a:gd name="T46" fmla="*/ 0 w 1239"/>
                <a:gd name="T47" fmla="*/ 710 h 710"/>
                <a:gd name="T48" fmla="*/ 0 w 1239"/>
                <a:gd name="T49" fmla="*/ 0 h 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39" h="710">
                  <a:moveTo>
                    <a:pt x="0" y="0"/>
                  </a:moveTo>
                  <a:lnTo>
                    <a:pt x="89" y="3"/>
                  </a:lnTo>
                  <a:lnTo>
                    <a:pt x="176" y="10"/>
                  </a:lnTo>
                  <a:lnTo>
                    <a:pt x="262" y="23"/>
                  </a:lnTo>
                  <a:lnTo>
                    <a:pt x="346" y="38"/>
                  </a:lnTo>
                  <a:lnTo>
                    <a:pt x="429" y="59"/>
                  </a:lnTo>
                  <a:lnTo>
                    <a:pt x="509" y="83"/>
                  </a:lnTo>
                  <a:lnTo>
                    <a:pt x="586" y="110"/>
                  </a:lnTo>
                  <a:lnTo>
                    <a:pt x="661" y="141"/>
                  </a:lnTo>
                  <a:lnTo>
                    <a:pt x="732" y="174"/>
                  </a:lnTo>
                  <a:lnTo>
                    <a:pt x="800" y="210"/>
                  </a:lnTo>
                  <a:lnTo>
                    <a:pt x="864" y="248"/>
                  </a:lnTo>
                  <a:lnTo>
                    <a:pt x="925" y="287"/>
                  </a:lnTo>
                  <a:lnTo>
                    <a:pt x="980" y="328"/>
                  </a:lnTo>
                  <a:lnTo>
                    <a:pt x="1031" y="369"/>
                  </a:lnTo>
                  <a:lnTo>
                    <a:pt x="1078" y="412"/>
                  </a:lnTo>
                  <a:lnTo>
                    <a:pt x="1119" y="456"/>
                  </a:lnTo>
                  <a:lnTo>
                    <a:pt x="1155" y="500"/>
                  </a:lnTo>
                  <a:lnTo>
                    <a:pt x="1185" y="543"/>
                  </a:lnTo>
                  <a:lnTo>
                    <a:pt x="1208" y="586"/>
                  </a:lnTo>
                  <a:lnTo>
                    <a:pt x="1225" y="629"/>
                  </a:lnTo>
                  <a:lnTo>
                    <a:pt x="1236" y="670"/>
                  </a:lnTo>
                  <a:lnTo>
                    <a:pt x="1239" y="710"/>
                  </a:lnTo>
                  <a:lnTo>
                    <a:pt x="0" y="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537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" name="Freeform 213">
              <a:extLst>
                <a:ext uri="{FF2B5EF4-FFF2-40B4-BE49-F238E27FC236}">
                  <a16:creationId xmlns:a16="http://schemas.microsoft.com/office/drawing/2014/main" id="{55F44B88-AEFB-1BD3-009F-E0260B4F5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4" y="2027"/>
              <a:ext cx="413" cy="237"/>
            </a:xfrm>
            <a:custGeom>
              <a:avLst/>
              <a:gdLst>
                <a:gd name="T0" fmla="*/ 0 w 1239"/>
                <a:gd name="T1" fmla="*/ 0 h 710"/>
                <a:gd name="T2" fmla="*/ 89 w 1239"/>
                <a:gd name="T3" fmla="*/ 3 h 710"/>
                <a:gd name="T4" fmla="*/ 176 w 1239"/>
                <a:gd name="T5" fmla="*/ 10 h 710"/>
                <a:gd name="T6" fmla="*/ 262 w 1239"/>
                <a:gd name="T7" fmla="*/ 23 h 710"/>
                <a:gd name="T8" fmla="*/ 346 w 1239"/>
                <a:gd name="T9" fmla="*/ 38 h 710"/>
                <a:gd name="T10" fmla="*/ 429 w 1239"/>
                <a:gd name="T11" fmla="*/ 59 h 710"/>
                <a:gd name="T12" fmla="*/ 509 w 1239"/>
                <a:gd name="T13" fmla="*/ 83 h 710"/>
                <a:gd name="T14" fmla="*/ 586 w 1239"/>
                <a:gd name="T15" fmla="*/ 110 h 710"/>
                <a:gd name="T16" fmla="*/ 661 w 1239"/>
                <a:gd name="T17" fmla="*/ 141 h 710"/>
                <a:gd name="T18" fmla="*/ 732 w 1239"/>
                <a:gd name="T19" fmla="*/ 174 h 710"/>
                <a:gd name="T20" fmla="*/ 800 w 1239"/>
                <a:gd name="T21" fmla="*/ 210 h 710"/>
                <a:gd name="T22" fmla="*/ 864 w 1239"/>
                <a:gd name="T23" fmla="*/ 248 h 710"/>
                <a:gd name="T24" fmla="*/ 925 w 1239"/>
                <a:gd name="T25" fmla="*/ 287 h 710"/>
                <a:gd name="T26" fmla="*/ 980 w 1239"/>
                <a:gd name="T27" fmla="*/ 328 h 710"/>
                <a:gd name="T28" fmla="*/ 1031 w 1239"/>
                <a:gd name="T29" fmla="*/ 369 h 710"/>
                <a:gd name="T30" fmla="*/ 1078 w 1239"/>
                <a:gd name="T31" fmla="*/ 412 h 710"/>
                <a:gd name="T32" fmla="*/ 1119 w 1239"/>
                <a:gd name="T33" fmla="*/ 456 h 710"/>
                <a:gd name="T34" fmla="*/ 1155 w 1239"/>
                <a:gd name="T35" fmla="*/ 500 h 710"/>
                <a:gd name="T36" fmla="*/ 1185 w 1239"/>
                <a:gd name="T37" fmla="*/ 543 h 710"/>
                <a:gd name="T38" fmla="*/ 1208 w 1239"/>
                <a:gd name="T39" fmla="*/ 586 h 710"/>
                <a:gd name="T40" fmla="*/ 1225 w 1239"/>
                <a:gd name="T41" fmla="*/ 629 h 710"/>
                <a:gd name="T42" fmla="*/ 1236 w 1239"/>
                <a:gd name="T43" fmla="*/ 670 h 710"/>
                <a:gd name="T44" fmla="*/ 1239 w 1239"/>
                <a:gd name="T45" fmla="*/ 710 h 710"/>
                <a:gd name="T46" fmla="*/ 0 w 1239"/>
                <a:gd name="T47" fmla="*/ 710 h 710"/>
                <a:gd name="T48" fmla="*/ 0 w 1239"/>
                <a:gd name="T49" fmla="*/ 0 h 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39" h="710">
                  <a:moveTo>
                    <a:pt x="0" y="0"/>
                  </a:moveTo>
                  <a:lnTo>
                    <a:pt x="89" y="3"/>
                  </a:lnTo>
                  <a:lnTo>
                    <a:pt x="176" y="10"/>
                  </a:lnTo>
                  <a:lnTo>
                    <a:pt x="262" y="23"/>
                  </a:lnTo>
                  <a:lnTo>
                    <a:pt x="346" y="38"/>
                  </a:lnTo>
                  <a:lnTo>
                    <a:pt x="429" y="59"/>
                  </a:lnTo>
                  <a:lnTo>
                    <a:pt x="509" y="83"/>
                  </a:lnTo>
                  <a:lnTo>
                    <a:pt x="586" y="110"/>
                  </a:lnTo>
                  <a:lnTo>
                    <a:pt x="661" y="141"/>
                  </a:lnTo>
                  <a:lnTo>
                    <a:pt x="732" y="174"/>
                  </a:lnTo>
                  <a:lnTo>
                    <a:pt x="800" y="210"/>
                  </a:lnTo>
                  <a:lnTo>
                    <a:pt x="864" y="248"/>
                  </a:lnTo>
                  <a:lnTo>
                    <a:pt x="925" y="287"/>
                  </a:lnTo>
                  <a:lnTo>
                    <a:pt x="980" y="328"/>
                  </a:lnTo>
                  <a:lnTo>
                    <a:pt x="1031" y="369"/>
                  </a:lnTo>
                  <a:lnTo>
                    <a:pt x="1078" y="412"/>
                  </a:lnTo>
                  <a:lnTo>
                    <a:pt x="1119" y="456"/>
                  </a:lnTo>
                  <a:lnTo>
                    <a:pt x="1155" y="500"/>
                  </a:lnTo>
                  <a:lnTo>
                    <a:pt x="1185" y="543"/>
                  </a:lnTo>
                  <a:lnTo>
                    <a:pt x="1208" y="586"/>
                  </a:lnTo>
                  <a:lnTo>
                    <a:pt x="1225" y="629"/>
                  </a:lnTo>
                  <a:lnTo>
                    <a:pt x="1236" y="670"/>
                  </a:lnTo>
                  <a:lnTo>
                    <a:pt x="1239" y="710"/>
                  </a:lnTo>
                  <a:lnTo>
                    <a:pt x="0" y="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537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2" name="Freeform 214">
              <a:extLst>
                <a:ext uri="{FF2B5EF4-FFF2-40B4-BE49-F238E27FC236}">
                  <a16:creationId xmlns:a16="http://schemas.microsoft.com/office/drawing/2014/main" id="{0F5FEA07-3336-8F75-9D46-AAEAC525B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9" y="2027"/>
              <a:ext cx="511" cy="214"/>
            </a:xfrm>
            <a:custGeom>
              <a:avLst/>
              <a:gdLst>
                <a:gd name="T0" fmla="*/ 765 w 1532"/>
                <a:gd name="T1" fmla="*/ 0 h 640"/>
                <a:gd name="T2" fmla="*/ 871 w 1532"/>
                <a:gd name="T3" fmla="*/ 4 h 640"/>
                <a:gd name="T4" fmla="*/ 974 w 1532"/>
                <a:gd name="T5" fmla="*/ 14 h 640"/>
                <a:gd name="T6" fmla="*/ 1075 w 1532"/>
                <a:gd name="T7" fmla="*/ 31 h 640"/>
                <a:gd name="T8" fmla="*/ 1173 w 1532"/>
                <a:gd name="T9" fmla="*/ 53 h 640"/>
                <a:gd name="T10" fmla="*/ 1269 w 1532"/>
                <a:gd name="T11" fmla="*/ 82 h 640"/>
                <a:gd name="T12" fmla="*/ 1360 w 1532"/>
                <a:gd name="T13" fmla="*/ 114 h 640"/>
                <a:gd name="T14" fmla="*/ 1448 w 1532"/>
                <a:gd name="T15" fmla="*/ 152 h 640"/>
                <a:gd name="T16" fmla="*/ 1532 w 1532"/>
                <a:gd name="T17" fmla="*/ 192 h 640"/>
                <a:gd name="T18" fmla="*/ 1498 w 1532"/>
                <a:gd name="T19" fmla="*/ 240 h 640"/>
                <a:gd name="T20" fmla="*/ 1463 w 1532"/>
                <a:gd name="T21" fmla="*/ 288 h 640"/>
                <a:gd name="T22" fmla="*/ 1423 w 1532"/>
                <a:gd name="T23" fmla="*/ 333 h 640"/>
                <a:gd name="T24" fmla="*/ 1383 w 1532"/>
                <a:gd name="T25" fmla="*/ 377 h 640"/>
                <a:gd name="T26" fmla="*/ 1340 w 1532"/>
                <a:gd name="T27" fmla="*/ 418 h 640"/>
                <a:gd name="T28" fmla="*/ 1295 w 1532"/>
                <a:gd name="T29" fmla="*/ 456 h 640"/>
                <a:gd name="T30" fmla="*/ 1248 w 1532"/>
                <a:gd name="T31" fmla="*/ 491 h 640"/>
                <a:gd name="T32" fmla="*/ 1198 w 1532"/>
                <a:gd name="T33" fmla="*/ 524 h 640"/>
                <a:gd name="T34" fmla="*/ 1144 w 1532"/>
                <a:gd name="T35" fmla="*/ 553 h 640"/>
                <a:gd name="T36" fmla="*/ 1088 w 1532"/>
                <a:gd name="T37" fmla="*/ 579 h 640"/>
                <a:gd name="T38" fmla="*/ 1030 w 1532"/>
                <a:gd name="T39" fmla="*/ 600 h 640"/>
                <a:gd name="T40" fmla="*/ 968 w 1532"/>
                <a:gd name="T41" fmla="*/ 617 h 640"/>
                <a:gd name="T42" fmla="*/ 904 w 1532"/>
                <a:gd name="T43" fmla="*/ 630 h 640"/>
                <a:gd name="T44" fmla="*/ 837 w 1532"/>
                <a:gd name="T45" fmla="*/ 637 h 640"/>
                <a:gd name="T46" fmla="*/ 765 w 1532"/>
                <a:gd name="T47" fmla="*/ 640 h 640"/>
                <a:gd name="T48" fmla="*/ 695 w 1532"/>
                <a:gd name="T49" fmla="*/ 637 h 640"/>
                <a:gd name="T50" fmla="*/ 627 w 1532"/>
                <a:gd name="T51" fmla="*/ 630 h 640"/>
                <a:gd name="T52" fmla="*/ 563 w 1532"/>
                <a:gd name="T53" fmla="*/ 617 h 640"/>
                <a:gd name="T54" fmla="*/ 501 w 1532"/>
                <a:gd name="T55" fmla="*/ 600 h 640"/>
                <a:gd name="T56" fmla="*/ 443 w 1532"/>
                <a:gd name="T57" fmla="*/ 579 h 640"/>
                <a:gd name="T58" fmla="*/ 387 w 1532"/>
                <a:gd name="T59" fmla="*/ 553 h 640"/>
                <a:gd name="T60" fmla="*/ 334 w 1532"/>
                <a:gd name="T61" fmla="*/ 524 h 640"/>
                <a:gd name="T62" fmla="*/ 284 w 1532"/>
                <a:gd name="T63" fmla="*/ 491 h 640"/>
                <a:gd name="T64" fmla="*/ 237 w 1532"/>
                <a:gd name="T65" fmla="*/ 456 h 640"/>
                <a:gd name="T66" fmla="*/ 191 w 1532"/>
                <a:gd name="T67" fmla="*/ 418 h 640"/>
                <a:gd name="T68" fmla="*/ 149 w 1532"/>
                <a:gd name="T69" fmla="*/ 377 h 640"/>
                <a:gd name="T70" fmla="*/ 108 w 1532"/>
                <a:gd name="T71" fmla="*/ 333 h 640"/>
                <a:gd name="T72" fmla="*/ 70 w 1532"/>
                <a:gd name="T73" fmla="*/ 288 h 640"/>
                <a:gd name="T74" fmla="*/ 33 w 1532"/>
                <a:gd name="T75" fmla="*/ 240 h 640"/>
                <a:gd name="T76" fmla="*/ 0 w 1532"/>
                <a:gd name="T77" fmla="*/ 192 h 640"/>
                <a:gd name="T78" fmla="*/ 83 w 1532"/>
                <a:gd name="T79" fmla="*/ 152 h 640"/>
                <a:gd name="T80" fmla="*/ 171 w 1532"/>
                <a:gd name="T81" fmla="*/ 114 h 640"/>
                <a:gd name="T82" fmla="*/ 263 w 1532"/>
                <a:gd name="T83" fmla="*/ 82 h 640"/>
                <a:gd name="T84" fmla="*/ 359 w 1532"/>
                <a:gd name="T85" fmla="*/ 53 h 640"/>
                <a:gd name="T86" fmla="*/ 456 w 1532"/>
                <a:gd name="T87" fmla="*/ 31 h 640"/>
                <a:gd name="T88" fmla="*/ 558 w 1532"/>
                <a:gd name="T89" fmla="*/ 14 h 640"/>
                <a:gd name="T90" fmla="*/ 661 w 1532"/>
                <a:gd name="T91" fmla="*/ 4 h 640"/>
                <a:gd name="T92" fmla="*/ 765 w 1532"/>
                <a:gd name="T93" fmla="*/ 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532" h="640">
                  <a:moveTo>
                    <a:pt x="765" y="0"/>
                  </a:moveTo>
                  <a:lnTo>
                    <a:pt x="871" y="4"/>
                  </a:lnTo>
                  <a:lnTo>
                    <a:pt x="974" y="14"/>
                  </a:lnTo>
                  <a:lnTo>
                    <a:pt x="1075" y="31"/>
                  </a:lnTo>
                  <a:lnTo>
                    <a:pt x="1173" y="53"/>
                  </a:lnTo>
                  <a:lnTo>
                    <a:pt x="1269" y="82"/>
                  </a:lnTo>
                  <a:lnTo>
                    <a:pt x="1360" y="114"/>
                  </a:lnTo>
                  <a:lnTo>
                    <a:pt x="1448" y="152"/>
                  </a:lnTo>
                  <a:lnTo>
                    <a:pt x="1532" y="192"/>
                  </a:lnTo>
                  <a:lnTo>
                    <a:pt x="1498" y="240"/>
                  </a:lnTo>
                  <a:lnTo>
                    <a:pt x="1463" y="288"/>
                  </a:lnTo>
                  <a:lnTo>
                    <a:pt x="1423" y="333"/>
                  </a:lnTo>
                  <a:lnTo>
                    <a:pt x="1383" y="377"/>
                  </a:lnTo>
                  <a:lnTo>
                    <a:pt x="1340" y="418"/>
                  </a:lnTo>
                  <a:lnTo>
                    <a:pt x="1295" y="456"/>
                  </a:lnTo>
                  <a:lnTo>
                    <a:pt x="1248" y="491"/>
                  </a:lnTo>
                  <a:lnTo>
                    <a:pt x="1198" y="524"/>
                  </a:lnTo>
                  <a:lnTo>
                    <a:pt x="1144" y="553"/>
                  </a:lnTo>
                  <a:lnTo>
                    <a:pt x="1088" y="579"/>
                  </a:lnTo>
                  <a:lnTo>
                    <a:pt x="1030" y="600"/>
                  </a:lnTo>
                  <a:lnTo>
                    <a:pt x="968" y="617"/>
                  </a:lnTo>
                  <a:lnTo>
                    <a:pt x="904" y="630"/>
                  </a:lnTo>
                  <a:lnTo>
                    <a:pt x="837" y="637"/>
                  </a:lnTo>
                  <a:lnTo>
                    <a:pt x="765" y="640"/>
                  </a:lnTo>
                  <a:lnTo>
                    <a:pt x="695" y="637"/>
                  </a:lnTo>
                  <a:lnTo>
                    <a:pt x="627" y="630"/>
                  </a:lnTo>
                  <a:lnTo>
                    <a:pt x="563" y="617"/>
                  </a:lnTo>
                  <a:lnTo>
                    <a:pt x="501" y="600"/>
                  </a:lnTo>
                  <a:lnTo>
                    <a:pt x="443" y="579"/>
                  </a:lnTo>
                  <a:lnTo>
                    <a:pt x="387" y="553"/>
                  </a:lnTo>
                  <a:lnTo>
                    <a:pt x="334" y="524"/>
                  </a:lnTo>
                  <a:lnTo>
                    <a:pt x="284" y="491"/>
                  </a:lnTo>
                  <a:lnTo>
                    <a:pt x="237" y="456"/>
                  </a:lnTo>
                  <a:lnTo>
                    <a:pt x="191" y="418"/>
                  </a:lnTo>
                  <a:lnTo>
                    <a:pt x="149" y="377"/>
                  </a:lnTo>
                  <a:lnTo>
                    <a:pt x="108" y="333"/>
                  </a:lnTo>
                  <a:lnTo>
                    <a:pt x="70" y="288"/>
                  </a:lnTo>
                  <a:lnTo>
                    <a:pt x="33" y="240"/>
                  </a:lnTo>
                  <a:lnTo>
                    <a:pt x="0" y="192"/>
                  </a:lnTo>
                  <a:lnTo>
                    <a:pt x="83" y="152"/>
                  </a:lnTo>
                  <a:lnTo>
                    <a:pt x="171" y="114"/>
                  </a:lnTo>
                  <a:lnTo>
                    <a:pt x="263" y="82"/>
                  </a:lnTo>
                  <a:lnTo>
                    <a:pt x="359" y="53"/>
                  </a:lnTo>
                  <a:lnTo>
                    <a:pt x="456" y="31"/>
                  </a:lnTo>
                  <a:lnTo>
                    <a:pt x="558" y="14"/>
                  </a:lnTo>
                  <a:lnTo>
                    <a:pt x="661" y="4"/>
                  </a:lnTo>
                  <a:lnTo>
                    <a:pt x="765" y="0"/>
                  </a:lnTo>
                  <a:close/>
                </a:path>
              </a:pathLst>
            </a:custGeom>
            <a:solidFill>
              <a:srgbClr val="98375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3" name="Freeform 215">
              <a:extLst>
                <a:ext uri="{FF2B5EF4-FFF2-40B4-BE49-F238E27FC236}">
                  <a16:creationId xmlns:a16="http://schemas.microsoft.com/office/drawing/2014/main" id="{198891D9-886E-FDEC-E4B5-80CA868472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8" y="2027"/>
              <a:ext cx="413" cy="172"/>
            </a:xfrm>
            <a:custGeom>
              <a:avLst/>
              <a:gdLst>
                <a:gd name="T0" fmla="*/ 618 w 1237"/>
                <a:gd name="T1" fmla="*/ 0 h 515"/>
                <a:gd name="T2" fmla="*/ 712 w 1237"/>
                <a:gd name="T3" fmla="*/ 3 h 515"/>
                <a:gd name="T4" fmla="*/ 805 w 1237"/>
                <a:gd name="T5" fmla="*/ 12 h 515"/>
                <a:gd name="T6" fmla="*/ 896 w 1237"/>
                <a:gd name="T7" fmla="*/ 25 h 515"/>
                <a:gd name="T8" fmla="*/ 985 w 1237"/>
                <a:gd name="T9" fmla="*/ 44 h 515"/>
                <a:gd name="T10" fmla="*/ 1072 w 1237"/>
                <a:gd name="T11" fmla="*/ 66 h 515"/>
                <a:gd name="T12" fmla="*/ 1155 w 1237"/>
                <a:gd name="T13" fmla="*/ 94 h 515"/>
                <a:gd name="T14" fmla="*/ 1237 w 1237"/>
                <a:gd name="T15" fmla="*/ 124 h 515"/>
                <a:gd name="T16" fmla="*/ 1211 w 1237"/>
                <a:gd name="T17" fmla="*/ 167 h 515"/>
                <a:gd name="T18" fmla="*/ 1183 w 1237"/>
                <a:gd name="T19" fmla="*/ 210 h 515"/>
                <a:gd name="T20" fmla="*/ 1150 w 1237"/>
                <a:gd name="T21" fmla="*/ 251 h 515"/>
                <a:gd name="T22" fmla="*/ 1117 w 1237"/>
                <a:gd name="T23" fmla="*/ 290 h 515"/>
                <a:gd name="T24" fmla="*/ 1082 w 1237"/>
                <a:gd name="T25" fmla="*/ 328 h 515"/>
                <a:gd name="T26" fmla="*/ 1042 w 1237"/>
                <a:gd name="T27" fmla="*/ 364 h 515"/>
                <a:gd name="T28" fmla="*/ 1001 w 1237"/>
                <a:gd name="T29" fmla="*/ 395 h 515"/>
                <a:gd name="T30" fmla="*/ 956 w 1237"/>
                <a:gd name="T31" fmla="*/ 425 h 515"/>
                <a:gd name="T32" fmla="*/ 907 w 1237"/>
                <a:gd name="T33" fmla="*/ 451 h 515"/>
                <a:gd name="T34" fmla="*/ 857 w 1237"/>
                <a:gd name="T35" fmla="*/ 474 h 515"/>
                <a:gd name="T36" fmla="*/ 802 w 1237"/>
                <a:gd name="T37" fmla="*/ 491 h 515"/>
                <a:gd name="T38" fmla="*/ 744 w 1237"/>
                <a:gd name="T39" fmla="*/ 504 h 515"/>
                <a:gd name="T40" fmla="*/ 684 w 1237"/>
                <a:gd name="T41" fmla="*/ 513 h 515"/>
                <a:gd name="T42" fmla="*/ 618 w 1237"/>
                <a:gd name="T43" fmla="*/ 515 h 515"/>
                <a:gd name="T44" fmla="*/ 554 w 1237"/>
                <a:gd name="T45" fmla="*/ 513 h 515"/>
                <a:gd name="T46" fmla="*/ 493 w 1237"/>
                <a:gd name="T47" fmla="*/ 504 h 515"/>
                <a:gd name="T48" fmla="*/ 435 w 1237"/>
                <a:gd name="T49" fmla="*/ 491 h 515"/>
                <a:gd name="T50" fmla="*/ 382 w 1237"/>
                <a:gd name="T51" fmla="*/ 474 h 515"/>
                <a:gd name="T52" fmla="*/ 331 w 1237"/>
                <a:gd name="T53" fmla="*/ 451 h 515"/>
                <a:gd name="T54" fmla="*/ 282 w 1237"/>
                <a:gd name="T55" fmla="*/ 425 h 515"/>
                <a:gd name="T56" fmla="*/ 238 w 1237"/>
                <a:gd name="T57" fmla="*/ 395 h 515"/>
                <a:gd name="T58" fmla="*/ 195 w 1237"/>
                <a:gd name="T59" fmla="*/ 364 h 515"/>
                <a:gd name="T60" fmla="*/ 156 w 1237"/>
                <a:gd name="T61" fmla="*/ 328 h 515"/>
                <a:gd name="T62" fmla="*/ 120 w 1237"/>
                <a:gd name="T63" fmla="*/ 290 h 515"/>
                <a:gd name="T64" fmla="*/ 87 w 1237"/>
                <a:gd name="T65" fmla="*/ 251 h 515"/>
                <a:gd name="T66" fmla="*/ 56 w 1237"/>
                <a:gd name="T67" fmla="*/ 210 h 515"/>
                <a:gd name="T68" fmla="*/ 28 w 1237"/>
                <a:gd name="T69" fmla="*/ 167 h 515"/>
                <a:gd name="T70" fmla="*/ 0 w 1237"/>
                <a:gd name="T71" fmla="*/ 124 h 515"/>
                <a:gd name="T72" fmla="*/ 82 w 1237"/>
                <a:gd name="T73" fmla="*/ 94 h 515"/>
                <a:gd name="T74" fmla="*/ 166 w 1237"/>
                <a:gd name="T75" fmla="*/ 66 h 515"/>
                <a:gd name="T76" fmla="*/ 252 w 1237"/>
                <a:gd name="T77" fmla="*/ 44 h 515"/>
                <a:gd name="T78" fmla="*/ 341 w 1237"/>
                <a:gd name="T79" fmla="*/ 25 h 515"/>
                <a:gd name="T80" fmla="*/ 433 w 1237"/>
                <a:gd name="T81" fmla="*/ 12 h 515"/>
                <a:gd name="T82" fmla="*/ 526 w 1237"/>
                <a:gd name="T83" fmla="*/ 3 h 515"/>
                <a:gd name="T84" fmla="*/ 618 w 1237"/>
                <a:gd name="T85" fmla="*/ 0 h 5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37" h="515">
                  <a:moveTo>
                    <a:pt x="618" y="0"/>
                  </a:moveTo>
                  <a:lnTo>
                    <a:pt x="712" y="3"/>
                  </a:lnTo>
                  <a:lnTo>
                    <a:pt x="805" y="12"/>
                  </a:lnTo>
                  <a:lnTo>
                    <a:pt x="896" y="25"/>
                  </a:lnTo>
                  <a:lnTo>
                    <a:pt x="985" y="44"/>
                  </a:lnTo>
                  <a:lnTo>
                    <a:pt x="1072" y="66"/>
                  </a:lnTo>
                  <a:lnTo>
                    <a:pt x="1155" y="94"/>
                  </a:lnTo>
                  <a:lnTo>
                    <a:pt x="1237" y="124"/>
                  </a:lnTo>
                  <a:lnTo>
                    <a:pt x="1211" y="167"/>
                  </a:lnTo>
                  <a:lnTo>
                    <a:pt x="1183" y="210"/>
                  </a:lnTo>
                  <a:lnTo>
                    <a:pt x="1150" y="251"/>
                  </a:lnTo>
                  <a:lnTo>
                    <a:pt x="1117" y="290"/>
                  </a:lnTo>
                  <a:lnTo>
                    <a:pt x="1082" y="328"/>
                  </a:lnTo>
                  <a:lnTo>
                    <a:pt x="1042" y="364"/>
                  </a:lnTo>
                  <a:lnTo>
                    <a:pt x="1001" y="395"/>
                  </a:lnTo>
                  <a:lnTo>
                    <a:pt x="956" y="425"/>
                  </a:lnTo>
                  <a:lnTo>
                    <a:pt x="907" y="451"/>
                  </a:lnTo>
                  <a:lnTo>
                    <a:pt x="857" y="474"/>
                  </a:lnTo>
                  <a:lnTo>
                    <a:pt x="802" y="491"/>
                  </a:lnTo>
                  <a:lnTo>
                    <a:pt x="744" y="504"/>
                  </a:lnTo>
                  <a:lnTo>
                    <a:pt x="684" y="513"/>
                  </a:lnTo>
                  <a:lnTo>
                    <a:pt x="618" y="515"/>
                  </a:lnTo>
                  <a:lnTo>
                    <a:pt x="554" y="513"/>
                  </a:lnTo>
                  <a:lnTo>
                    <a:pt x="493" y="504"/>
                  </a:lnTo>
                  <a:lnTo>
                    <a:pt x="435" y="491"/>
                  </a:lnTo>
                  <a:lnTo>
                    <a:pt x="382" y="474"/>
                  </a:lnTo>
                  <a:lnTo>
                    <a:pt x="331" y="451"/>
                  </a:lnTo>
                  <a:lnTo>
                    <a:pt x="282" y="425"/>
                  </a:lnTo>
                  <a:lnTo>
                    <a:pt x="238" y="395"/>
                  </a:lnTo>
                  <a:lnTo>
                    <a:pt x="195" y="364"/>
                  </a:lnTo>
                  <a:lnTo>
                    <a:pt x="156" y="328"/>
                  </a:lnTo>
                  <a:lnTo>
                    <a:pt x="120" y="290"/>
                  </a:lnTo>
                  <a:lnTo>
                    <a:pt x="87" y="251"/>
                  </a:lnTo>
                  <a:lnTo>
                    <a:pt x="56" y="210"/>
                  </a:lnTo>
                  <a:lnTo>
                    <a:pt x="28" y="167"/>
                  </a:lnTo>
                  <a:lnTo>
                    <a:pt x="0" y="124"/>
                  </a:lnTo>
                  <a:lnTo>
                    <a:pt x="82" y="94"/>
                  </a:lnTo>
                  <a:lnTo>
                    <a:pt x="166" y="66"/>
                  </a:lnTo>
                  <a:lnTo>
                    <a:pt x="252" y="44"/>
                  </a:lnTo>
                  <a:lnTo>
                    <a:pt x="341" y="25"/>
                  </a:lnTo>
                  <a:lnTo>
                    <a:pt x="433" y="12"/>
                  </a:lnTo>
                  <a:lnTo>
                    <a:pt x="526" y="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C0537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Freeform 216">
              <a:extLst>
                <a:ext uri="{FF2B5EF4-FFF2-40B4-BE49-F238E27FC236}">
                  <a16:creationId xmlns:a16="http://schemas.microsoft.com/office/drawing/2014/main" id="{C2DA0246-74F6-AADB-BFA0-D4F925744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0" y="2021"/>
              <a:ext cx="189" cy="91"/>
            </a:xfrm>
            <a:custGeom>
              <a:avLst/>
              <a:gdLst>
                <a:gd name="T0" fmla="*/ 252 w 567"/>
                <a:gd name="T1" fmla="*/ 0 h 273"/>
                <a:gd name="T2" fmla="*/ 300 w 567"/>
                <a:gd name="T3" fmla="*/ 0 h 273"/>
                <a:gd name="T4" fmla="*/ 344 w 567"/>
                <a:gd name="T5" fmla="*/ 4 h 273"/>
                <a:gd name="T6" fmla="*/ 385 w 567"/>
                <a:gd name="T7" fmla="*/ 7 h 273"/>
                <a:gd name="T8" fmla="*/ 425 w 567"/>
                <a:gd name="T9" fmla="*/ 13 h 273"/>
                <a:gd name="T10" fmla="*/ 459 w 567"/>
                <a:gd name="T11" fmla="*/ 19 h 273"/>
                <a:gd name="T12" fmla="*/ 490 w 567"/>
                <a:gd name="T13" fmla="*/ 26 h 273"/>
                <a:gd name="T14" fmla="*/ 516 w 567"/>
                <a:gd name="T15" fmla="*/ 32 h 273"/>
                <a:gd name="T16" fmla="*/ 537 w 567"/>
                <a:gd name="T17" fmla="*/ 38 h 273"/>
                <a:gd name="T18" fmla="*/ 553 w 567"/>
                <a:gd name="T19" fmla="*/ 43 h 273"/>
                <a:gd name="T20" fmla="*/ 564 w 567"/>
                <a:gd name="T21" fmla="*/ 46 h 273"/>
                <a:gd name="T22" fmla="*/ 567 w 567"/>
                <a:gd name="T23" fmla="*/ 47 h 273"/>
                <a:gd name="T24" fmla="*/ 566 w 567"/>
                <a:gd name="T25" fmla="*/ 50 h 273"/>
                <a:gd name="T26" fmla="*/ 562 w 567"/>
                <a:gd name="T27" fmla="*/ 58 h 273"/>
                <a:gd name="T28" fmla="*/ 556 w 567"/>
                <a:gd name="T29" fmla="*/ 71 h 273"/>
                <a:gd name="T30" fmla="*/ 548 w 567"/>
                <a:gd name="T31" fmla="*/ 86 h 273"/>
                <a:gd name="T32" fmla="*/ 537 w 567"/>
                <a:gd name="T33" fmla="*/ 105 h 273"/>
                <a:gd name="T34" fmla="*/ 524 w 567"/>
                <a:gd name="T35" fmla="*/ 127 h 273"/>
                <a:gd name="T36" fmla="*/ 509 w 567"/>
                <a:gd name="T37" fmla="*/ 149 h 273"/>
                <a:gd name="T38" fmla="*/ 491 w 567"/>
                <a:gd name="T39" fmla="*/ 172 h 273"/>
                <a:gd name="T40" fmla="*/ 470 w 567"/>
                <a:gd name="T41" fmla="*/ 194 h 273"/>
                <a:gd name="T42" fmla="*/ 446 w 567"/>
                <a:gd name="T43" fmla="*/ 214 h 273"/>
                <a:gd name="T44" fmla="*/ 420 w 567"/>
                <a:gd name="T45" fmla="*/ 233 h 273"/>
                <a:gd name="T46" fmla="*/ 390 w 567"/>
                <a:gd name="T47" fmla="*/ 250 h 273"/>
                <a:gd name="T48" fmla="*/ 358 w 567"/>
                <a:gd name="T49" fmla="*/ 262 h 273"/>
                <a:gd name="T50" fmla="*/ 322 w 567"/>
                <a:gd name="T51" fmla="*/ 270 h 273"/>
                <a:gd name="T52" fmla="*/ 283 w 567"/>
                <a:gd name="T53" fmla="*/ 273 h 273"/>
                <a:gd name="T54" fmla="*/ 245 w 567"/>
                <a:gd name="T55" fmla="*/ 270 h 273"/>
                <a:gd name="T56" fmla="*/ 210 w 567"/>
                <a:gd name="T57" fmla="*/ 262 h 273"/>
                <a:gd name="T58" fmla="*/ 177 w 567"/>
                <a:gd name="T59" fmla="*/ 250 h 273"/>
                <a:gd name="T60" fmla="*/ 148 w 567"/>
                <a:gd name="T61" fmla="*/ 233 h 273"/>
                <a:gd name="T62" fmla="*/ 122 w 567"/>
                <a:gd name="T63" fmla="*/ 214 h 273"/>
                <a:gd name="T64" fmla="*/ 98 w 567"/>
                <a:gd name="T65" fmla="*/ 194 h 273"/>
                <a:gd name="T66" fmla="*/ 76 w 567"/>
                <a:gd name="T67" fmla="*/ 172 h 273"/>
                <a:gd name="T68" fmla="*/ 59 w 567"/>
                <a:gd name="T69" fmla="*/ 149 h 273"/>
                <a:gd name="T70" fmla="*/ 43 w 567"/>
                <a:gd name="T71" fmla="*/ 127 h 273"/>
                <a:gd name="T72" fmla="*/ 30 w 567"/>
                <a:gd name="T73" fmla="*/ 105 h 273"/>
                <a:gd name="T74" fmla="*/ 19 w 567"/>
                <a:gd name="T75" fmla="*/ 86 h 273"/>
                <a:gd name="T76" fmla="*/ 11 w 567"/>
                <a:gd name="T77" fmla="*/ 71 h 273"/>
                <a:gd name="T78" fmla="*/ 5 w 567"/>
                <a:gd name="T79" fmla="*/ 58 h 273"/>
                <a:gd name="T80" fmla="*/ 2 w 567"/>
                <a:gd name="T81" fmla="*/ 50 h 273"/>
                <a:gd name="T82" fmla="*/ 0 w 567"/>
                <a:gd name="T83" fmla="*/ 47 h 273"/>
                <a:gd name="T84" fmla="*/ 53 w 567"/>
                <a:gd name="T85" fmla="*/ 30 h 273"/>
                <a:gd name="T86" fmla="*/ 104 w 567"/>
                <a:gd name="T87" fmla="*/ 17 h 273"/>
                <a:gd name="T88" fmla="*/ 154 w 567"/>
                <a:gd name="T89" fmla="*/ 8 h 273"/>
                <a:gd name="T90" fmla="*/ 205 w 567"/>
                <a:gd name="T91" fmla="*/ 2 h 273"/>
                <a:gd name="T92" fmla="*/ 252 w 567"/>
                <a:gd name="T93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67" h="273">
                  <a:moveTo>
                    <a:pt x="252" y="0"/>
                  </a:moveTo>
                  <a:lnTo>
                    <a:pt x="300" y="0"/>
                  </a:lnTo>
                  <a:lnTo>
                    <a:pt x="344" y="4"/>
                  </a:lnTo>
                  <a:lnTo>
                    <a:pt x="385" y="7"/>
                  </a:lnTo>
                  <a:lnTo>
                    <a:pt x="425" y="13"/>
                  </a:lnTo>
                  <a:lnTo>
                    <a:pt x="459" y="19"/>
                  </a:lnTo>
                  <a:lnTo>
                    <a:pt x="490" y="26"/>
                  </a:lnTo>
                  <a:lnTo>
                    <a:pt x="516" y="32"/>
                  </a:lnTo>
                  <a:lnTo>
                    <a:pt x="537" y="38"/>
                  </a:lnTo>
                  <a:lnTo>
                    <a:pt x="553" y="43"/>
                  </a:lnTo>
                  <a:lnTo>
                    <a:pt x="564" y="46"/>
                  </a:lnTo>
                  <a:lnTo>
                    <a:pt x="567" y="47"/>
                  </a:lnTo>
                  <a:lnTo>
                    <a:pt x="566" y="50"/>
                  </a:lnTo>
                  <a:lnTo>
                    <a:pt x="562" y="58"/>
                  </a:lnTo>
                  <a:lnTo>
                    <a:pt x="556" y="71"/>
                  </a:lnTo>
                  <a:lnTo>
                    <a:pt x="548" y="86"/>
                  </a:lnTo>
                  <a:lnTo>
                    <a:pt x="537" y="105"/>
                  </a:lnTo>
                  <a:lnTo>
                    <a:pt x="524" y="127"/>
                  </a:lnTo>
                  <a:lnTo>
                    <a:pt x="509" y="149"/>
                  </a:lnTo>
                  <a:lnTo>
                    <a:pt x="491" y="172"/>
                  </a:lnTo>
                  <a:lnTo>
                    <a:pt x="470" y="194"/>
                  </a:lnTo>
                  <a:lnTo>
                    <a:pt x="446" y="214"/>
                  </a:lnTo>
                  <a:lnTo>
                    <a:pt x="420" y="233"/>
                  </a:lnTo>
                  <a:lnTo>
                    <a:pt x="390" y="250"/>
                  </a:lnTo>
                  <a:lnTo>
                    <a:pt x="358" y="262"/>
                  </a:lnTo>
                  <a:lnTo>
                    <a:pt x="322" y="270"/>
                  </a:lnTo>
                  <a:lnTo>
                    <a:pt x="283" y="273"/>
                  </a:lnTo>
                  <a:lnTo>
                    <a:pt x="245" y="270"/>
                  </a:lnTo>
                  <a:lnTo>
                    <a:pt x="210" y="262"/>
                  </a:lnTo>
                  <a:lnTo>
                    <a:pt x="177" y="250"/>
                  </a:lnTo>
                  <a:lnTo>
                    <a:pt x="148" y="233"/>
                  </a:lnTo>
                  <a:lnTo>
                    <a:pt x="122" y="214"/>
                  </a:lnTo>
                  <a:lnTo>
                    <a:pt x="98" y="194"/>
                  </a:lnTo>
                  <a:lnTo>
                    <a:pt x="76" y="172"/>
                  </a:lnTo>
                  <a:lnTo>
                    <a:pt x="59" y="149"/>
                  </a:lnTo>
                  <a:lnTo>
                    <a:pt x="43" y="127"/>
                  </a:lnTo>
                  <a:lnTo>
                    <a:pt x="30" y="105"/>
                  </a:lnTo>
                  <a:lnTo>
                    <a:pt x="19" y="86"/>
                  </a:lnTo>
                  <a:lnTo>
                    <a:pt x="11" y="71"/>
                  </a:lnTo>
                  <a:lnTo>
                    <a:pt x="5" y="58"/>
                  </a:lnTo>
                  <a:lnTo>
                    <a:pt x="2" y="50"/>
                  </a:lnTo>
                  <a:lnTo>
                    <a:pt x="0" y="47"/>
                  </a:lnTo>
                  <a:lnTo>
                    <a:pt x="53" y="30"/>
                  </a:lnTo>
                  <a:lnTo>
                    <a:pt x="104" y="17"/>
                  </a:lnTo>
                  <a:lnTo>
                    <a:pt x="154" y="8"/>
                  </a:lnTo>
                  <a:lnTo>
                    <a:pt x="205" y="2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DCC9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5" name="Freeform 217">
              <a:extLst>
                <a:ext uri="{FF2B5EF4-FFF2-40B4-BE49-F238E27FC236}">
                  <a16:creationId xmlns:a16="http://schemas.microsoft.com/office/drawing/2014/main" id="{38805F4C-300A-5B11-C41E-BF80E2D2D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3" y="2027"/>
              <a:ext cx="323" cy="137"/>
            </a:xfrm>
            <a:custGeom>
              <a:avLst/>
              <a:gdLst>
                <a:gd name="T0" fmla="*/ 483 w 968"/>
                <a:gd name="T1" fmla="*/ 0 h 409"/>
                <a:gd name="T2" fmla="*/ 584 w 968"/>
                <a:gd name="T3" fmla="*/ 4 h 409"/>
                <a:gd name="T4" fmla="*/ 684 w 968"/>
                <a:gd name="T5" fmla="*/ 13 h 409"/>
                <a:gd name="T6" fmla="*/ 780 w 968"/>
                <a:gd name="T7" fmla="*/ 29 h 409"/>
                <a:gd name="T8" fmla="*/ 875 w 968"/>
                <a:gd name="T9" fmla="*/ 50 h 409"/>
                <a:gd name="T10" fmla="*/ 968 w 968"/>
                <a:gd name="T11" fmla="*/ 76 h 409"/>
                <a:gd name="T12" fmla="*/ 950 w 968"/>
                <a:gd name="T13" fmla="*/ 110 h 409"/>
                <a:gd name="T14" fmla="*/ 930 w 968"/>
                <a:gd name="T15" fmla="*/ 146 h 409"/>
                <a:gd name="T16" fmla="*/ 907 w 968"/>
                <a:gd name="T17" fmla="*/ 180 h 409"/>
                <a:gd name="T18" fmla="*/ 882 w 968"/>
                <a:gd name="T19" fmla="*/ 213 h 409"/>
                <a:gd name="T20" fmla="*/ 855 w 968"/>
                <a:gd name="T21" fmla="*/ 245 h 409"/>
                <a:gd name="T22" fmla="*/ 825 w 968"/>
                <a:gd name="T23" fmla="*/ 275 h 409"/>
                <a:gd name="T24" fmla="*/ 793 w 968"/>
                <a:gd name="T25" fmla="*/ 303 h 409"/>
                <a:gd name="T26" fmla="*/ 758 w 968"/>
                <a:gd name="T27" fmla="*/ 329 h 409"/>
                <a:gd name="T28" fmla="*/ 720 w 968"/>
                <a:gd name="T29" fmla="*/ 352 h 409"/>
                <a:gd name="T30" fmla="*/ 679 w 968"/>
                <a:gd name="T31" fmla="*/ 372 h 409"/>
                <a:gd name="T32" fmla="*/ 635 w 968"/>
                <a:gd name="T33" fmla="*/ 387 h 409"/>
                <a:gd name="T34" fmla="*/ 588 w 968"/>
                <a:gd name="T35" fmla="*/ 399 h 409"/>
                <a:gd name="T36" fmla="*/ 538 w 968"/>
                <a:gd name="T37" fmla="*/ 406 h 409"/>
                <a:gd name="T38" fmla="*/ 483 w 968"/>
                <a:gd name="T39" fmla="*/ 409 h 409"/>
                <a:gd name="T40" fmla="*/ 430 w 968"/>
                <a:gd name="T41" fmla="*/ 406 h 409"/>
                <a:gd name="T42" fmla="*/ 380 w 968"/>
                <a:gd name="T43" fmla="*/ 399 h 409"/>
                <a:gd name="T44" fmla="*/ 332 w 968"/>
                <a:gd name="T45" fmla="*/ 387 h 409"/>
                <a:gd name="T46" fmla="*/ 288 w 968"/>
                <a:gd name="T47" fmla="*/ 372 h 409"/>
                <a:gd name="T48" fmla="*/ 248 w 968"/>
                <a:gd name="T49" fmla="*/ 352 h 409"/>
                <a:gd name="T50" fmla="*/ 210 w 968"/>
                <a:gd name="T51" fmla="*/ 329 h 409"/>
                <a:gd name="T52" fmla="*/ 174 w 968"/>
                <a:gd name="T53" fmla="*/ 303 h 409"/>
                <a:gd name="T54" fmla="*/ 142 w 968"/>
                <a:gd name="T55" fmla="*/ 275 h 409"/>
                <a:gd name="T56" fmla="*/ 113 w 968"/>
                <a:gd name="T57" fmla="*/ 245 h 409"/>
                <a:gd name="T58" fmla="*/ 85 w 968"/>
                <a:gd name="T59" fmla="*/ 213 h 409"/>
                <a:gd name="T60" fmla="*/ 60 w 968"/>
                <a:gd name="T61" fmla="*/ 180 h 409"/>
                <a:gd name="T62" fmla="*/ 39 w 968"/>
                <a:gd name="T63" fmla="*/ 146 h 409"/>
                <a:gd name="T64" fmla="*/ 18 w 968"/>
                <a:gd name="T65" fmla="*/ 110 h 409"/>
                <a:gd name="T66" fmla="*/ 0 w 968"/>
                <a:gd name="T67" fmla="*/ 76 h 409"/>
                <a:gd name="T68" fmla="*/ 92 w 968"/>
                <a:gd name="T69" fmla="*/ 50 h 409"/>
                <a:gd name="T70" fmla="*/ 187 w 968"/>
                <a:gd name="T71" fmla="*/ 29 h 409"/>
                <a:gd name="T72" fmla="*/ 284 w 968"/>
                <a:gd name="T73" fmla="*/ 13 h 409"/>
                <a:gd name="T74" fmla="*/ 383 w 968"/>
                <a:gd name="T75" fmla="*/ 4 h 409"/>
                <a:gd name="T76" fmla="*/ 483 w 968"/>
                <a:gd name="T77" fmla="*/ 0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68" h="409">
                  <a:moveTo>
                    <a:pt x="483" y="0"/>
                  </a:moveTo>
                  <a:lnTo>
                    <a:pt x="584" y="4"/>
                  </a:lnTo>
                  <a:lnTo>
                    <a:pt x="684" y="13"/>
                  </a:lnTo>
                  <a:lnTo>
                    <a:pt x="780" y="29"/>
                  </a:lnTo>
                  <a:lnTo>
                    <a:pt x="875" y="50"/>
                  </a:lnTo>
                  <a:lnTo>
                    <a:pt x="968" y="76"/>
                  </a:lnTo>
                  <a:lnTo>
                    <a:pt x="950" y="110"/>
                  </a:lnTo>
                  <a:lnTo>
                    <a:pt x="930" y="146"/>
                  </a:lnTo>
                  <a:lnTo>
                    <a:pt x="907" y="180"/>
                  </a:lnTo>
                  <a:lnTo>
                    <a:pt x="882" y="213"/>
                  </a:lnTo>
                  <a:lnTo>
                    <a:pt x="855" y="245"/>
                  </a:lnTo>
                  <a:lnTo>
                    <a:pt x="825" y="275"/>
                  </a:lnTo>
                  <a:lnTo>
                    <a:pt x="793" y="303"/>
                  </a:lnTo>
                  <a:lnTo>
                    <a:pt x="758" y="329"/>
                  </a:lnTo>
                  <a:lnTo>
                    <a:pt x="720" y="352"/>
                  </a:lnTo>
                  <a:lnTo>
                    <a:pt x="679" y="372"/>
                  </a:lnTo>
                  <a:lnTo>
                    <a:pt x="635" y="387"/>
                  </a:lnTo>
                  <a:lnTo>
                    <a:pt x="588" y="399"/>
                  </a:lnTo>
                  <a:lnTo>
                    <a:pt x="538" y="406"/>
                  </a:lnTo>
                  <a:lnTo>
                    <a:pt x="483" y="409"/>
                  </a:lnTo>
                  <a:lnTo>
                    <a:pt x="430" y="406"/>
                  </a:lnTo>
                  <a:lnTo>
                    <a:pt x="380" y="399"/>
                  </a:lnTo>
                  <a:lnTo>
                    <a:pt x="332" y="387"/>
                  </a:lnTo>
                  <a:lnTo>
                    <a:pt x="288" y="372"/>
                  </a:lnTo>
                  <a:lnTo>
                    <a:pt x="248" y="352"/>
                  </a:lnTo>
                  <a:lnTo>
                    <a:pt x="210" y="329"/>
                  </a:lnTo>
                  <a:lnTo>
                    <a:pt x="174" y="303"/>
                  </a:lnTo>
                  <a:lnTo>
                    <a:pt x="142" y="275"/>
                  </a:lnTo>
                  <a:lnTo>
                    <a:pt x="113" y="245"/>
                  </a:lnTo>
                  <a:lnTo>
                    <a:pt x="85" y="213"/>
                  </a:lnTo>
                  <a:lnTo>
                    <a:pt x="60" y="180"/>
                  </a:lnTo>
                  <a:lnTo>
                    <a:pt x="39" y="146"/>
                  </a:lnTo>
                  <a:lnTo>
                    <a:pt x="18" y="110"/>
                  </a:lnTo>
                  <a:lnTo>
                    <a:pt x="0" y="76"/>
                  </a:lnTo>
                  <a:lnTo>
                    <a:pt x="92" y="50"/>
                  </a:lnTo>
                  <a:lnTo>
                    <a:pt x="187" y="29"/>
                  </a:lnTo>
                  <a:lnTo>
                    <a:pt x="284" y="13"/>
                  </a:lnTo>
                  <a:lnTo>
                    <a:pt x="383" y="4"/>
                  </a:lnTo>
                  <a:lnTo>
                    <a:pt x="483" y="0"/>
                  </a:lnTo>
                  <a:close/>
                </a:path>
              </a:pathLst>
            </a:custGeom>
            <a:solidFill>
              <a:srgbClr val="98375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6" name="Freeform 218">
              <a:extLst>
                <a:ext uri="{FF2B5EF4-FFF2-40B4-BE49-F238E27FC236}">
                  <a16:creationId xmlns:a16="http://schemas.microsoft.com/office/drawing/2014/main" id="{4E80D572-40EA-524B-6945-5390F50F8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" y="2027"/>
              <a:ext cx="241" cy="112"/>
            </a:xfrm>
            <a:custGeom>
              <a:avLst/>
              <a:gdLst>
                <a:gd name="T0" fmla="*/ 361 w 724"/>
                <a:gd name="T1" fmla="*/ 0 h 334"/>
                <a:gd name="T2" fmla="*/ 454 w 724"/>
                <a:gd name="T3" fmla="*/ 3 h 334"/>
                <a:gd name="T4" fmla="*/ 545 w 724"/>
                <a:gd name="T5" fmla="*/ 11 h 334"/>
                <a:gd name="T6" fmla="*/ 636 w 724"/>
                <a:gd name="T7" fmla="*/ 25 h 334"/>
                <a:gd name="T8" fmla="*/ 724 w 724"/>
                <a:gd name="T9" fmla="*/ 43 h 334"/>
                <a:gd name="T10" fmla="*/ 712 w 724"/>
                <a:gd name="T11" fmla="*/ 70 h 334"/>
                <a:gd name="T12" fmla="*/ 700 w 724"/>
                <a:gd name="T13" fmla="*/ 98 h 334"/>
                <a:gd name="T14" fmla="*/ 684 w 724"/>
                <a:gd name="T15" fmla="*/ 127 h 334"/>
                <a:gd name="T16" fmla="*/ 668 w 724"/>
                <a:gd name="T17" fmla="*/ 155 h 334"/>
                <a:gd name="T18" fmla="*/ 649 w 724"/>
                <a:gd name="T19" fmla="*/ 184 h 334"/>
                <a:gd name="T20" fmla="*/ 629 w 724"/>
                <a:gd name="T21" fmla="*/ 210 h 334"/>
                <a:gd name="T22" fmla="*/ 605 w 724"/>
                <a:gd name="T23" fmla="*/ 236 h 334"/>
                <a:gd name="T24" fmla="*/ 579 w 724"/>
                <a:gd name="T25" fmla="*/ 259 h 334"/>
                <a:gd name="T26" fmla="*/ 550 w 724"/>
                <a:gd name="T27" fmla="*/ 281 h 334"/>
                <a:gd name="T28" fmla="*/ 518 w 724"/>
                <a:gd name="T29" fmla="*/ 298 h 334"/>
                <a:gd name="T30" fmla="*/ 484 w 724"/>
                <a:gd name="T31" fmla="*/ 314 h 334"/>
                <a:gd name="T32" fmla="*/ 447 w 724"/>
                <a:gd name="T33" fmla="*/ 324 h 334"/>
                <a:gd name="T34" fmla="*/ 405 w 724"/>
                <a:gd name="T35" fmla="*/ 332 h 334"/>
                <a:gd name="T36" fmla="*/ 361 w 724"/>
                <a:gd name="T37" fmla="*/ 334 h 334"/>
                <a:gd name="T38" fmla="*/ 318 w 724"/>
                <a:gd name="T39" fmla="*/ 332 h 334"/>
                <a:gd name="T40" fmla="*/ 277 w 724"/>
                <a:gd name="T41" fmla="*/ 324 h 334"/>
                <a:gd name="T42" fmla="*/ 240 w 724"/>
                <a:gd name="T43" fmla="*/ 314 h 334"/>
                <a:gd name="T44" fmla="*/ 206 w 724"/>
                <a:gd name="T45" fmla="*/ 298 h 334"/>
                <a:gd name="T46" fmla="*/ 174 w 724"/>
                <a:gd name="T47" fmla="*/ 281 h 334"/>
                <a:gd name="T48" fmla="*/ 145 w 724"/>
                <a:gd name="T49" fmla="*/ 259 h 334"/>
                <a:gd name="T50" fmla="*/ 119 w 724"/>
                <a:gd name="T51" fmla="*/ 236 h 334"/>
                <a:gd name="T52" fmla="*/ 95 w 724"/>
                <a:gd name="T53" fmla="*/ 210 h 334"/>
                <a:gd name="T54" fmla="*/ 75 w 724"/>
                <a:gd name="T55" fmla="*/ 184 h 334"/>
                <a:gd name="T56" fmla="*/ 56 w 724"/>
                <a:gd name="T57" fmla="*/ 155 h 334"/>
                <a:gd name="T58" fmla="*/ 39 w 724"/>
                <a:gd name="T59" fmla="*/ 127 h 334"/>
                <a:gd name="T60" fmla="*/ 24 w 724"/>
                <a:gd name="T61" fmla="*/ 98 h 334"/>
                <a:gd name="T62" fmla="*/ 12 w 724"/>
                <a:gd name="T63" fmla="*/ 70 h 334"/>
                <a:gd name="T64" fmla="*/ 0 w 724"/>
                <a:gd name="T65" fmla="*/ 43 h 334"/>
                <a:gd name="T66" fmla="*/ 88 w 724"/>
                <a:gd name="T67" fmla="*/ 25 h 334"/>
                <a:gd name="T68" fmla="*/ 178 w 724"/>
                <a:gd name="T69" fmla="*/ 11 h 334"/>
                <a:gd name="T70" fmla="*/ 270 w 724"/>
                <a:gd name="T71" fmla="*/ 3 h 334"/>
                <a:gd name="T72" fmla="*/ 361 w 724"/>
                <a:gd name="T73" fmla="*/ 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24" h="334">
                  <a:moveTo>
                    <a:pt x="361" y="0"/>
                  </a:moveTo>
                  <a:lnTo>
                    <a:pt x="454" y="3"/>
                  </a:lnTo>
                  <a:lnTo>
                    <a:pt x="545" y="11"/>
                  </a:lnTo>
                  <a:lnTo>
                    <a:pt x="636" y="25"/>
                  </a:lnTo>
                  <a:lnTo>
                    <a:pt x="724" y="43"/>
                  </a:lnTo>
                  <a:lnTo>
                    <a:pt x="712" y="70"/>
                  </a:lnTo>
                  <a:lnTo>
                    <a:pt x="700" y="98"/>
                  </a:lnTo>
                  <a:lnTo>
                    <a:pt x="684" y="127"/>
                  </a:lnTo>
                  <a:lnTo>
                    <a:pt x="668" y="155"/>
                  </a:lnTo>
                  <a:lnTo>
                    <a:pt x="649" y="184"/>
                  </a:lnTo>
                  <a:lnTo>
                    <a:pt x="629" y="210"/>
                  </a:lnTo>
                  <a:lnTo>
                    <a:pt x="605" y="236"/>
                  </a:lnTo>
                  <a:lnTo>
                    <a:pt x="579" y="259"/>
                  </a:lnTo>
                  <a:lnTo>
                    <a:pt x="550" y="281"/>
                  </a:lnTo>
                  <a:lnTo>
                    <a:pt x="518" y="298"/>
                  </a:lnTo>
                  <a:lnTo>
                    <a:pt x="484" y="314"/>
                  </a:lnTo>
                  <a:lnTo>
                    <a:pt x="447" y="324"/>
                  </a:lnTo>
                  <a:lnTo>
                    <a:pt x="405" y="332"/>
                  </a:lnTo>
                  <a:lnTo>
                    <a:pt x="361" y="334"/>
                  </a:lnTo>
                  <a:lnTo>
                    <a:pt x="318" y="332"/>
                  </a:lnTo>
                  <a:lnTo>
                    <a:pt x="277" y="324"/>
                  </a:lnTo>
                  <a:lnTo>
                    <a:pt x="240" y="314"/>
                  </a:lnTo>
                  <a:lnTo>
                    <a:pt x="206" y="298"/>
                  </a:lnTo>
                  <a:lnTo>
                    <a:pt x="174" y="281"/>
                  </a:lnTo>
                  <a:lnTo>
                    <a:pt x="145" y="259"/>
                  </a:lnTo>
                  <a:lnTo>
                    <a:pt x="119" y="236"/>
                  </a:lnTo>
                  <a:lnTo>
                    <a:pt x="95" y="210"/>
                  </a:lnTo>
                  <a:lnTo>
                    <a:pt x="75" y="184"/>
                  </a:lnTo>
                  <a:lnTo>
                    <a:pt x="56" y="155"/>
                  </a:lnTo>
                  <a:lnTo>
                    <a:pt x="39" y="127"/>
                  </a:lnTo>
                  <a:lnTo>
                    <a:pt x="24" y="98"/>
                  </a:lnTo>
                  <a:lnTo>
                    <a:pt x="12" y="70"/>
                  </a:lnTo>
                  <a:lnTo>
                    <a:pt x="0" y="43"/>
                  </a:lnTo>
                  <a:lnTo>
                    <a:pt x="88" y="25"/>
                  </a:lnTo>
                  <a:lnTo>
                    <a:pt x="178" y="11"/>
                  </a:lnTo>
                  <a:lnTo>
                    <a:pt x="270" y="3"/>
                  </a:lnTo>
                  <a:lnTo>
                    <a:pt x="361" y="0"/>
                  </a:lnTo>
                  <a:close/>
                </a:path>
              </a:pathLst>
            </a:custGeom>
            <a:solidFill>
              <a:srgbClr val="C0537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Freeform 219">
              <a:extLst>
                <a:ext uri="{FF2B5EF4-FFF2-40B4-BE49-F238E27FC236}">
                  <a16:creationId xmlns:a16="http://schemas.microsoft.com/office/drawing/2014/main" id="{04EE3297-305D-88EF-F097-FBF9B5DDC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0" y="2016"/>
              <a:ext cx="189" cy="96"/>
            </a:xfrm>
            <a:custGeom>
              <a:avLst/>
              <a:gdLst>
                <a:gd name="T0" fmla="*/ 283 w 567"/>
                <a:gd name="T1" fmla="*/ 0 h 288"/>
                <a:gd name="T2" fmla="*/ 330 w 567"/>
                <a:gd name="T3" fmla="*/ 1 h 288"/>
                <a:gd name="T4" fmla="*/ 371 w 567"/>
                <a:gd name="T5" fmla="*/ 4 h 288"/>
                <a:gd name="T6" fmla="*/ 410 w 567"/>
                <a:gd name="T7" fmla="*/ 10 h 288"/>
                <a:gd name="T8" fmla="*/ 445 w 567"/>
                <a:gd name="T9" fmla="*/ 19 h 288"/>
                <a:gd name="T10" fmla="*/ 476 w 567"/>
                <a:gd name="T11" fmla="*/ 27 h 288"/>
                <a:gd name="T12" fmla="*/ 503 w 567"/>
                <a:gd name="T13" fmla="*/ 35 h 288"/>
                <a:gd name="T14" fmla="*/ 526 w 567"/>
                <a:gd name="T15" fmla="*/ 43 h 288"/>
                <a:gd name="T16" fmla="*/ 543 w 567"/>
                <a:gd name="T17" fmla="*/ 51 h 288"/>
                <a:gd name="T18" fmla="*/ 556 w 567"/>
                <a:gd name="T19" fmla="*/ 56 h 288"/>
                <a:gd name="T20" fmla="*/ 564 w 567"/>
                <a:gd name="T21" fmla="*/ 61 h 288"/>
                <a:gd name="T22" fmla="*/ 567 w 567"/>
                <a:gd name="T23" fmla="*/ 62 h 288"/>
                <a:gd name="T24" fmla="*/ 566 w 567"/>
                <a:gd name="T25" fmla="*/ 65 h 288"/>
                <a:gd name="T26" fmla="*/ 565 w 567"/>
                <a:gd name="T27" fmla="*/ 71 h 288"/>
                <a:gd name="T28" fmla="*/ 562 w 567"/>
                <a:gd name="T29" fmla="*/ 81 h 288"/>
                <a:gd name="T30" fmla="*/ 559 w 567"/>
                <a:gd name="T31" fmla="*/ 94 h 288"/>
                <a:gd name="T32" fmla="*/ 553 w 567"/>
                <a:gd name="T33" fmla="*/ 110 h 288"/>
                <a:gd name="T34" fmla="*/ 546 w 567"/>
                <a:gd name="T35" fmla="*/ 126 h 288"/>
                <a:gd name="T36" fmla="*/ 536 w 567"/>
                <a:gd name="T37" fmla="*/ 145 h 288"/>
                <a:gd name="T38" fmla="*/ 524 w 567"/>
                <a:gd name="T39" fmla="*/ 165 h 288"/>
                <a:gd name="T40" fmla="*/ 510 w 567"/>
                <a:gd name="T41" fmla="*/ 185 h 288"/>
                <a:gd name="T42" fmla="*/ 494 w 567"/>
                <a:gd name="T43" fmla="*/ 204 h 288"/>
                <a:gd name="T44" fmla="*/ 473 w 567"/>
                <a:gd name="T45" fmla="*/ 223 h 288"/>
                <a:gd name="T46" fmla="*/ 451 w 567"/>
                <a:gd name="T47" fmla="*/ 241 h 288"/>
                <a:gd name="T48" fmla="*/ 425 w 567"/>
                <a:gd name="T49" fmla="*/ 256 h 288"/>
                <a:gd name="T50" fmla="*/ 396 w 567"/>
                <a:gd name="T51" fmla="*/ 270 h 288"/>
                <a:gd name="T52" fmla="*/ 363 w 567"/>
                <a:gd name="T53" fmla="*/ 279 h 288"/>
                <a:gd name="T54" fmla="*/ 325 w 567"/>
                <a:gd name="T55" fmla="*/ 286 h 288"/>
                <a:gd name="T56" fmla="*/ 283 w 567"/>
                <a:gd name="T57" fmla="*/ 288 h 288"/>
                <a:gd name="T58" fmla="*/ 243 w 567"/>
                <a:gd name="T59" fmla="*/ 286 h 288"/>
                <a:gd name="T60" fmla="*/ 206 w 567"/>
                <a:gd name="T61" fmla="*/ 279 h 288"/>
                <a:gd name="T62" fmla="*/ 173 w 567"/>
                <a:gd name="T63" fmla="*/ 270 h 288"/>
                <a:gd name="T64" fmla="*/ 143 w 567"/>
                <a:gd name="T65" fmla="*/ 256 h 288"/>
                <a:gd name="T66" fmla="*/ 117 w 567"/>
                <a:gd name="T67" fmla="*/ 241 h 288"/>
                <a:gd name="T68" fmla="*/ 94 w 567"/>
                <a:gd name="T69" fmla="*/ 223 h 288"/>
                <a:gd name="T70" fmla="*/ 74 w 567"/>
                <a:gd name="T71" fmla="*/ 204 h 288"/>
                <a:gd name="T72" fmla="*/ 57 w 567"/>
                <a:gd name="T73" fmla="*/ 185 h 288"/>
                <a:gd name="T74" fmla="*/ 43 w 567"/>
                <a:gd name="T75" fmla="*/ 165 h 288"/>
                <a:gd name="T76" fmla="*/ 31 w 567"/>
                <a:gd name="T77" fmla="*/ 145 h 288"/>
                <a:gd name="T78" fmla="*/ 22 w 567"/>
                <a:gd name="T79" fmla="*/ 126 h 288"/>
                <a:gd name="T80" fmla="*/ 15 w 567"/>
                <a:gd name="T81" fmla="*/ 110 h 288"/>
                <a:gd name="T82" fmla="*/ 10 w 567"/>
                <a:gd name="T83" fmla="*/ 94 h 288"/>
                <a:gd name="T84" fmla="*/ 5 w 567"/>
                <a:gd name="T85" fmla="*/ 81 h 288"/>
                <a:gd name="T86" fmla="*/ 3 w 567"/>
                <a:gd name="T87" fmla="*/ 71 h 288"/>
                <a:gd name="T88" fmla="*/ 2 w 567"/>
                <a:gd name="T89" fmla="*/ 65 h 288"/>
                <a:gd name="T90" fmla="*/ 0 w 567"/>
                <a:gd name="T91" fmla="*/ 62 h 288"/>
                <a:gd name="T92" fmla="*/ 4 w 567"/>
                <a:gd name="T93" fmla="*/ 61 h 288"/>
                <a:gd name="T94" fmla="*/ 11 w 567"/>
                <a:gd name="T95" fmla="*/ 56 h 288"/>
                <a:gd name="T96" fmla="*/ 24 w 567"/>
                <a:gd name="T97" fmla="*/ 51 h 288"/>
                <a:gd name="T98" fmla="*/ 42 w 567"/>
                <a:gd name="T99" fmla="*/ 43 h 288"/>
                <a:gd name="T100" fmla="*/ 65 w 567"/>
                <a:gd name="T101" fmla="*/ 35 h 288"/>
                <a:gd name="T102" fmla="*/ 92 w 567"/>
                <a:gd name="T103" fmla="*/ 27 h 288"/>
                <a:gd name="T104" fmla="*/ 123 w 567"/>
                <a:gd name="T105" fmla="*/ 19 h 288"/>
                <a:gd name="T106" fmla="*/ 157 w 567"/>
                <a:gd name="T107" fmla="*/ 10 h 288"/>
                <a:gd name="T108" fmla="*/ 196 w 567"/>
                <a:gd name="T109" fmla="*/ 4 h 288"/>
                <a:gd name="T110" fmla="*/ 238 w 567"/>
                <a:gd name="T111" fmla="*/ 1 h 288"/>
                <a:gd name="T112" fmla="*/ 283 w 567"/>
                <a:gd name="T113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67" h="288">
                  <a:moveTo>
                    <a:pt x="283" y="0"/>
                  </a:moveTo>
                  <a:lnTo>
                    <a:pt x="330" y="1"/>
                  </a:lnTo>
                  <a:lnTo>
                    <a:pt x="371" y="4"/>
                  </a:lnTo>
                  <a:lnTo>
                    <a:pt x="410" y="10"/>
                  </a:lnTo>
                  <a:lnTo>
                    <a:pt x="445" y="19"/>
                  </a:lnTo>
                  <a:lnTo>
                    <a:pt x="476" y="27"/>
                  </a:lnTo>
                  <a:lnTo>
                    <a:pt x="503" y="35"/>
                  </a:lnTo>
                  <a:lnTo>
                    <a:pt x="526" y="43"/>
                  </a:lnTo>
                  <a:lnTo>
                    <a:pt x="543" y="51"/>
                  </a:lnTo>
                  <a:lnTo>
                    <a:pt x="556" y="56"/>
                  </a:lnTo>
                  <a:lnTo>
                    <a:pt x="564" y="61"/>
                  </a:lnTo>
                  <a:lnTo>
                    <a:pt x="567" y="62"/>
                  </a:lnTo>
                  <a:lnTo>
                    <a:pt x="566" y="65"/>
                  </a:lnTo>
                  <a:lnTo>
                    <a:pt x="565" y="71"/>
                  </a:lnTo>
                  <a:lnTo>
                    <a:pt x="562" y="81"/>
                  </a:lnTo>
                  <a:lnTo>
                    <a:pt x="559" y="94"/>
                  </a:lnTo>
                  <a:lnTo>
                    <a:pt x="553" y="110"/>
                  </a:lnTo>
                  <a:lnTo>
                    <a:pt x="546" y="126"/>
                  </a:lnTo>
                  <a:lnTo>
                    <a:pt x="536" y="145"/>
                  </a:lnTo>
                  <a:lnTo>
                    <a:pt x="524" y="165"/>
                  </a:lnTo>
                  <a:lnTo>
                    <a:pt x="510" y="185"/>
                  </a:lnTo>
                  <a:lnTo>
                    <a:pt x="494" y="204"/>
                  </a:lnTo>
                  <a:lnTo>
                    <a:pt x="473" y="223"/>
                  </a:lnTo>
                  <a:lnTo>
                    <a:pt x="451" y="241"/>
                  </a:lnTo>
                  <a:lnTo>
                    <a:pt x="425" y="256"/>
                  </a:lnTo>
                  <a:lnTo>
                    <a:pt x="396" y="270"/>
                  </a:lnTo>
                  <a:lnTo>
                    <a:pt x="363" y="279"/>
                  </a:lnTo>
                  <a:lnTo>
                    <a:pt x="325" y="286"/>
                  </a:lnTo>
                  <a:lnTo>
                    <a:pt x="283" y="288"/>
                  </a:lnTo>
                  <a:lnTo>
                    <a:pt x="243" y="286"/>
                  </a:lnTo>
                  <a:lnTo>
                    <a:pt x="206" y="279"/>
                  </a:lnTo>
                  <a:lnTo>
                    <a:pt x="173" y="270"/>
                  </a:lnTo>
                  <a:lnTo>
                    <a:pt x="143" y="256"/>
                  </a:lnTo>
                  <a:lnTo>
                    <a:pt x="117" y="241"/>
                  </a:lnTo>
                  <a:lnTo>
                    <a:pt x="94" y="223"/>
                  </a:lnTo>
                  <a:lnTo>
                    <a:pt x="74" y="204"/>
                  </a:lnTo>
                  <a:lnTo>
                    <a:pt x="57" y="185"/>
                  </a:lnTo>
                  <a:lnTo>
                    <a:pt x="43" y="165"/>
                  </a:lnTo>
                  <a:lnTo>
                    <a:pt x="31" y="145"/>
                  </a:lnTo>
                  <a:lnTo>
                    <a:pt x="22" y="126"/>
                  </a:lnTo>
                  <a:lnTo>
                    <a:pt x="15" y="110"/>
                  </a:lnTo>
                  <a:lnTo>
                    <a:pt x="10" y="94"/>
                  </a:lnTo>
                  <a:lnTo>
                    <a:pt x="5" y="81"/>
                  </a:lnTo>
                  <a:lnTo>
                    <a:pt x="3" y="71"/>
                  </a:lnTo>
                  <a:lnTo>
                    <a:pt x="2" y="65"/>
                  </a:lnTo>
                  <a:lnTo>
                    <a:pt x="0" y="62"/>
                  </a:lnTo>
                  <a:lnTo>
                    <a:pt x="4" y="61"/>
                  </a:lnTo>
                  <a:lnTo>
                    <a:pt x="11" y="56"/>
                  </a:lnTo>
                  <a:lnTo>
                    <a:pt x="24" y="51"/>
                  </a:lnTo>
                  <a:lnTo>
                    <a:pt x="42" y="43"/>
                  </a:lnTo>
                  <a:lnTo>
                    <a:pt x="65" y="35"/>
                  </a:lnTo>
                  <a:lnTo>
                    <a:pt x="92" y="27"/>
                  </a:lnTo>
                  <a:lnTo>
                    <a:pt x="123" y="19"/>
                  </a:lnTo>
                  <a:lnTo>
                    <a:pt x="157" y="10"/>
                  </a:lnTo>
                  <a:lnTo>
                    <a:pt x="196" y="4"/>
                  </a:lnTo>
                  <a:lnTo>
                    <a:pt x="238" y="1"/>
                  </a:lnTo>
                  <a:lnTo>
                    <a:pt x="283" y="0"/>
                  </a:lnTo>
                  <a:close/>
                </a:path>
              </a:pathLst>
            </a:custGeom>
            <a:solidFill>
              <a:srgbClr val="FDCC9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8" name="Freeform 220">
              <a:extLst>
                <a:ext uri="{FF2B5EF4-FFF2-40B4-BE49-F238E27FC236}">
                  <a16:creationId xmlns:a16="http://schemas.microsoft.com/office/drawing/2014/main" id="{43875C51-1EC6-69C9-257E-A885D0AB1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8" y="970"/>
              <a:ext cx="951" cy="1223"/>
            </a:xfrm>
            <a:custGeom>
              <a:avLst/>
              <a:gdLst>
                <a:gd name="T0" fmla="*/ 1532 w 2853"/>
                <a:gd name="T1" fmla="*/ 4 h 3669"/>
                <a:gd name="T2" fmla="*/ 1970 w 2853"/>
                <a:gd name="T3" fmla="*/ 85 h 3669"/>
                <a:gd name="T4" fmla="*/ 2306 w 2853"/>
                <a:gd name="T5" fmla="*/ 268 h 3669"/>
                <a:gd name="T6" fmla="*/ 2549 w 2853"/>
                <a:gd name="T7" fmla="*/ 534 h 3669"/>
                <a:gd name="T8" fmla="*/ 2714 w 2853"/>
                <a:gd name="T9" fmla="*/ 868 h 3669"/>
                <a:gd name="T10" fmla="*/ 2811 w 2853"/>
                <a:gd name="T11" fmla="*/ 1252 h 3669"/>
                <a:gd name="T12" fmla="*/ 2851 w 2853"/>
                <a:gd name="T13" fmla="*/ 1673 h 3669"/>
                <a:gd name="T14" fmla="*/ 2845 w 2853"/>
                <a:gd name="T15" fmla="*/ 2111 h 3669"/>
                <a:gd name="T16" fmla="*/ 2779 w 2853"/>
                <a:gd name="T17" fmla="*/ 2610 h 3669"/>
                <a:gd name="T18" fmla="*/ 2638 w 2853"/>
                <a:gd name="T19" fmla="*/ 3018 h 3669"/>
                <a:gd name="T20" fmla="*/ 2464 w 2853"/>
                <a:gd name="T21" fmla="*/ 3318 h 3669"/>
                <a:gd name="T22" fmla="*/ 2293 w 2853"/>
                <a:gd name="T23" fmla="*/ 3520 h 3669"/>
                <a:gd name="T24" fmla="*/ 2162 w 2853"/>
                <a:gd name="T25" fmla="*/ 3634 h 3669"/>
                <a:gd name="T26" fmla="*/ 2110 w 2853"/>
                <a:gd name="T27" fmla="*/ 3669 h 3669"/>
                <a:gd name="T28" fmla="*/ 2275 w 2853"/>
                <a:gd name="T29" fmla="*/ 3398 h 3669"/>
                <a:gd name="T30" fmla="*/ 2358 w 2853"/>
                <a:gd name="T31" fmla="*/ 3075 h 3669"/>
                <a:gd name="T32" fmla="*/ 2387 w 2853"/>
                <a:gd name="T33" fmla="*/ 2764 h 3669"/>
                <a:gd name="T34" fmla="*/ 2385 w 2853"/>
                <a:gd name="T35" fmla="*/ 2531 h 3669"/>
                <a:gd name="T36" fmla="*/ 2378 w 2853"/>
                <a:gd name="T37" fmla="*/ 2438 h 3669"/>
                <a:gd name="T38" fmla="*/ 2202 w 2853"/>
                <a:gd name="T39" fmla="*/ 2614 h 3669"/>
                <a:gd name="T40" fmla="*/ 2055 w 2853"/>
                <a:gd name="T41" fmla="*/ 2680 h 3669"/>
                <a:gd name="T42" fmla="*/ 2053 w 2853"/>
                <a:gd name="T43" fmla="*/ 2657 h 3669"/>
                <a:gd name="T44" fmla="*/ 2219 w 2853"/>
                <a:gd name="T45" fmla="*/ 2435 h 3669"/>
                <a:gd name="T46" fmla="*/ 2306 w 2853"/>
                <a:gd name="T47" fmla="*/ 2150 h 3669"/>
                <a:gd name="T48" fmla="*/ 2318 w 2853"/>
                <a:gd name="T49" fmla="*/ 1856 h 3669"/>
                <a:gd name="T50" fmla="*/ 2261 w 2853"/>
                <a:gd name="T51" fmla="*/ 1612 h 3669"/>
                <a:gd name="T52" fmla="*/ 2141 w 2853"/>
                <a:gd name="T53" fmla="*/ 1475 h 3669"/>
                <a:gd name="T54" fmla="*/ 1929 w 2853"/>
                <a:gd name="T55" fmla="*/ 1408 h 3669"/>
                <a:gd name="T56" fmla="*/ 1702 w 2853"/>
                <a:gd name="T57" fmla="*/ 1292 h 3669"/>
                <a:gd name="T58" fmla="*/ 1519 w 2853"/>
                <a:gd name="T59" fmla="*/ 1177 h 3669"/>
                <a:gd name="T60" fmla="*/ 1427 w 2853"/>
                <a:gd name="T61" fmla="*/ 1112 h 3669"/>
                <a:gd name="T62" fmla="*/ 1334 w 2853"/>
                <a:gd name="T63" fmla="*/ 1177 h 3669"/>
                <a:gd name="T64" fmla="*/ 1151 w 2853"/>
                <a:gd name="T65" fmla="*/ 1292 h 3669"/>
                <a:gd name="T66" fmla="*/ 924 w 2853"/>
                <a:gd name="T67" fmla="*/ 1408 h 3669"/>
                <a:gd name="T68" fmla="*/ 713 w 2853"/>
                <a:gd name="T69" fmla="*/ 1475 h 3669"/>
                <a:gd name="T70" fmla="*/ 593 w 2853"/>
                <a:gd name="T71" fmla="*/ 1612 h 3669"/>
                <a:gd name="T72" fmla="*/ 536 w 2853"/>
                <a:gd name="T73" fmla="*/ 1856 h 3669"/>
                <a:gd name="T74" fmla="*/ 548 w 2853"/>
                <a:gd name="T75" fmla="*/ 2150 h 3669"/>
                <a:gd name="T76" fmla="*/ 634 w 2853"/>
                <a:gd name="T77" fmla="*/ 2435 h 3669"/>
                <a:gd name="T78" fmla="*/ 801 w 2853"/>
                <a:gd name="T79" fmla="*/ 2657 h 3669"/>
                <a:gd name="T80" fmla="*/ 798 w 2853"/>
                <a:gd name="T81" fmla="*/ 2680 h 3669"/>
                <a:gd name="T82" fmla="*/ 652 w 2853"/>
                <a:gd name="T83" fmla="*/ 2614 h 3669"/>
                <a:gd name="T84" fmla="*/ 475 w 2853"/>
                <a:gd name="T85" fmla="*/ 2438 h 3669"/>
                <a:gd name="T86" fmla="*/ 469 w 2853"/>
                <a:gd name="T87" fmla="*/ 2531 h 3669"/>
                <a:gd name="T88" fmla="*/ 467 w 2853"/>
                <a:gd name="T89" fmla="*/ 2764 h 3669"/>
                <a:gd name="T90" fmla="*/ 495 w 2853"/>
                <a:gd name="T91" fmla="*/ 3075 h 3669"/>
                <a:gd name="T92" fmla="*/ 578 w 2853"/>
                <a:gd name="T93" fmla="*/ 3398 h 3669"/>
                <a:gd name="T94" fmla="*/ 744 w 2853"/>
                <a:gd name="T95" fmla="*/ 3669 h 3669"/>
                <a:gd name="T96" fmla="*/ 691 w 2853"/>
                <a:gd name="T97" fmla="*/ 3634 h 3669"/>
                <a:gd name="T98" fmla="*/ 561 w 2853"/>
                <a:gd name="T99" fmla="*/ 3520 h 3669"/>
                <a:gd name="T100" fmla="*/ 389 w 2853"/>
                <a:gd name="T101" fmla="*/ 3318 h 3669"/>
                <a:gd name="T102" fmla="*/ 215 w 2853"/>
                <a:gd name="T103" fmla="*/ 3018 h 3669"/>
                <a:gd name="T104" fmla="*/ 76 w 2853"/>
                <a:gd name="T105" fmla="*/ 2610 h 3669"/>
                <a:gd name="T106" fmla="*/ 8 w 2853"/>
                <a:gd name="T107" fmla="*/ 2111 h 3669"/>
                <a:gd name="T108" fmla="*/ 3 w 2853"/>
                <a:gd name="T109" fmla="*/ 1673 h 3669"/>
                <a:gd name="T110" fmla="*/ 43 w 2853"/>
                <a:gd name="T111" fmla="*/ 1252 h 3669"/>
                <a:gd name="T112" fmla="*/ 139 w 2853"/>
                <a:gd name="T113" fmla="*/ 868 h 3669"/>
                <a:gd name="T114" fmla="*/ 304 w 2853"/>
                <a:gd name="T115" fmla="*/ 534 h 3669"/>
                <a:gd name="T116" fmla="*/ 548 w 2853"/>
                <a:gd name="T117" fmla="*/ 268 h 3669"/>
                <a:gd name="T118" fmla="*/ 884 w 2853"/>
                <a:gd name="T119" fmla="*/ 85 h 3669"/>
                <a:gd name="T120" fmla="*/ 1322 w 2853"/>
                <a:gd name="T121" fmla="*/ 4 h 3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853" h="3669">
                  <a:moveTo>
                    <a:pt x="1423" y="0"/>
                  </a:moveTo>
                  <a:lnTo>
                    <a:pt x="1427" y="0"/>
                  </a:lnTo>
                  <a:lnTo>
                    <a:pt x="1430" y="0"/>
                  </a:lnTo>
                  <a:lnTo>
                    <a:pt x="1430" y="1"/>
                  </a:lnTo>
                  <a:lnTo>
                    <a:pt x="1532" y="4"/>
                  </a:lnTo>
                  <a:lnTo>
                    <a:pt x="1629" y="11"/>
                  </a:lnTo>
                  <a:lnTo>
                    <a:pt x="1720" y="23"/>
                  </a:lnTo>
                  <a:lnTo>
                    <a:pt x="1808" y="39"/>
                  </a:lnTo>
                  <a:lnTo>
                    <a:pt x="1891" y="61"/>
                  </a:lnTo>
                  <a:lnTo>
                    <a:pt x="1970" y="85"/>
                  </a:lnTo>
                  <a:lnTo>
                    <a:pt x="2044" y="114"/>
                  </a:lnTo>
                  <a:lnTo>
                    <a:pt x="2116" y="147"/>
                  </a:lnTo>
                  <a:lnTo>
                    <a:pt x="2182" y="184"/>
                  </a:lnTo>
                  <a:lnTo>
                    <a:pt x="2246" y="224"/>
                  </a:lnTo>
                  <a:lnTo>
                    <a:pt x="2306" y="268"/>
                  </a:lnTo>
                  <a:lnTo>
                    <a:pt x="2362" y="315"/>
                  </a:lnTo>
                  <a:lnTo>
                    <a:pt x="2414" y="365"/>
                  </a:lnTo>
                  <a:lnTo>
                    <a:pt x="2463" y="418"/>
                  </a:lnTo>
                  <a:lnTo>
                    <a:pt x="2508" y="475"/>
                  </a:lnTo>
                  <a:lnTo>
                    <a:pt x="2549" y="534"/>
                  </a:lnTo>
                  <a:lnTo>
                    <a:pt x="2589" y="596"/>
                  </a:lnTo>
                  <a:lnTo>
                    <a:pt x="2624" y="661"/>
                  </a:lnTo>
                  <a:lnTo>
                    <a:pt x="2657" y="727"/>
                  </a:lnTo>
                  <a:lnTo>
                    <a:pt x="2687" y="797"/>
                  </a:lnTo>
                  <a:lnTo>
                    <a:pt x="2714" y="868"/>
                  </a:lnTo>
                  <a:lnTo>
                    <a:pt x="2738" y="941"/>
                  </a:lnTo>
                  <a:lnTo>
                    <a:pt x="2761" y="1017"/>
                  </a:lnTo>
                  <a:lnTo>
                    <a:pt x="2780" y="1094"/>
                  </a:lnTo>
                  <a:lnTo>
                    <a:pt x="2796" y="1173"/>
                  </a:lnTo>
                  <a:lnTo>
                    <a:pt x="2811" y="1252"/>
                  </a:lnTo>
                  <a:lnTo>
                    <a:pt x="2823" y="1334"/>
                  </a:lnTo>
                  <a:lnTo>
                    <a:pt x="2833" y="1417"/>
                  </a:lnTo>
                  <a:lnTo>
                    <a:pt x="2840" y="1501"/>
                  </a:lnTo>
                  <a:lnTo>
                    <a:pt x="2846" y="1586"/>
                  </a:lnTo>
                  <a:lnTo>
                    <a:pt x="2851" y="1673"/>
                  </a:lnTo>
                  <a:lnTo>
                    <a:pt x="2852" y="1759"/>
                  </a:lnTo>
                  <a:lnTo>
                    <a:pt x="2853" y="1847"/>
                  </a:lnTo>
                  <a:lnTo>
                    <a:pt x="2852" y="1934"/>
                  </a:lnTo>
                  <a:lnTo>
                    <a:pt x="2849" y="2022"/>
                  </a:lnTo>
                  <a:lnTo>
                    <a:pt x="2845" y="2111"/>
                  </a:lnTo>
                  <a:lnTo>
                    <a:pt x="2839" y="2198"/>
                  </a:lnTo>
                  <a:lnTo>
                    <a:pt x="2830" y="2308"/>
                  </a:lnTo>
                  <a:lnTo>
                    <a:pt x="2815" y="2414"/>
                  </a:lnTo>
                  <a:lnTo>
                    <a:pt x="2799" y="2514"/>
                  </a:lnTo>
                  <a:lnTo>
                    <a:pt x="2779" y="2610"/>
                  </a:lnTo>
                  <a:lnTo>
                    <a:pt x="2755" y="2701"/>
                  </a:lnTo>
                  <a:lnTo>
                    <a:pt x="2729" y="2786"/>
                  </a:lnTo>
                  <a:lnTo>
                    <a:pt x="2700" y="2868"/>
                  </a:lnTo>
                  <a:lnTo>
                    <a:pt x="2671" y="2945"/>
                  </a:lnTo>
                  <a:lnTo>
                    <a:pt x="2638" y="3018"/>
                  </a:lnTo>
                  <a:lnTo>
                    <a:pt x="2605" y="3087"/>
                  </a:lnTo>
                  <a:lnTo>
                    <a:pt x="2571" y="3151"/>
                  </a:lnTo>
                  <a:lnTo>
                    <a:pt x="2535" y="3210"/>
                  </a:lnTo>
                  <a:lnTo>
                    <a:pt x="2499" y="3267"/>
                  </a:lnTo>
                  <a:lnTo>
                    <a:pt x="2464" y="3318"/>
                  </a:lnTo>
                  <a:lnTo>
                    <a:pt x="2428" y="3366"/>
                  </a:lnTo>
                  <a:lnTo>
                    <a:pt x="2393" y="3410"/>
                  </a:lnTo>
                  <a:lnTo>
                    <a:pt x="2358" y="3450"/>
                  </a:lnTo>
                  <a:lnTo>
                    <a:pt x="2325" y="3487"/>
                  </a:lnTo>
                  <a:lnTo>
                    <a:pt x="2293" y="3520"/>
                  </a:lnTo>
                  <a:lnTo>
                    <a:pt x="2262" y="3550"/>
                  </a:lnTo>
                  <a:lnTo>
                    <a:pt x="2233" y="3576"/>
                  </a:lnTo>
                  <a:lnTo>
                    <a:pt x="2207" y="3598"/>
                  </a:lnTo>
                  <a:lnTo>
                    <a:pt x="2182" y="3617"/>
                  </a:lnTo>
                  <a:lnTo>
                    <a:pt x="2162" y="3634"/>
                  </a:lnTo>
                  <a:lnTo>
                    <a:pt x="2144" y="3647"/>
                  </a:lnTo>
                  <a:lnTo>
                    <a:pt x="2129" y="3656"/>
                  </a:lnTo>
                  <a:lnTo>
                    <a:pt x="2118" y="3664"/>
                  </a:lnTo>
                  <a:lnTo>
                    <a:pt x="2112" y="3668"/>
                  </a:lnTo>
                  <a:lnTo>
                    <a:pt x="2110" y="3669"/>
                  </a:lnTo>
                  <a:lnTo>
                    <a:pt x="2150" y="3622"/>
                  </a:lnTo>
                  <a:lnTo>
                    <a:pt x="2187" y="3571"/>
                  </a:lnTo>
                  <a:lnTo>
                    <a:pt x="2220" y="3517"/>
                  </a:lnTo>
                  <a:lnTo>
                    <a:pt x="2249" y="3459"/>
                  </a:lnTo>
                  <a:lnTo>
                    <a:pt x="2275" y="3398"/>
                  </a:lnTo>
                  <a:lnTo>
                    <a:pt x="2297" y="3336"/>
                  </a:lnTo>
                  <a:lnTo>
                    <a:pt x="2316" y="3272"/>
                  </a:lnTo>
                  <a:lnTo>
                    <a:pt x="2333" y="3207"/>
                  </a:lnTo>
                  <a:lnTo>
                    <a:pt x="2347" y="3140"/>
                  </a:lnTo>
                  <a:lnTo>
                    <a:pt x="2358" y="3075"/>
                  </a:lnTo>
                  <a:lnTo>
                    <a:pt x="2368" y="3010"/>
                  </a:lnTo>
                  <a:lnTo>
                    <a:pt x="2375" y="2946"/>
                  </a:lnTo>
                  <a:lnTo>
                    <a:pt x="2381" y="2884"/>
                  </a:lnTo>
                  <a:lnTo>
                    <a:pt x="2384" y="2823"/>
                  </a:lnTo>
                  <a:lnTo>
                    <a:pt x="2387" y="2764"/>
                  </a:lnTo>
                  <a:lnTo>
                    <a:pt x="2388" y="2710"/>
                  </a:lnTo>
                  <a:lnTo>
                    <a:pt x="2388" y="2659"/>
                  </a:lnTo>
                  <a:lnTo>
                    <a:pt x="2388" y="2611"/>
                  </a:lnTo>
                  <a:lnTo>
                    <a:pt x="2387" y="2569"/>
                  </a:lnTo>
                  <a:lnTo>
                    <a:pt x="2385" y="2531"/>
                  </a:lnTo>
                  <a:lnTo>
                    <a:pt x="2383" y="2499"/>
                  </a:lnTo>
                  <a:lnTo>
                    <a:pt x="2382" y="2473"/>
                  </a:lnTo>
                  <a:lnTo>
                    <a:pt x="2379" y="2454"/>
                  </a:lnTo>
                  <a:lnTo>
                    <a:pt x="2379" y="2442"/>
                  </a:lnTo>
                  <a:lnTo>
                    <a:pt x="2378" y="2438"/>
                  </a:lnTo>
                  <a:lnTo>
                    <a:pt x="2345" y="2485"/>
                  </a:lnTo>
                  <a:lnTo>
                    <a:pt x="2309" y="2525"/>
                  </a:lnTo>
                  <a:lnTo>
                    <a:pt x="2274" y="2560"/>
                  </a:lnTo>
                  <a:lnTo>
                    <a:pt x="2237" y="2589"/>
                  </a:lnTo>
                  <a:lnTo>
                    <a:pt x="2202" y="2614"/>
                  </a:lnTo>
                  <a:lnTo>
                    <a:pt x="2168" y="2634"/>
                  </a:lnTo>
                  <a:lnTo>
                    <a:pt x="2136" y="2650"/>
                  </a:lnTo>
                  <a:lnTo>
                    <a:pt x="2105" y="2663"/>
                  </a:lnTo>
                  <a:lnTo>
                    <a:pt x="2079" y="2673"/>
                  </a:lnTo>
                  <a:lnTo>
                    <a:pt x="2055" y="2680"/>
                  </a:lnTo>
                  <a:lnTo>
                    <a:pt x="2036" y="2685"/>
                  </a:lnTo>
                  <a:lnTo>
                    <a:pt x="2021" y="2687"/>
                  </a:lnTo>
                  <a:lnTo>
                    <a:pt x="2012" y="2688"/>
                  </a:lnTo>
                  <a:lnTo>
                    <a:pt x="2009" y="2688"/>
                  </a:lnTo>
                  <a:lnTo>
                    <a:pt x="2053" y="2657"/>
                  </a:lnTo>
                  <a:lnTo>
                    <a:pt x="2093" y="2621"/>
                  </a:lnTo>
                  <a:lnTo>
                    <a:pt x="2129" y="2579"/>
                  </a:lnTo>
                  <a:lnTo>
                    <a:pt x="2162" y="2534"/>
                  </a:lnTo>
                  <a:lnTo>
                    <a:pt x="2193" y="2486"/>
                  </a:lnTo>
                  <a:lnTo>
                    <a:pt x="2219" y="2435"/>
                  </a:lnTo>
                  <a:lnTo>
                    <a:pt x="2243" y="2382"/>
                  </a:lnTo>
                  <a:lnTo>
                    <a:pt x="2263" y="2325"/>
                  </a:lnTo>
                  <a:lnTo>
                    <a:pt x="2281" y="2268"/>
                  </a:lnTo>
                  <a:lnTo>
                    <a:pt x="2295" y="2209"/>
                  </a:lnTo>
                  <a:lnTo>
                    <a:pt x="2306" y="2150"/>
                  </a:lnTo>
                  <a:lnTo>
                    <a:pt x="2314" y="2089"/>
                  </a:lnTo>
                  <a:lnTo>
                    <a:pt x="2319" y="2030"/>
                  </a:lnTo>
                  <a:lnTo>
                    <a:pt x="2321" y="1971"/>
                  </a:lnTo>
                  <a:lnTo>
                    <a:pt x="2321" y="1913"/>
                  </a:lnTo>
                  <a:lnTo>
                    <a:pt x="2318" y="1856"/>
                  </a:lnTo>
                  <a:lnTo>
                    <a:pt x="2312" y="1802"/>
                  </a:lnTo>
                  <a:lnTo>
                    <a:pt x="2302" y="1750"/>
                  </a:lnTo>
                  <a:lnTo>
                    <a:pt x="2292" y="1700"/>
                  </a:lnTo>
                  <a:lnTo>
                    <a:pt x="2277" y="1655"/>
                  </a:lnTo>
                  <a:lnTo>
                    <a:pt x="2261" y="1612"/>
                  </a:lnTo>
                  <a:lnTo>
                    <a:pt x="2242" y="1574"/>
                  </a:lnTo>
                  <a:lnTo>
                    <a:pt x="2220" y="1541"/>
                  </a:lnTo>
                  <a:lnTo>
                    <a:pt x="2195" y="1514"/>
                  </a:lnTo>
                  <a:lnTo>
                    <a:pt x="2169" y="1492"/>
                  </a:lnTo>
                  <a:lnTo>
                    <a:pt x="2141" y="1475"/>
                  </a:lnTo>
                  <a:lnTo>
                    <a:pt x="2110" y="1466"/>
                  </a:lnTo>
                  <a:lnTo>
                    <a:pt x="2066" y="1455"/>
                  </a:lnTo>
                  <a:lnTo>
                    <a:pt x="2021" y="1442"/>
                  </a:lnTo>
                  <a:lnTo>
                    <a:pt x="1976" y="1425"/>
                  </a:lnTo>
                  <a:lnTo>
                    <a:pt x="1929" y="1408"/>
                  </a:lnTo>
                  <a:lnTo>
                    <a:pt x="1883" y="1386"/>
                  </a:lnTo>
                  <a:lnTo>
                    <a:pt x="1837" y="1365"/>
                  </a:lnTo>
                  <a:lnTo>
                    <a:pt x="1790" y="1341"/>
                  </a:lnTo>
                  <a:lnTo>
                    <a:pt x="1746" y="1316"/>
                  </a:lnTo>
                  <a:lnTo>
                    <a:pt x="1702" y="1292"/>
                  </a:lnTo>
                  <a:lnTo>
                    <a:pt x="1661" y="1268"/>
                  </a:lnTo>
                  <a:lnTo>
                    <a:pt x="1621" y="1243"/>
                  </a:lnTo>
                  <a:lnTo>
                    <a:pt x="1585" y="1219"/>
                  </a:lnTo>
                  <a:lnTo>
                    <a:pt x="1550" y="1197"/>
                  </a:lnTo>
                  <a:lnTo>
                    <a:pt x="1519" y="1177"/>
                  </a:lnTo>
                  <a:lnTo>
                    <a:pt x="1492" y="1158"/>
                  </a:lnTo>
                  <a:lnTo>
                    <a:pt x="1469" y="1141"/>
                  </a:lnTo>
                  <a:lnTo>
                    <a:pt x="1450" y="1128"/>
                  </a:lnTo>
                  <a:lnTo>
                    <a:pt x="1436" y="1118"/>
                  </a:lnTo>
                  <a:lnTo>
                    <a:pt x="1427" y="1112"/>
                  </a:lnTo>
                  <a:lnTo>
                    <a:pt x="1417" y="1118"/>
                  </a:lnTo>
                  <a:lnTo>
                    <a:pt x="1403" y="1128"/>
                  </a:lnTo>
                  <a:lnTo>
                    <a:pt x="1384" y="1141"/>
                  </a:lnTo>
                  <a:lnTo>
                    <a:pt x="1361" y="1158"/>
                  </a:lnTo>
                  <a:lnTo>
                    <a:pt x="1334" y="1177"/>
                  </a:lnTo>
                  <a:lnTo>
                    <a:pt x="1303" y="1197"/>
                  </a:lnTo>
                  <a:lnTo>
                    <a:pt x="1269" y="1219"/>
                  </a:lnTo>
                  <a:lnTo>
                    <a:pt x="1232" y="1243"/>
                  </a:lnTo>
                  <a:lnTo>
                    <a:pt x="1193" y="1268"/>
                  </a:lnTo>
                  <a:lnTo>
                    <a:pt x="1151" y="1292"/>
                  </a:lnTo>
                  <a:lnTo>
                    <a:pt x="1107" y="1316"/>
                  </a:lnTo>
                  <a:lnTo>
                    <a:pt x="1063" y="1341"/>
                  </a:lnTo>
                  <a:lnTo>
                    <a:pt x="1017" y="1365"/>
                  </a:lnTo>
                  <a:lnTo>
                    <a:pt x="970" y="1386"/>
                  </a:lnTo>
                  <a:lnTo>
                    <a:pt x="924" y="1408"/>
                  </a:lnTo>
                  <a:lnTo>
                    <a:pt x="878" y="1425"/>
                  </a:lnTo>
                  <a:lnTo>
                    <a:pt x="833" y="1442"/>
                  </a:lnTo>
                  <a:lnTo>
                    <a:pt x="787" y="1455"/>
                  </a:lnTo>
                  <a:lnTo>
                    <a:pt x="744" y="1466"/>
                  </a:lnTo>
                  <a:lnTo>
                    <a:pt x="713" y="1475"/>
                  </a:lnTo>
                  <a:lnTo>
                    <a:pt x="684" y="1492"/>
                  </a:lnTo>
                  <a:lnTo>
                    <a:pt x="658" y="1514"/>
                  </a:lnTo>
                  <a:lnTo>
                    <a:pt x="634" y="1541"/>
                  </a:lnTo>
                  <a:lnTo>
                    <a:pt x="612" y="1574"/>
                  </a:lnTo>
                  <a:lnTo>
                    <a:pt x="593" y="1612"/>
                  </a:lnTo>
                  <a:lnTo>
                    <a:pt x="576" y="1655"/>
                  </a:lnTo>
                  <a:lnTo>
                    <a:pt x="563" y="1700"/>
                  </a:lnTo>
                  <a:lnTo>
                    <a:pt x="551" y="1750"/>
                  </a:lnTo>
                  <a:lnTo>
                    <a:pt x="542" y="1802"/>
                  </a:lnTo>
                  <a:lnTo>
                    <a:pt x="536" y="1856"/>
                  </a:lnTo>
                  <a:lnTo>
                    <a:pt x="533" y="1913"/>
                  </a:lnTo>
                  <a:lnTo>
                    <a:pt x="532" y="1971"/>
                  </a:lnTo>
                  <a:lnTo>
                    <a:pt x="534" y="2030"/>
                  </a:lnTo>
                  <a:lnTo>
                    <a:pt x="539" y="2089"/>
                  </a:lnTo>
                  <a:lnTo>
                    <a:pt x="548" y="2150"/>
                  </a:lnTo>
                  <a:lnTo>
                    <a:pt x="559" y="2209"/>
                  </a:lnTo>
                  <a:lnTo>
                    <a:pt x="572" y="2268"/>
                  </a:lnTo>
                  <a:lnTo>
                    <a:pt x="590" y="2325"/>
                  </a:lnTo>
                  <a:lnTo>
                    <a:pt x="610" y="2382"/>
                  </a:lnTo>
                  <a:lnTo>
                    <a:pt x="634" y="2435"/>
                  </a:lnTo>
                  <a:lnTo>
                    <a:pt x="660" y="2486"/>
                  </a:lnTo>
                  <a:lnTo>
                    <a:pt x="691" y="2534"/>
                  </a:lnTo>
                  <a:lnTo>
                    <a:pt x="725" y="2579"/>
                  </a:lnTo>
                  <a:lnTo>
                    <a:pt x="761" y="2621"/>
                  </a:lnTo>
                  <a:lnTo>
                    <a:pt x="801" y="2657"/>
                  </a:lnTo>
                  <a:lnTo>
                    <a:pt x="845" y="2688"/>
                  </a:lnTo>
                  <a:lnTo>
                    <a:pt x="841" y="2688"/>
                  </a:lnTo>
                  <a:lnTo>
                    <a:pt x="833" y="2687"/>
                  </a:lnTo>
                  <a:lnTo>
                    <a:pt x="817" y="2685"/>
                  </a:lnTo>
                  <a:lnTo>
                    <a:pt x="798" y="2680"/>
                  </a:lnTo>
                  <a:lnTo>
                    <a:pt x="776" y="2673"/>
                  </a:lnTo>
                  <a:lnTo>
                    <a:pt x="748" y="2663"/>
                  </a:lnTo>
                  <a:lnTo>
                    <a:pt x="719" y="2650"/>
                  </a:lnTo>
                  <a:lnTo>
                    <a:pt x="685" y="2634"/>
                  </a:lnTo>
                  <a:lnTo>
                    <a:pt x="652" y="2614"/>
                  </a:lnTo>
                  <a:lnTo>
                    <a:pt x="616" y="2589"/>
                  </a:lnTo>
                  <a:lnTo>
                    <a:pt x="581" y="2560"/>
                  </a:lnTo>
                  <a:lnTo>
                    <a:pt x="544" y="2525"/>
                  </a:lnTo>
                  <a:lnTo>
                    <a:pt x="509" y="2485"/>
                  </a:lnTo>
                  <a:lnTo>
                    <a:pt x="475" y="2438"/>
                  </a:lnTo>
                  <a:lnTo>
                    <a:pt x="475" y="2442"/>
                  </a:lnTo>
                  <a:lnTo>
                    <a:pt x="474" y="2454"/>
                  </a:lnTo>
                  <a:lnTo>
                    <a:pt x="473" y="2473"/>
                  </a:lnTo>
                  <a:lnTo>
                    <a:pt x="470" y="2499"/>
                  </a:lnTo>
                  <a:lnTo>
                    <a:pt x="469" y="2531"/>
                  </a:lnTo>
                  <a:lnTo>
                    <a:pt x="467" y="2569"/>
                  </a:lnTo>
                  <a:lnTo>
                    <a:pt x="466" y="2611"/>
                  </a:lnTo>
                  <a:lnTo>
                    <a:pt x="466" y="2659"/>
                  </a:lnTo>
                  <a:lnTo>
                    <a:pt x="466" y="2710"/>
                  </a:lnTo>
                  <a:lnTo>
                    <a:pt x="467" y="2764"/>
                  </a:lnTo>
                  <a:lnTo>
                    <a:pt x="469" y="2823"/>
                  </a:lnTo>
                  <a:lnTo>
                    <a:pt x="473" y="2884"/>
                  </a:lnTo>
                  <a:lnTo>
                    <a:pt x="479" y="2946"/>
                  </a:lnTo>
                  <a:lnTo>
                    <a:pt x="486" y="3010"/>
                  </a:lnTo>
                  <a:lnTo>
                    <a:pt x="495" y="3075"/>
                  </a:lnTo>
                  <a:lnTo>
                    <a:pt x="507" y="3140"/>
                  </a:lnTo>
                  <a:lnTo>
                    <a:pt x="520" y="3207"/>
                  </a:lnTo>
                  <a:lnTo>
                    <a:pt x="537" y="3272"/>
                  </a:lnTo>
                  <a:lnTo>
                    <a:pt x="557" y="3336"/>
                  </a:lnTo>
                  <a:lnTo>
                    <a:pt x="578" y="3398"/>
                  </a:lnTo>
                  <a:lnTo>
                    <a:pt x="605" y="3459"/>
                  </a:lnTo>
                  <a:lnTo>
                    <a:pt x="634" y="3517"/>
                  </a:lnTo>
                  <a:lnTo>
                    <a:pt x="666" y="3571"/>
                  </a:lnTo>
                  <a:lnTo>
                    <a:pt x="703" y="3622"/>
                  </a:lnTo>
                  <a:lnTo>
                    <a:pt x="744" y="3669"/>
                  </a:lnTo>
                  <a:lnTo>
                    <a:pt x="741" y="3668"/>
                  </a:lnTo>
                  <a:lnTo>
                    <a:pt x="735" y="3664"/>
                  </a:lnTo>
                  <a:lnTo>
                    <a:pt x="725" y="3656"/>
                  </a:lnTo>
                  <a:lnTo>
                    <a:pt x="709" y="3647"/>
                  </a:lnTo>
                  <a:lnTo>
                    <a:pt x="691" y="3634"/>
                  </a:lnTo>
                  <a:lnTo>
                    <a:pt x="671" y="3617"/>
                  </a:lnTo>
                  <a:lnTo>
                    <a:pt x="647" y="3598"/>
                  </a:lnTo>
                  <a:lnTo>
                    <a:pt x="620" y="3576"/>
                  </a:lnTo>
                  <a:lnTo>
                    <a:pt x="591" y="3550"/>
                  </a:lnTo>
                  <a:lnTo>
                    <a:pt x="561" y="3520"/>
                  </a:lnTo>
                  <a:lnTo>
                    <a:pt x="528" y="3487"/>
                  </a:lnTo>
                  <a:lnTo>
                    <a:pt x="495" y="3450"/>
                  </a:lnTo>
                  <a:lnTo>
                    <a:pt x="461" y="3410"/>
                  </a:lnTo>
                  <a:lnTo>
                    <a:pt x="425" y="3366"/>
                  </a:lnTo>
                  <a:lnTo>
                    <a:pt x="389" y="3318"/>
                  </a:lnTo>
                  <a:lnTo>
                    <a:pt x="354" y="3267"/>
                  </a:lnTo>
                  <a:lnTo>
                    <a:pt x="318" y="3210"/>
                  </a:lnTo>
                  <a:lnTo>
                    <a:pt x="283" y="3151"/>
                  </a:lnTo>
                  <a:lnTo>
                    <a:pt x="248" y="3087"/>
                  </a:lnTo>
                  <a:lnTo>
                    <a:pt x="215" y="3018"/>
                  </a:lnTo>
                  <a:lnTo>
                    <a:pt x="183" y="2945"/>
                  </a:lnTo>
                  <a:lnTo>
                    <a:pt x="153" y="2868"/>
                  </a:lnTo>
                  <a:lnTo>
                    <a:pt x="125" y="2786"/>
                  </a:lnTo>
                  <a:lnTo>
                    <a:pt x="98" y="2701"/>
                  </a:lnTo>
                  <a:lnTo>
                    <a:pt x="76" y="2610"/>
                  </a:lnTo>
                  <a:lnTo>
                    <a:pt x="54" y="2514"/>
                  </a:lnTo>
                  <a:lnTo>
                    <a:pt x="38" y="2414"/>
                  </a:lnTo>
                  <a:lnTo>
                    <a:pt x="24" y="2308"/>
                  </a:lnTo>
                  <a:lnTo>
                    <a:pt x="14" y="2198"/>
                  </a:lnTo>
                  <a:lnTo>
                    <a:pt x="8" y="2111"/>
                  </a:lnTo>
                  <a:lnTo>
                    <a:pt x="5" y="2022"/>
                  </a:lnTo>
                  <a:lnTo>
                    <a:pt x="1" y="1934"/>
                  </a:lnTo>
                  <a:lnTo>
                    <a:pt x="0" y="1847"/>
                  </a:lnTo>
                  <a:lnTo>
                    <a:pt x="1" y="1759"/>
                  </a:lnTo>
                  <a:lnTo>
                    <a:pt x="3" y="1673"/>
                  </a:lnTo>
                  <a:lnTo>
                    <a:pt x="7" y="1586"/>
                  </a:lnTo>
                  <a:lnTo>
                    <a:pt x="13" y="1501"/>
                  </a:lnTo>
                  <a:lnTo>
                    <a:pt x="20" y="1417"/>
                  </a:lnTo>
                  <a:lnTo>
                    <a:pt x="31" y="1334"/>
                  </a:lnTo>
                  <a:lnTo>
                    <a:pt x="43" y="1252"/>
                  </a:lnTo>
                  <a:lnTo>
                    <a:pt x="57" y="1173"/>
                  </a:lnTo>
                  <a:lnTo>
                    <a:pt x="73" y="1094"/>
                  </a:lnTo>
                  <a:lnTo>
                    <a:pt x="92" y="1017"/>
                  </a:lnTo>
                  <a:lnTo>
                    <a:pt x="115" y="941"/>
                  </a:lnTo>
                  <a:lnTo>
                    <a:pt x="139" y="868"/>
                  </a:lnTo>
                  <a:lnTo>
                    <a:pt x="166" y="797"/>
                  </a:lnTo>
                  <a:lnTo>
                    <a:pt x="196" y="727"/>
                  </a:lnTo>
                  <a:lnTo>
                    <a:pt x="229" y="661"/>
                  </a:lnTo>
                  <a:lnTo>
                    <a:pt x="265" y="596"/>
                  </a:lnTo>
                  <a:lnTo>
                    <a:pt x="304" y="534"/>
                  </a:lnTo>
                  <a:lnTo>
                    <a:pt x="346" y="475"/>
                  </a:lnTo>
                  <a:lnTo>
                    <a:pt x="391" y="418"/>
                  </a:lnTo>
                  <a:lnTo>
                    <a:pt x="441" y="365"/>
                  </a:lnTo>
                  <a:lnTo>
                    <a:pt x="492" y="315"/>
                  </a:lnTo>
                  <a:lnTo>
                    <a:pt x="548" y="268"/>
                  </a:lnTo>
                  <a:lnTo>
                    <a:pt x="607" y="224"/>
                  </a:lnTo>
                  <a:lnTo>
                    <a:pt x="671" y="184"/>
                  </a:lnTo>
                  <a:lnTo>
                    <a:pt x="738" y="147"/>
                  </a:lnTo>
                  <a:lnTo>
                    <a:pt x="809" y="114"/>
                  </a:lnTo>
                  <a:lnTo>
                    <a:pt x="884" y="85"/>
                  </a:lnTo>
                  <a:lnTo>
                    <a:pt x="962" y="61"/>
                  </a:lnTo>
                  <a:lnTo>
                    <a:pt x="1045" y="39"/>
                  </a:lnTo>
                  <a:lnTo>
                    <a:pt x="1133" y="23"/>
                  </a:lnTo>
                  <a:lnTo>
                    <a:pt x="1225" y="11"/>
                  </a:lnTo>
                  <a:lnTo>
                    <a:pt x="1322" y="4"/>
                  </a:lnTo>
                  <a:lnTo>
                    <a:pt x="1423" y="1"/>
                  </a:lnTo>
                  <a:lnTo>
                    <a:pt x="1423" y="0"/>
                  </a:lnTo>
                  <a:close/>
                </a:path>
              </a:pathLst>
            </a:custGeom>
            <a:solidFill>
              <a:srgbClr val="34262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9" name="Group 257">
            <a:extLst>
              <a:ext uri="{FF2B5EF4-FFF2-40B4-BE49-F238E27FC236}">
                <a16:creationId xmlns:a16="http://schemas.microsoft.com/office/drawing/2014/main" id="{034AB9F9-E73F-FE9F-8509-4E52DD786ED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55153" y="4321412"/>
            <a:ext cx="769364" cy="1098368"/>
            <a:chOff x="6519" y="228"/>
            <a:chExt cx="912" cy="1302"/>
          </a:xfrm>
        </p:grpSpPr>
        <p:sp>
          <p:nvSpPr>
            <p:cNvPr id="100" name="Rectangle 259">
              <a:extLst>
                <a:ext uri="{FF2B5EF4-FFF2-40B4-BE49-F238E27FC236}">
                  <a16:creationId xmlns:a16="http://schemas.microsoft.com/office/drawing/2014/main" id="{8701A263-2FB5-8DBA-464F-1091320B8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1" y="1208"/>
              <a:ext cx="188" cy="211"/>
            </a:xfrm>
            <a:prstGeom prst="rect">
              <a:avLst/>
            </a:prstGeom>
            <a:solidFill>
              <a:srgbClr val="FDCC9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1" name="Freeform 260">
              <a:extLst>
                <a:ext uri="{FF2B5EF4-FFF2-40B4-BE49-F238E27FC236}">
                  <a16:creationId xmlns:a16="http://schemas.microsoft.com/office/drawing/2014/main" id="{0DE912E7-3F6D-5027-CA94-721BFA29A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1" y="1208"/>
              <a:ext cx="188" cy="65"/>
            </a:xfrm>
            <a:custGeom>
              <a:avLst/>
              <a:gdLst>
                <a:gd name="T0" fmla="*/ 0 w 563"/>
                <a:gd name="T1" fmla="*/ 0 h 196"/>
                <a:gd name="T2" fmla="*/ 563 w 563"/>
                <a:gd name="T3" fmla="*/ 0 h 196"/>
                <a:gd name="T4" fmla="*/ 563 w 563"/>
                <a:gd name="T5" fmla="*/ 191 h 196"/>
                <a:gd name="T6" fmla="*/ 503 w 563"/>
                <a:gd name="T7" fmla="*/ 194 h 196"/>
                <a:gd name="T8" fmla="*/ 445 w 563"/>
                <a:gd name="T9" fmla="*/ 196 h 196"/>
                <a:gd name="T10" fmla="*/ 390 w 563"/>
                <a:gd name="T11" fmla="*/ 192 h 196"/>
                <a:gd name="T12" fmla="*/ 338 w 563"/>
                <a:gd name="T13" fmla="*/ 187 h 196"/>
                <a:gd name="T14" fmla="*/ 288 w 563"/>
                <a:gd name="T15" fmla="*/ 179 h 196"/>
                <a:gd name="T16" fmla="*/ 241 w 563"/>
                <a:gd name="T17" fmla="*/ 169 h 196"/>
                <a:gd name="T18" fmla="*/ 198 w 563"/>
                <a:gd name="T19" fmla="*/ 157 h 196"/>
                <a:gd name="T20" fmla="*/ 159 w 563"/>
                <a:gd name="T21" fmla="*/ 145 h 196"/>
                <a:gd name="T22" fmla="*/ 123 w 563"/>
                <a:gd name="T23" fmla="*/ 132 h 196"/>
                <a:gd name="T24" fmla="*/ 92 w 563"/>
                <a:gd name="T25" fmla="*/ 120 h 196"/>
                <a:gd name="T26" fmla="*/ 65 w 563"/>
                <a:gd name="T27" fmla="*/ 108 h 196"/>
                <a:gd name="T28" fmla="*/ 42 w 563"/>
                <a:gd name="T29" fmla="*/ 96 h 196"/>
                <a:gd name="T30" fmla="*/ 23 w 563"/>
                <a:gd name="T31" fmla="*/ 88 h 196"/>
                <a:gd name="T32" fmla="*/ 10 w 563"/>
                <a:gd name="T33" fmla="*/ 81 h 196"/>
                <a:gd name="T34" fmla="*/ 2 w 563"/>
                <a:gd name="T35" fmla="*/ 76 h 196"/>
                <a:gd name="T36" fmla="*/ 0 w 563"/>
                <a:gd name="T37" fmla="*/ 74 h 196"/>
                <a:gd name="T38" fmla="*/ 0 w 563"/>
                <a:gd name="T3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3" h="196">
                  <a:moveTo>
                    <a:pt x="0" y="0"/>
                  </a:moveTo>
                  <a:lnTo>
                    <a:pt x="563" y="0"/>
                  </a:lnTo>
                  <a:lnTo>
                    <a:pt x="563" y="191"/>
                  </a:lnTo>
                  <a:lnTo>
                    <a:pt x="503" y="194"/>
                  </a:lnTo>
                  <a:lnTo>
                    <a:pt x="445" y="196"/>
                  </a:lnTo>
                  <a:lnTo>
                    <a:pt x="390" y="192"/>
                  </a:lnTo>
                  <a:lnTo>
                    <a:pt x="338" y="187"/>
                  </a:lnTo>
                  <a:lnTo>
                    <a:pt x="288" y="179"/>
                  </a:lnTo>
                  <a:lnTo>
                    <a:pt x="241" y="169"/>
                  </a:lnTo>
                  <a:lnTo>
                    <a:pt x="198" y="157"/>
                  </a:lnTo>
                  <a:lnTo>
                    <a:pt x="159" y="145"/>
                  </a:lnTo>
                  <a:lnTo>
                    <a:pt x="123" y="132"/>
                  </a:lnTo>
                  <a:lnTo>
                    <a:pt x="92" y="120"/>
                  </a:lnTo>
                  <a:lnTo>
                    <a:pt x="65" y="108"/>
                  </a:lnTo>
                  <a:lnTo>
                    <a:pt x="42" y="96"/>
                  </a:lnTo>
                  <a:lnTo>
                    <a:pt x="23" y="88"/>
                  </a:lnTo>
                  <a:lnTo>
                    <a:pt x="10" y="81"/>
                  </a:lnTo>
                  <a:lnTo>
                    <a:pt x="2" y="76"/>
                  </a:lnTo>
                  <a:lnTo>
                    <a:pt x="0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2" name="Freeform 261">
              <a:extLst>
                <a:ext uri="{FF2B5EF4-FFF2-40B4-BE49-F238E27FC236}">
                  <a16:creationId xmlns:a16="http://schemas.microsoft.com/office/drawing/2014/main" id="{CA29B987-D387-6F7F-FA18-F8F5891F2B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9" y="776"/>
              <a:ext cx="183" cy="209"/>
            </a:xfrm>
            <a:custGeom>
              <a:avLst/>
              <a:gdLst>
                <a:gd name="T0" fmla="*/ 275 w 550"/>
                <a:gd name="T1" fmla="*/ 0 h 628"/>
                <a:gd name="T2" fmla="*/ 315 w 550"/>
                <a:gd name="T3" fmla="*/ 2 h 628"/>
                <a:gd name="T4" fmla="*/ 355 w 550"/>
                <a:gd name="T5" fmla="*/ 13 h 628"/>
                <a:gd name="T6" fmla="*/ 390 w 550"/>
                <a:gd name="T7" fmla="*/ 28 h 628"/>
                <a:gd name="T8" fmla="*/ 425 w 550"/>
                <a:gd name="T9" fmla="*/ 50 h 628"/>
                <a:gd name="T10" fmla="*/ 455 w 550"/>
                <a:gd name="T11" fmla="*/ 76 h 628"/>
                <a:gd name="T12" fmla="*/ 482 w 550"/>
                <a:gd name="T13" fmla="*/ 107 h 628"/>
                <a:gd name="T14" fmla="*/ 506 w 550"/>
                <a:gd name="T15" fmla="*/ 143 h 628"/>
                <a:gd name="T16" fmla="*/ 524 w 550"/>
                <a:gd name="T17" fmla="*/ 181 h 628"/>
                <a:gd name="T18" fmla="*/ 538 w 550"/>
                <a:gd name="T19" fmla="*/ 223 h 628"/>
                <a:gd name="T20" fmla="*/ 546 w 550"/>
                <a:gd name="T21" fmla="*/ 267 h 628"/>
                <a:gd name="T22" fmla="*/ 550 w 550"/>
                <a:gd name="T23" fmla="*/ 314 h 628"/>
                <a:gd name="T24" fmla="*/ 546 w 550"/>
                <a:gd name="T25" fmla="*/ 360 h 628"/>
                <a:gd name="T26" fmla="*/ 538 w 550"/>
                <a:gd name="T27" fmla="*/ 405 h 628"/>
                <a:gd name="T28" fmla="*/ 524 w 550"/>
                <a:gd name="T29" fmla="*/ 446 h 628"/>
                <a:gd name="T30" fmla="*/ 506 w 550"/>
                <a:gd name="T31" fmla="*/ 485 h 628"/>
                <a:gd name="T32" fmla="*/ 482 w 550"/>
                <a:gd name="T33" fmla="*/ 520 h 628"/>
                <a:gd name="T34" fmla="*/ 455 w 550"/>
                <a:gd name="T35" fmla="*/ 552 h 628"/>
                <a:gd name="T36" fmla="*/ 425 w 550"/>
                <a:gd name="T37" fmla="*/ 578 h 628"/>
                <a:gd name="T38" fmla="*/ 390 w 550"/>
                <a:gd name="T39" fmla="*/ 599 h 628"/>
                <a:gd name="T40" fmla="*/ 355 w 550"/>
                <a:gd name="T41" fmla="*/ 615 h 628"/>
                <a:gd name="T42" fmla="*/ 315 w 550"/>
                <a:gd name="T43" fmla="*/ 626 h 628"/>
                <a:gd name="T44" fmla="*/ 275 w 550"/>
                <a:gd name="T45" fmla="*/ 628 h 628"/>
                <a:gd name="T46" fmla="*/ 234 w 550"/>
                <a:gd name="T47" fmla="*/ 626 h 628"/>
                <a:gd name="T48" fmla="*/ 195 w 550"/>
                <a:gd name="T49" fmla="*/ 615 h 628"/>
                <a:gd name="T50" fmla="*/ 159 w 550"/>
                <a:gd name="T51" fmla="*/ 599 h 628"/>
                <a:gd name="T52" fmla="*/ 125 w 550"/>
                <a:gd name="T53" fmla="*/ 578 h 628"/>
                <a:gd name="T54" fmla="*/ 94 w 550"/>
                <a:gd name="T55" fmla="*/ 552 h 628"/>
                <a:gd name="T56" fmla="*/ 68 w 550"/>
                <a:gd name="T57" fmla="*/ 520 h 628"/>
                <a:gd name="T58" fmla="*/ 44 w 550"/>
                <a:gd name="T59" fmla="*/ 485 h 628"/>
                <a:gd name="T60" fmla="*/ 25 w 550"/>
                <a:gd name="T61" fmla="*/ 446 h 628"/>
                <a:gd name="T62" fmla="*/ 12 w 550"/>
                <a:gd name="T63" fmla="*/ 405 h 628"/>
                <a:gd name="T64" fmla="*/ 2 w 550"/>
                <a:gd name="T65" fmla="*/ 360 h 628"/>
                <a:gd name="T66" fmla="*/ 0 w 550"/>
                <a:gd name="T67" fmla="*/ 314 h 628"/>
                <a:gd name="T68" fmla="*/ 2 w 550"/>
                <a:gd name="T69" fmla="*/ 267 h 628"/>
                <a:gd name="T70" fmla="*/ 12 w 550"/>
                <a:gd name="T71" fmla="*/ 223 h 628"/>
                <a:gd name="T72" fmla="*/ 25 w 550"/>
                <a:gd name="T73" fmla="*/ 181 h 628"/>
                <a:gd name="T74" fmla="*/ 44 w 550"/>
                <a:gd name="T75" fmla="*/ 143 h 628"/>
                <a:gd name="T76" fmla="*/ 68 w 550"/>
                <a:gd name="T77" fmla="*/ 107 h 628"/>
                <a:gd name="T78" fmla="*/ 94 w 550"/>
                <a:gd name="T79" fmla="*/ 76 h 628"/>
                <a:gd name="T80" fmla="*/ 125 w 550"/>
                <a:gd name="T81" fmla="*/ 50 h 628"/>
                <a:gd name="T82" fmla="*/ 159 w 550"/>
                <a:gd name="T83" fmla="*/ 28 h 628"/>
                <a:gd name="T84" fmla="*/ 195 w 550"/>
                <a:gd name="T85" fmla="*/ 13 h 628"/>
                <a:gd name="T86" fmla="*/ 234 w 550"/>
                <a:gd name="T87" fmla="*/ 2 h 628"/>
                <a:gd name="T88" fmla="*/ 275 w 550"/>
                <a:gd name="T89" fmla="*/ 0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628">
                  <a:moveTo>
                    <a:pt x="275" y="0"/>
                  </a:moveTo>
                  <a:lnTo>
                    <a:pt x="315" y="2"/>
                  </a:lnTo>
                  <a:lnTo>
                    <a:pt x="355" y="13"/>
                  </a:lnTo>
                  <a:lnTo>
                    <a:pt x="390" y="28"/>
                  </a:lnTo>
                  <a:lnTo>
                    <a:pt x="425" y="50"/>
                  </a:lnTo>
                  <a:lnTo>
                    <a:pt x="455" y="76"/>
                  </a:lnTo>
                  <a:lnTo>
                    <a:pt x="482" y="107"/>
                  </a:lnTo>
                  <a:lnTo>
                    <a:pt x="506" y="143"/>
                  </a:lnTo>
                  <a:lnTo>
                    <a:pt x="524" y="181"/>
                  </a:lnTo>
                  <a:lnTo>
                    <a:pt x="538" y="223"/>
                  </a:lnTo>
                  <a:lnTo>
                    <a:pt x="546" y="267"/>
                  </a:lnTo>
                  <a:lnTo>
                    <a:pt x="550" y="314"/>
                  </a:lnTo>
                  <a:lnTo>
                    <a:pt x="546" y="360"/>
                  </a:lnTo>
                  <a:lnTo>
                    <a:pt x="538" y="405"/>
                  </a:lnTo>
                  <a:lnTo>
                    <a:pt x="524" y="446"/>
                  </a:lnTo>
                  <a:lnTo>
                    <a:pt x="506" y="485"/>
                  </a:lnTo>
                  <a:lnTo>
                    <a:pt x="482" y="520"/>
                  </a:lnTo>
                  <a:lnTo>
                    <a:pt x="455" y="552"/>
                  </a:lnTo>
                  <a:lnTo>
                    <a:pt x="425" y="578"/>
                  </a:lnTo>
                  <a:lnTo>
                    <a:pt x="390" y="599"/>
                  </a:lnTo>
                  <a:lnTo>
                    <a:pt x="355" y="615"/>
                  </a:lnTo>
                  <a:lnTo>
                    <a:pt x="315" y="626"/>
                  </a:lnTo>
                  <a:lnTo>
                    <a:pt x="275" y="628"/>
                  </a:lnTo>
                  <a:lnTo>
                    <a:pt x="234" y="626"/>
                  </a:lnTo>
                  <a:lnTo>
                    <a:pt x="195" y="615"/>
                  </a:lnTo>
                  <a:lnTo>
                    <a:pt x="159" y="599"/>
                  </a:lnTo>
                  <a:lnTo>
                    <a:pt x="125" y="578"/>
                  </a:lnTo>
                  <a:lnTo>
                    <a:pt x="94" y="552"/>
                  </a:lnTo>
                  <a:lnTo>
                    <a:pt x="68" y="520"/>
                  </a:lnTo>
                  <a:lnTo>
                    <a:pt x="44" y="485"/>
                  </a:lnTo>
                  <a:lnTo>
                    <a:pt x="25" y="446"/>
                  </a:lnTo>
                  <a:lnTo>
                    <a:pt x="12" y="405"/>
                  </a:lnTo>
                  <a:lnTo>
                    <a:pt x="2" y="360"/>
                  </a:lnTo>
                  <a:lnTo>
                    <a:pt x="0" y="314"/>
                  </a:lnTo>
                  <a:lnTo>
                    <a:pt x="2" y="267"/>
                  </a:lnTo>
                  <a:lnTo>
                    <a:pt x="12" y="223"/>
                  </a:lnTo>
                  <a:lnTo>
                    <a:pt x="25" y="181"/>
                  </a:lnTo>
                  <a:lnTo>
                    <a:pt x="44" y="143"/>
                  </a:lnTo>
                  <a:lnTo>
                    <a:pt x="68" y="107"/>
                  </a:lnTo>
                  <a:lnTo>
                    <a:pt x="94" y="76"/>
                  </a:lnTo>
                  <a:lnTo>
                    <a:pt x="125" y="50"/>
                  </a:lnTo>
                  <a:lnTo>
                    <a:pt x="159" y="28"/>
                  </a:lnTo>
                  <a:lnTo>
                    <a:pt x="195" y="13"/>
                  </a:lnTo>
                  <a:lnTo>
                    <a:pt x="234" y="2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3" name="Freeform 262">
              <a:extLst>
                <a:ext uri="{FF2B5EF4-FFF2-40B4-BE49-F238E27FC236}">
                  <a16:creationId xmlns:a16="http://schemas.microsoft.com/office/drawing/2014/main" id="{BC44D51E-0132-95E2-335D-9053DB4F346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8" y="776"/>
              <a:ext cx="183" cy="209"/>
            </a:xfrm>
            <a:custGeom>
              <a:avLst/>
              <a:gdLst>
                <a:gd name="T0" fmla="*/ 275 w 550"/>
                <a:gd name="T1" fmla="*/ 0 h 628"/>
                <a:gd name="T2" fmla="*/ 316 w 550"/>
                <a:gd name="T3" fmla="*/ 2 h 628"/>
                <a:gd name="T4" fmla="*/ 354 w 550"/>
                <a:gd name="T5" fmla="*/ 13 h 628"/>
                <a:gd name="T6" fmla="*/ 391 w 550"/>
                <a:gd name="T7" fmla="*/ 28 h 628"/>
                <a:gd name="T8" fmla="*/ 424 w 550"/>
                <a:gd name="T9" fmla="*/ 50 h 628"/>
                <a:gd name="T10" fmla="*/ 455 w 550"/>
                <a:gd name="T11" fmla="*/ 76 h 628"/>
                <a:gd name="T12" fmla="*/ 482 w 550"/>
                <a:gd name="T13" fmla="*/ 107 h 628"/>
                <a:gd name="T14" fmla="*/ 505 w 550"/>
                <a:gd name="T15" fmla="*/ 143 h 628"/>
                <a:gd name="T16" fmla="*/ 524 w 550"/>
                <a:gd name="T17" fmla="*/ 181 h 628"/>
                <a:gd name="T18" fmla="*/ 538 w 550"/>
                <a:gd name="T19" fmla="*/ 223 h 628"/>
                <a:gd name="T20" fmla="*/ 547 w 550"/>
                <a:gd name="T21" fmla="*/ 267 h 628"/>
                <a:gd name="T22" fmla="*/ 550 w 550"/>
                <a:gd name="T23" fmla="*/ 314 h 628"/>
                <a:gd name="T24" fmla="*/ 547 w 550"/>
                <a:gd name="T25" fmla="*/ 360 h 628"/>
                <a:gd name="T26" fmla="*/ 538 w 550"/>
                <a:gd name="T27" fmla="*/ 405 h 628"/>
                <a:gd name="T28" fmla="*/ 524 w 550"/>
                <a:gd name="T29" fmla="*/ 446 h 628"/>
                <a:gd name="T30" fmla="*/ 505 w 550"/>
                <a:gd name="T31" fmla="*/ 485 h 628"/>
                <a:gd name="T32" fmla="*/ 482 w 550"/>
                <a:gd name="T33" fmla="*/ 520 h 628"/>
                <a:gd name="T34" fmla="*/ 455 w 550"/>
                <a:gd name="T35" fmla="*/ 552 h 628"/>
                <a:gd name="T36" fmla="*/ 424 w 550"/>
                <a:gd name="T37" fmla="*/ 578 h 628"/>
                <a:gd name="T38" fmla="*/ 391 w 550"/>
                <a:gd name="T39" fmla="*/ 599 h 628"/>
                <a:gd name="T40" fmla="*/ 354 w 550"/>
                <a:gd name="T41" fmla="*/ 615 h 628"/>
                <a:gd name="T42" fmla="*/ 316 w 550"/>
                <a:gd name="T43" fmla="*/ 626 h 628"/>
                <a:gd name="T44" fmla="*/ 275 w 550"/>
                <a:gd name="T45" fmla="*/ 628 h 628"/>
                <a:gd name="T46" fmla="*/ 235 w 550"/>
                <a:gd name="T47" fmla="*/ 626 h 628"/>
                <a:gd name="T48" fmla="*/ 196 w 550"/>
                <a:gd name="T49" fmla="*/ 615 h 628"/>
                <a:gd name="T50" fmla="*/ 159 w 550"/>
                <a:gd name="T51" fmla="*/ 599 h 628"/>
                <a:gd name="T52" fmla="*/ 125 w 550"/>
                <a:gd name="T53" fmla="*/ 578 h 628"/>
                <a:gd name="T54" fmla="*/ 95 w 550"/>
                <a:gd name="T55" fmla="*/ 552 h 628"/>
                <a:gd name="T56" fmla="*/ 67 w 550"/>
                <a:gd name="T57" fmla="*/ 520 h 628"/>
                <a:gd name="T58" fmla="*/ 45 w 550"/>
                <a:gd name="T59" fmla="*/ 485 h 628"/>
                <a:gd name="T60" fmla="*/ 25 w 550"/>
                <a:gd name="T61" fmla="*/ 446 h 628"/>
                <a:gd name="T62" fmla="*/ 12 w 550"/>
                <a:gd name="T63" fmla="*/ 405 h 628"/>
                <a:gd name="T64" fmla="*/ 3 w 550"/>
                <a:gd name="T65" fmla="*/ 360 h 628"/>
                <a:gd name="T66" fmla="*/ 0 w 550"/>
                <a:gd name="T67" fmla="*/ 314 h 628"/>
                <a:gd name="T68" fmla="*/ 3 w 550"/>
                <a:gd name="T69" fmla="*/ 267 h 628"/>
                <a:gd name="T70" fmla="*/ 12 w 550"/>
                <a:gd name="T71" fmla="*/ 223 h 628"/>
                <a:gd name="T72" fmla="*/ 25 w 550"/>
                <a:gd name="T73" fmla="*/ 181 h 628"/>
                <a:gd name="T74" fmla="*/ 45 w 550"/>
                <a:gd name="T75" fmla="*/ 143 h 628"/>
                <a:gd name="T76" fmla="*/ 67 w 550"/>
                <a:gd name="T77" fmla="*/ 107 h 628"/>
                <a:gd name="T78" fmla="*/ 95 w 550"/>
                <a:gd name="T79" fmla="*/ 76 h 628"/>
                <a:gd name="T80" fmla="*/ 125 w 550"/>
                <a:gd name="T81" fmla="*/ 50 h 628"/>
                <a:gd name="T82" fmla="*/ 159 w 550"/>
                <a:gd name="T83" fmla="*/ 28 h 628"/>
                <a:gd name="T84" fmla="*/ 196 w 550"/>
                <a:gd name="T85" fmla="*/ 13 h 628"/>
                <a:gd name="T86" fmla="*/ 235 w 550"/>
                <a:gd name="T87" fmla="*/ 2 h 628"/>
                <a:gd name="T88" fmla="*/ 275 w 550"/>
                <a:gd name="T89" fmla="*/ 0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628">
                  <a:moveTo>
                    <a:pt x="275" y="0"/>
                  </a:moveTo>
                  <a:lnTo>
                    <a:pt x="316" y="2"/>
                  </a:lnTo>
                  <a:lnTo>
                    <a:pt x="354" y="13"/>
                  </a:lnTo>
                  <a:lnTo>
                    <a:pt x="391" y="28"/>
                  </a:lnTo>
                  <a:lnTo>
                    <a:pt x="424" y="50"/>
                  </a:lnTo>
                  <a:lnTo>
                    <a:pt x="455" y="76"/>
                  </a:lnTo>
                  <a:lnTo>
                    <a:pt x="482" y="107"/>
                  </a:lnTo>
                  <a:lnTo>
                    <a:pt x="505" y="143"/>
                  </a:lnTo>
                  <a:lnTo>
                    <a:pt x="524" y="181"/>
                  </a:lnTo>
                  <a:lnTo>
                    <a:pt x="538" y="223"/>
                  </a:lnTo>
                  <a:lnTo>
                    <a:pt x="547" y="267"/>
                  </a:lnTo>
                  <a:lnTo>
                    <a:pt x="550" y="314"/>
                  </a:lnTo>
                  <a:lnTo>
                    <a:pt x="547" y="360"/>
                  </a:lnTo>
                  <a:lnTo>
                    <a:pt x="538" y="405"/>
                  </a:lnTo>
                  <a:lnTo>
                    <a:pt x="524" y="446"/>
                  </a:lnTo>
                  <a:lnTo>
                    <a:pt x="505" y="485"/>
                  </a:lnTo>
                  <a:lnTo>
                    <a:pt x="482" y="520"/>
                  </a:lnTo>
                  <a:lnTo>
                    <a:pt x="455" y="552"/>
                  </a:lnTo>
                  <a:lnTo>
                    <a:pt x="424" y="578"/>
                  </a:lnTo>
                  <a:lnTo>
                    <a:pt x="391" y="599"/>
                  </a:lnTo>
                  <a:lnTo>
                    <a:pt x="354" y="615"/>
                  </a:lnTo>
                  <a:lnTo>
                    <a:pt x="316" y="626"/>
                  </a:lnTo>
                  <a:lnTo>
                    <a:pt x="275" y="628"/>
                  </a:lnTo>
                  <a:lnTo>
                    <a:pt x="235" y="626"/>
                  </a:lnTo>
                  <a:lnTo>
                    <a:pt x="196" y="615"/>
                  </a:lnTo>
                  <a:lnTo>
                    <a:pt x="159" y="599"/>
                  </a:lnTo>
                  <a:lnTo>
                    <a:pt x="125" y="578"/>
                  </a:lnTo>
                  <a:lnTo>
                    <a:pt x="95" y="552"/>
                  </a:lnTo>
                  <a:lnTo>
                    <a:pt x="67" y="520"/>
                  </a:lnTo>
                  <a:lnTo>
                    <a:pt x="45" y="485"/>
                  </a:lnTo>
                  <a:lnTo>
                    <a:pt x="25" y="446"/>
                  </a:lnTo>
                  <a:lnTo>
                    <a:pt x="12" y="405"/>
                  </a:lnTo>
                  <a:lnTo>
                    <a:pt x="3" y="360"/>
                  </a:lnTo>
                  <a:lnTo>
                    <a:pt x="0" y="314"/>
                  </a:lnTo>
                  <a:lnTo>
                    <a:pt x="3" y="267"/>
                  </a:lnTo>
                  <a:lnTo>
                    <a:pt x="12" y="223"/>
                  </a:lnTo>
                  <a:lnTo>
                    <a:pt x="25" y="181"/>
                  </a:lnTo>
                  <a:lnTo>
                    <a:pt x="45" y="143"/>
                  </a:lnTo>
                  <a:lnTo>
                    <a:pt x="67" y="107"/>
                  </a:lnTo>
                  <a:lnTo>
                    <a:pt x="95" y="76"/>
                  </a:lnTo>
                  <a:lnTo>
                    <a:pt x="125" y="50"/>
                  </a:lnTo>
                  <a:lnTo>
                    <a:pt x="159" y="28"/>
                  </a:lnTo>
                  <a:lnTo>
                    <a:pt x="196" y="13"/>
                  </a:lnTo>
                  <a:lnTo>
                    <a:pt x="235" y="2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4" name="Freeform 263">
              <a:extLst>
                <a:ext uri="{FF2B5EF4-FFF2-40B4-BE49-F238E27FC236}">
                  <a16:creationId xmlns:a16="http://schemas.microsoft.com/office/drawing/2014/main" id="{13031C52-DCB6-E856-D464-07CFBEF09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1" y="413"/>
              <a:ext cx="729" cy="829"/>
            </a:xfrm>
            <a:custGeom>
              <a:avLst/>
              <a:gdLst>
                <a:gd name="T0" fmla="*/ 1194 w 2187"/>
                <a:gd name="T1" fmla="*/ 3 h 2487"/>
                <a:gd name="T2" fmla="*/ 1379 w 2187"/>
                <a:gd name="T3" fmla="*/ 18 h 2487"/>
                <a:gd name="T4" fmla="*/ 1545 w 2187"/>
                <a:gd name="T5" fmla="*/ 50 h 2487"/>
                <a:gd name="T6" fmla="*/ 1690 w 2187"/>
                <a:gd name="T7" fmla="*/ 96 h 2487"/>
                <a:gd name="T8" fmla="*/ 1816 w 2187"/>
                <a:gd name="T9" fmla="*/ 156 h 2487"/>
                <a:gd name="T10" fmla="*/ 1923 w 2187"/>
                <a:gd name="T11" fmla="*/ 227 h 2487"/>
                <a:gd name="T12" fmla="*/ 2011 w 2187"/>
                <a:gd name="T13" fmla="*/ 311 h 2487"/>
                <a:gd name="T14" fmla="*/ 2080 w 2187"/>
                <a:gd name="T15" fmla="*/ 405 h 2487"/>
                <a:gd name="T16" fmla="*/ 2133 w 2187"/>
                <a:gd name="T17" fmla="*/ 509 h 2487"/>
                <a:gd name="T18" fmla="*/ 2167 w 2187"/>
                <a:gd name="T19" fmla="*/ 620 h 2487"/>
                <a:gd name="T20" fmla="*/ 2184 w 2187"/>
                <a:gd name="T21" fmla="*/ 741 h 2487"/>
                <a:gd name="T22" fmla="*/ 2186 w 2187"/>
                <a:gd name="T23" fmla="*/ 839 h 2487"/>
                <a:gd name="T24" fmla="*/ 2186 w 2187"/>
                <a:gd name="T25" fmla="*/ 919 h 2487"/>
                <a:gd name="T26" fmla="*/ 2187 w 2187"/>
                <a:gd name="T27" fmla="*/ 1008 h 2487"/>
                <a:gd name="T28" fmla="*/ 2186 w 2187"/>
                <a:gd name="T29" fmla="*/ 1105 h 2487"/>
                <a:gd name="T30" fmla="*/ 2183 w 2187"/>
                <a:gd name="T31" fmla="*/ 1208 h 2487"/>
                <a:gd name="T32" fmla="*/ 2177 w 2187"/>
                <a:gd name="T33" fmla="*/ 1315 h 2487"/>
                <a:gd name="T34" fmla="*/ 2165 w 2187"/>
                <a:gd name="T35" fmla="*/ 1427 h 2487"/>
                <a:gd name="T36" fmla="*/ 2149 w 2187"/>
                <a:gd name="T37" fmla="*/ 1540 h 2487"/>
                <a:gd name="T38" fmla="*/ 2127 w 2187"/>
                <a:gd name="T39" fmla="*/ 1652 h 2487"/>
                <a:gd name="T40" fmla="*/ 2097 w 2187"/>
                <a:gd name="T41" fmla="*/ 1763 h 2487"/>
                <a:gd name="T42" fmla="*/ 2059 w 2187"/>
                <a:gd name="T43" fmla="*/ 1873 h 2487"/>
                <a:gd name="T44" fmla="*/ 2011 w 2187"/>
                <a:gd name="T45" fmla="*/ 1977 h 2487"/>
                <a:gd name="T46" fmla="*/ 1954 w 2187"/>
                <a:gd name="T47" fmla="*/ 2076 h 2487"/>
                <a:gd name="T48" fmla="*/ 1885 w 2187"/>
                <a:gd name="T49" fmla="*/ 2168 h 2487"/>
                <a:gd name="T50" fmla="*/ 1804 w 2187"/>
                <a:gd name="T51" fmla="*/ 2251 h 2487"/>
                <a:gd name="T52" fmla="*/ 1709 w 2187"/>
                <a:gd name="T53" fmla="*/ 2325 h 2487"/>
                <a:gd name="T54" fmla="*/ 1601 w 2187"/>
                <a:gd name="T55" fmla="*/ 2386 h 2487"/>
                <a:gd name="T56" fmla="*/ 1477 w 2187"/>
                <a:gd name="T57" fmla="*/ 2434 h 2487"/>
                <a:gd name="T58" fmla="*/ 1336 w 2187"/>
                <a:gd name="T59" fmla="*/ 2467 h 2487"/>
                <a:gd name="T60" fmla="*/ 1179 w 2187"/>
                <a:gd name="T61" fmla="*/ 2485 h 2487"/>
                <a:gd name="T62" fmla="*/ 1008 w 2187"/>
                <a:gd name="T63" fmla="*/ 2485 h 2487"/>
                <a:gd name="T64" fmla="*/ 851 w 2187"/>
                <a:gd name="T65" fmla="*/ 2467 h 2487"/>
                <a:gd name="T66" fmla="*/ 710 w 2187"/>
                <a:gd name="T67" fmla="*/ 2434 h 2487"/>
                <a:gd name="T68" fmla="*/ 587 w 2187"/>
                <a:gd name="T69" fmla="*/ 2386 h 2487"/>
                <a:gd name="T70" fmla="*/ 477 w 2187"/>
                <a:gd name="T71" fmla="*/ 2325 h 2487"/>
                <a:gd name="T72" fmla="*/ 383 w 2187"/>
                <a:gd name="T73" fmla="*/ 2251 h 2487"/>
                <a:gd name="T74" fmla="*/ 302 w 2187"/>
                <a:gd name="T75" fmla="*/ 2168 h 2487"/>
                <a:gd name="T76" fmla="*/ 233 w 2187"/>
                <a:gd name="T77" fmla="*/ 2076 h 2487"/>
                <a:gd name="T78" fmla="*/ 175 w 2187"/>
                <a:gd name="T79" fmla="*/ 1977 h 2487"/>
                <a:gd name="T80" fmla="*/ 128 w 2187"/>
                <a:gd name="T81" fmla="*/ 1873 h 2487"/>
                <a:gd name="T82" fmla="*/ 90 w 2187"/>
                <a:gd name="T83" fmla="*/ 1763 h 2487"/>
                <a:gd name="T84" fmla="*/ 61 w 2187"/>
                <a:gd name="T85" fmla="*/ 1652 h 2487"/>
                <a:gd name="T86" fmla="*/ 38 w 2187"/>
                <a:gd name="T87" fmla="*/ 1540 h 2487"/>
                <a:gd name="T88" fmla="*/ 21 w 2187"/>
                <a:gd name="T89" fmla="*/ 1427 h 2487"/>
                <a:gd name="T90" fmla="*/ 11 w 2187"/>
                <a:gd name="T91" fmla="*/ 1315 h 2487"/>
                <a:gd name="T92" fmla="*/ 5 w 2187"/>
                <a:gd name="T93" fmla="*/ 1208 h 2487"/>
                <a:gd name="T94" fmla="*/ 1 w 2187"/>
                <a:gd name="T95" fmla="*/ 1105 h 2487"/>
                <a:gd name="T96" fmla="*/ 0 w 2187"/>
                <a:gd name="T97" fmla="*/ 1008 h 2487"/>
                <a:gd name="T98" fmla="*/ 0 w 2187"/>
                <a:gd name="T99" fmla="*/ 919 h 2487"/>
                <a:gd name="T100" fmla="*/ 1 w 2187"/>
                <a:gd name="T101" fmla="*/ 839 h 2487"/>
                <a:gd name="T102" fmla="*/ 3 w 2187"/>
                <a:gd name="T103" fmla="*/ 741 h 2487"/>
                <a:gd name="T104" fmla="*/ 20 w 2187"/>
                <a:gd name="T105" fmla="*/ 620 h 2487"/>
                <a:gd name="T106" fmla="*/ 55 w 2187"/>
                <a:gd name="T107" fmla="*/ 509 h 2487"/>
                <a:gd name="T108" fmla="*/ 106 w 2187"/>
                <a:gd name="T109" fmla="*/ 405 h 2487"/>
                <a:gd name="T110" fmla="*/ 176 w 2187"/>
                <a:gd name="T111" fmla="*/ 311 h 2487"/>
                <a:gd name="T112" fmla="*/ 264 w 2187"/>
                <a:gd name="T113" fmla="*/ 227 h 2487"/>
                <a:gd name="T114" fmla="*/ 371 w 2187"/>
                <a:gd name="T115" fmla="*/ 156 h 2487"/>
                <a:gd name="T116" fmla="*/ 497 w 2187"/>
                <a:gd name="T117" fmla="*/ 96 h 2487"/>
                <a:gd name="T118" fmla="*/ 643 w 2187"/>
                <a:gd name="T119" fmla="*/ 50 h 2487"/>
                <a:gd name="T120" fmla="*/ 808 w 2187"/>
                <a:gd name="T121" fmla="*/ 18 h 2487"/>
                <a:gd name="T122" fmla="*/ 993 w 2187"/>
                <a:gd name="T123" fmla="*/ 3 h 2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87" h="2487">
                  <a:moveTo>
                    <a:pt x="1094" y="0"/>
                  </a:moveTo>
                  <a:lnTo>
                    <a:pt x="1194" y="3"/>
                  </a:lnTo>
                  <a:lnTo>
                    <a:pt x="1289" y="9"/>
                  </a:lnTo>
                  <a:lnTo>
                    <a:pt x="1379" y="18"/>
                  </a:lnTo>
                  <a:lnTo>
                    <a:pt x="1464" y="32"/>
                  </a:lnTo>
                  <a:lnTo>
                    <a:pt x="1545" y="50"/>
                  </a:lnTo>
                  <a:lnTo>
                    <a:pt x="1620" y="72"/>
                  </a:lnTo>
                  <a:lnTo>
                    <a:pt x="1690" y="96"/>
                  </a:lnTo>
                  <a:lnTo>
                    <a:pt x="1755" y="124"/>
                  </a:lnTo>
                  <a:lnTo>
                    <a:pt x="1816" y="156"/>
                  </a:lnTo>
                  <a:lnTo>
                    <a:pt x="1872" y="190"/>
                  </a:lnTo>
                  <a:lnTo>
                    <a:pt x="1923" y="227"/>
                  </a:lnTo>
                  <a:lnTo>
                    <a:pt x="1970" y="268"/>
                  </a:lnTo>
                  <a:lnTo>
                    <a:pt x="2011" y="311"/>
                  </a:lnTo>
                  <a:lnTo>
                    <a:pt x="2048" y="356"/>
                  </a:lnTo>
                  <a:lnTo>
                    <a:pt x="2080" y="405"/>
                  </a:lnTo>
                  <a:lnTo>
                    <a:pt x="2109" y="455"/>
                  </a:lnTo>
                  <a:lnTo>
                    <a:pt x="2133" y="509"/>
                  </a:lnTo>
                  <a:lnTo>
                    <a:pt x="2152" y="564"/>
                  </a:lnTo>
                  <a:lnTo>
                    <a:pt x="2167" y="620"/>
                  </a:lnTo>
                  <a:lnTo>
                    <a:pt x="2178" y="680"/>
                  </a:lnTo>
                  <a:lnTo>
                    <a:pt x="2184" y="741"/>
                  </a:lnTo>
                  <a:lnTo>
                    <a:pt x="2186" y="803"/>
                  </a:lnTo>
                  <a:lnTo>
                    <a:pt x="2186" y="839"/>
                  </a:lnTo>
                  <a:lnTo>
                    <a:pt x="2186" y="878"/>
                  </a:lnTo>
                  <a:lnTo>
                    <a:pt x="2186" y="919"/>
                  </a:lnTo>
                  <a:lnTo>
                    <a:pt x="2187" y="963"/>
                  </a:lnTo>
                  <a:lnTo>
                    <a:pt x="2187" y="1008"/>
                  </a:lnTo>
                  <a:lnTo>
                    <a:pt x="2186" y="1056"/>
                  </a:lnTo>
                  <a:lnTo>
                    <a:pt x="2186" y="1105"/>
                  </a:lnTo>
                  <a:lnTo>
                    <a:pt x="2185" y="1155"/>
                  </a:lnTo>
                  <a:lnTo>
                    <a:pt x="2183" y="1208"/>
                  </a:lnTo>
                  <a:lnTo>
                    <a:pt x="2180" y="1262"/>
                  </a:lnTo>
                  <a:lnTo>
                    <a:pt x="2177" y="1315"/>
                  </a:lnTo>
                  <a:lnTo>
                    <a:pt x="2171" y="1372"/>
                  </a:lnTo>
                  <a:lnTo>
                    <a:pt x="2165" y="1427"/>
                  </a:lnTo>
                  <a:lnTo>
                    <a:pt x="2158" y="1483"/>
                  </a:lnTo>
                  <a:lnTo>
                    <a:pt x="2149" y="1540"/>
                  </a:lnTo>
                  <a:lnTo>
                    <a:pt x="2139" y="1596"/>
                  </a:lnTo>
                  <a:lnTo>
                    <a:pt x="2127" y="1652"/>
                  </a:lnTo>
                  <a:lnTo>
                    <a:pt x="2112" y="1708"/>
                  </a:lnTo>
                  <a:lnTo>
                    <a:pt x="2097" y="1763"/>
                  </a:lnTo>
                  <a:lnTo>
                    <a:pt x="2079" y="1818"/>
                  </a:lnTo>
                  <a:lnTo>
                    <a:pt x="2059" y="1873"/>
                  </a:lnTo>
                  <a:lnTo>
                    <a:pt x="2036" y="1926"/>
                  </a:lnTo>
                  <a:lnTo>
                    <a:pt x="2011" y="1977"/>
                  </a:lnTo>
                  <a:lnTo>
                    <a:pt x="1984" y="2027"/>
                  </a:lnTo>
                  <a:lnTo>
                    <a:pt x="1954" y="2076"/>
                  </a:lnTo>
                  <a:lnTo>
                    <a:pt x="1921" y="2123"/>
                  </a:lnTo>
                  <a:lnTo>
                    <a:pt x="1885" y="2168"/>
                  </a:lnTo>
                  <a:lnTo>
                    <a:pt x="1846" y="2211"/>
                  </a:lnTo>
                  <a:lnTo>
                    <a:pt x="1804" y="2251"/>
                  </a:lnTo>
                  <a:lnTo>
                    <a:pt x="1758" y="2289"/>
                  </a:lnTo>
                  <a:lnTo>
                    <a:pt x="1709" y="2325"/>
                  </a:lnTo>
                  <a:lnTo>
                    <a:pt x="1657" y="2357"/>
                  </a:lnTo>
                  <a:lnTo>
                    <a:pt x="1601" y="2386"/>
                  </a:lnTo>
                  <a:lnTo>
                    <a:pt x="1541" y="2412"/>
                  </a:lnTo>
                  <a:lnTo>
                    <a:pt x="1477" y="2434"/>
                  </a:lnTo>
                  <a:lnTo>
                    <a:pt x="1409" y="2453"/>
                  </a:lnTo>
                  <a:lnTo>
                    <a:pt x="1336" y="2467"/>
                  </a:lnTo>
                  <a:lnTo>
                    <a:pt x="1260" y="2478"/>
                  </a:lnTo>
                  <a:lnTo>
                    <a:pt x="1179" y="2485"/>
                  </a:lnTo>
                  <a:lnTo>
                    <a:pt x="1094" y="2487"/>
                  </a:lnTo>
                  <a:lnTo>
                    <a:pt x="1008" y="2485"/>
                  </a:lnTo>
                  <a:lnTo>
                    <a:pt x="927" y="2478"/>
                  </a:lnTo>
                  <a:lnTo>
                    <a:pt x="851" y="2467"/>
                  </a:lnTo>
                  <a:lnTo>
                    <a:pt x="778" y="2453"/>
                  </a:lnTo>
                  <a:lnTo>
                    <a:pt x="710" y="2434"/>
                  </a:lnTo>
                  <a:lnTo>
                    <a:pt x="646" y="2412"/>
                  </a:lnTo>
                  <a:lnTo>
                    <a:pt x="587" y="2386"/>
                  </a:lnTo>
                  <a:lnTo>
                    <a:pt x="530" y="2357"/>
                  </a:lnTo>
                  <a:lnTo>
                    <a:pt x="477" y="2325"/>
                  </a:lnTo>
                  <a:lnTo>
                    <a:pt x="428" y="2289"/>
                  </a:lnTo>
                  <a:lnTo>
                    <a:pt x="383" y="2251"/>
                  </a:lnTo>
                  <a:lnTo>
                    <a:pt x="340" y="2211"/>
                  </a:lnTo>
                  <a:lnTo>
                    <a:pt x="302" y="2168"/>
                  </a:lnTo>
                  <a:lnTo>
                    <a:pt x="267" y="2123"/>
                  </a:lnTo>
                  <a:lnTo>
                    <a:pt x="233" y="2076"/>
                  </a:lnTo>
                  <a:lnTo>
                    <a:pt x="202" y="2027"/>
                  </a:lnTo>
                  <a:lnTo>
                    <a:pt x="175" y="1977"/>
                  </a:lnTo>
                  <a:lnTo>
                    <a:pt x="151" y="1926"/>
                  </a:lnTo>
                  <a:lnTo>
                    <a:pt x="128" y="1873"/>
                  </a:lnTo>
                  <a:lnTo>
                    <a:pt x="108" y="1818"/>
                  </a:lnTo>
                  <a:lnTo>
                    <a:pt x="90" y="1763"/>
                  </a:lnTo>
                  <a:lnTo>
                    <a:pt x="74" y="1708"/>
                  </a:lnTo>
                  <a:lnTo>
                    <a:pt x="61" y="1652"/>
                  </a:lnTo>
                  <a:lnTo>
                    <a:pt x="49" y="1596"/>
                  </a:lnTo>
                  <a:lnTo>
                    <a:pt x="38" y="1540"/>
                  </a:lnTo>
                  <a:lnTo>
                    <a:pt x="28" y="1483"/>
                  </a:lnTo>
                  <a:lnTo>
                    <a:pt x="21" y="1427"/>
                  </a:lnTo>
                  <a:lnTo>
                    <a:pt x="15" y="1372"/>
                  </a:lnTo>
                  <a:lnTo>
                    <a:pt x="11" y="1315"/>
                  </a:lnTo>
                  <a:lnTo>
                    <a:pt x="7" y="1262"/>
                  </a:lnTo>
                  <a:lnTo>
                    <a:pt x="5" y="1208"/>
                  </a:lnTo>
                  <a:lnTo>
                    <a:pt x="2" y="1155"/>
                  </a:lnTo>
                  <a:lnTo>
                    <a:pt x="1" y="1105"/>
                  </a:lnTo>
                  <a:lnTo>
                    <a:pt x="0" y="1056"/>
                  </a:lnTo>
                  <a:lnTo>
                    <a:pt x="0" y="1008"/>
                  </a:lnTo>
                  <a:lnTo>
                    <a:pt x="0" y="963"/>
                  </a:lnTo>
                  <a:lnTo>
                    <a:pt x="0" y="919"/>
                  </a:lnTo>
                  <a:lnTo>
                    <a:pt x="0" y="878"/>
                  </a:lnTo>
                  <a:lnTo>
                    <a:pt x="1" y="839"/>
                  </a:lnTo>
                  <a:lnTo>
                    <a:pt x="1" y="803"/>
                  </a:lnTo>
                  <a:lnTo>
                    <a:pt x="3" y="741"/>
                  </a:lnTo>
                  <a:lnTo>
                    <a:pt x="9" y="680"/>
                  </a:lnTo>
                  <a:lnTo>
                    <a:pt x="20" y="620"/>
                  </a:lnTo>
                  <a:lnTo>
                    <a:pt x="34" y="564"/>
                  </a:lnTo>
                  <a:lnTo>
                    <a:pt x="55" y="509"/>
                  </a:lnTo>
                  <a:lnTo>
                    <a:pt x="78" y="455"/>
                  </a:lnTo>
                  <a:lnTo>
                    <a:pt x="106" y="405"/>
                  </a:lnTo>
                  <a:lnTo>
                    <a:pt x="139" y="356"/>
                  </a:lnTo>
                  <a:lnTo>
                    <a:pt x="176" y="311"/>
                  </a:lnTo>
                  <a:lnTo>
                    <a:pt x="218" y="268"/>
                  </a:lnTo>
                  <a:lnTo>
                    <a:pt x="264" y="227"/>
                  </a:lnTo>
                  <a:lnTo>
                    <a:pt x="315" y="190"/>
                  </a:lnTo>
                  <a:lnTo>
                    <a:pt x="371" y="156"/>
                  </a:lnTo>
                  <a:lnTo>
                    <a:pt x="432" y="124"/>
                  </a:lnTo>
                  <a:lnTo>
                    <a:pt x="497" y="96"/>
                  </a:lnTo>
                  <a:lnTo>
                    <a:pt x="568" y="72"/>
                  </a:lnTo>
                  <a:lnTo>
                    <a:pt x="643" y="50"/>
                  </a:lnTo>
                  <a:lnTo>
                    <a:pt x="722" y="32"/>
                  </a:lnTo>
                  <a:lnTo>
                    <a:pt x="808" y="18"/>
                  </a:lnTo>
                  <a:lnTo>
                    <a:pt x="897" y="9"/>
                  </a:lnTo>
                  <a:lnTo>
                    <a:pt x="993" y="3"/>
                  </a:lnTo>
                  <a:lnTo>
                    <a:pt x="1094" y="0"/>
                  </a:lnTo>
                  <a:close/>
                </a:path>
              </a:pathLst>
            </a:custGeom>
            <a:solidFill>
              <a:srgbClr val="FDCC9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5" name="Freeform 264">
              <a:extLst>
                <a:ext uri="{FF2B5EF4-FFF2-40B4-BE49-F238E27FC236}">
                  <a16:creationId xmlns:a16="http://schemas.microsoft.com/office/drawing/2014/main" id="{053DEF36-C2E1-BCC4-97D9-89C1588BD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8" y="812"/>
              <a:ext cx="79" cy="87"/>
            </a:xfrm>
            <a:custGeom>
              <a:avLst/>
              <a:gdLst>
                <a:gd name="T0" fmla="*/ 119 w 236"/>
                <a:gd name="T1" fmla="*/ 0 h 261"/>
                <a:gd name="T2" fmla="*/ 145 w 236"/>
                <a:gd name="T3" fmla="*/ 4 h 261"/>
                <a:gd name="T4" fmla="*/ 170 w 236"/>
                <a:gd name="T5" fmla="*/ 13 h 261"/>
                <a:gd name="T6" fmla="*/ 192 w 236"/>
                <a:gd name="T7" fmla="*/ 29 h 261"/>
                <a:gd name="T8" fmla="*/ 210 w 236"/>
                <a:gd name="T9" fmla="*/ 49 h 261"/>
                <a:gd name="T10" fmla="*/ 225 w 236"/>
                <a:gd name="T11" fmla="*/ 73 h 261"/>
                <a:gd name="T12" fmla="*/ 233 w 236"/>
                <a:gd name="T13" fmla="*/ 101 h 261"/>
                <a:gd name="T14" fmla="*/ 236 w 236"/>
                <a:gd name="T15" fmla="*/ 131 h 261"/>
                <a:gd name="T16" fmla="*/ 233 w 236"/>
                <a:gd name="T17" fmla="*/ 160 h 261"/>
                <a:gd name="T18" fmla="*/ 225 w 236"/>
                <a:gd name="T19" fmla="*/ 188 h 261"/>
                <a:gd name="T20" fmla="*/ 210 w 236"/>
                <a:gd name="T21" fmla="*/ 212 h 261"/>
                <a:gd name="T22" fmla="*/ 192 w 236"/>
                <a:gd name="T23" fmla="*/ 232 h 261"/>
                <a:gd name="T24" fmla="*/ 170 w 236"/>
                <a:gd name="T25" fmla="*/ 248 h 261"/>
                <a:gd name="T26" fmla="*/ 145 w 236"/>
                <a:gd name="T27" fmla="*/ 257 h 261"/>
                <a:gd name="T28" fmla="*/ 119 w 236"/>
                <a:gd name="T29" fmla="*/ 261 h 261"/>
                <a:gd name="T30" fmla="*/ 91 w 236"/>
                <a:gd name="T31" fmla="*/ 257 h 261"/>
                <a:gd name="T32" fmla="*/ 66 w 236"/>
                <a:gd name="T33" fmla="*/ 248 h 261"/>
                <a:gd name="T34" fmla="*/ 45 w 236"/>
                <a:gd name="T35" fmla="*/ 232 h 261"/>
                <a:gd name="T36" fmla="*/ 26 w 236"/>
                <a:gd name="T37" fmla="*/ 212 h 261"/>
                <a:gd name="T38" fmla="*/ 12 w 236"/>
                <a:gd name="T39" fmla="*/ 188 h 261"/>
                <a:gd name="T40" fmla="*/ 3 w 236"/>
                <a:gd name="T41" fmla="*/ 160 h 261"/>
                <a:gd name="T42" fmla="*/ 0 w 236"/>
                <a:gd name="T43" fmla="*/ 131 h 261"/>
                <a:gd name="T44" fmla="*/ 3 w 236"/>
                <a:gd name="T45" fmla="*/ 101 h 261"/>
                <a:gd name="T46" fmla="*/ 12 w 236"/>
                <a:gd name="T47" fmla="*/ 73 h 261"/>
                <a:gd name="T48" fmla="*/ 26 w 236"/>
                <a:gd name="T49" fmla="*/ 49 h 261"/>
                <a:gd name="T50" fmla="*/ 45 w 236"/>
                <a:gd name="T51" fmla="*/ 29 h 261"/>
                <a:gd name="T52" fmla="*/ 66 w 236"/>
                <a:gd name="T53" fmla="*/ 13 h 261"/>
                <a:gd name="T54" fmla="*/ 91 w 236"/>
                <a:gd name="T55" fmla="*/ 4 h 261"/>
                <a:gd name="T56" fmla="*/ 119 w 236"/>
                <a:gd name="T57" fmla="*/ 0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261">
                  <a:moveTo>
                    <a:pt x="119" y="0"/>
                  </a:moveTo>
                  <a:lnTo>
                    <a:pt x="145" y="4"/>
                  </a:lnTo>
                  <a:lnTo>
                    <a:pt x="170" y="13"/>
                  </a:lnTo>
                  <a:lnTo>
                    <a:pt x="192" y="29"/>
                  </a:lnTo>
                  <a:lnTo>
                    <a:pt x="210" y="49"/>
                  </a:lnTo>
                  <a:lnTo>
                    <a:pt x="225" y="73"/>
                  </a:lnTo>
                  <a:lnTo>
                    <a:pt x="233" y="101"/>
                  </a:lnTo>
                  <a:lnTo>
                    <a:pt x="236" y="131"/>
                  </a:lnTo>
                  <a:lnTo>
                    <a:pt x="233" y="160"/>
                  </a:lnTo>
                  <a:lnTo>
                    <a:pt x="225" y="188"/>
                  </a:lnTo>
                  <a:lnTo>
                    <a:pt x="210" y="212"/>
                  </a:lnTo>
                  <a:lnTo>
                    <a:pt x="192" y="232"/>
                  </a:lnTo>
                  <a:lnTo>
                    <a:pt x="170" y="248"/>
                  </a:lnTo>
                  <a:lnTo>
                    <a:pt x="145" y="257"/>
                  </a:lnTo>
                  <a:lnTo>
                    <a:pt x="119" y="261"/>
                  </a:lnTo>
                  <a:lnTo>
                    <a:pt x="91" y="257"/>
                  </a:lnTo>
                  <a:lnTo>
                    <a:pt x="66" y="248"/>
                  </a:lnTo>
                  <a:lnTo>
                    <a:pt x="45" y="232"/>
                  </a:lnTo>
                  <a:lnTo>
                    <a:pt x="26" y="212"/>
                  </a:lnTo>
                  <a:lnTo>
                    <a:pt x="12" y="188"/>
                  </a:lnTo>
                  <a:lnTo>
                    <a:pt x="3" y="160"/>
                  </a:lnTo>
                  <a:lnTo>
                    <a:pt x="0" y="131"/>
                  </a:lnTo>
                  <a:lnTo>
                    <a:pt x="3" y="101"/>
                  </a:lnTo>
                  <a:lnTo>
                    <a:pt x="12" y="73"/>
                  </a:lnTo>
                  <a:lnTo>
                    <a:pt x="26" y="49"/>
                  </a:lnTo>
                  <a:lnTo>
                    <a:pt x="45" y="29"/>
                  </a:lnTo>
                  <a:lnTo>
                    <a:pt x="66" y="13"/>
                  </a:lnTo>
                  <a:lnTo>
                    <a:pt x="91" y="4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3B25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Freeform 265">
              <a:extLst>
                <a:ext uri="{FF2B5EF4-FFF2-40B4-BE49-F238E27FC236}">
                  <a16:creationId xmlns:a16="http://schemas.microsoft.com/office/drawing/2014/main" id="{03E14639-FEE5-7735-347E-5F16E5F41B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9" y="824"/>
              <a:ext cx="23" cy="24"/>
            </a:xfrm>
            <a:custGeom>
              <a:avLst/>
              <a:gdLst>
                <a:gd name="T0" fmla="*/ 34 w 70"/>
                <a:gd name="T1" fmla="*/ 0 h 72"/>
                <a:gd name="T2" fmla="*/ 49 w 70"/>
                <a:gd name="T3" fmla="*/ 3 h 72"/>
                <a:gd name="T4" fmla="*/ 59 w 70"/>
                <a:gd name="T5" fmla="*/ 11 h 72"/>
                <a:gd name="T6" fmla="*/ 68 w 70"/>
                <a:gd name="T7" fmla="*/ 22 h 72"/>
                <a:gd name="T8" fmla="*/ 70 w 70"/>
                <a:gd name="T9" fmla="*/ 36 h 72"/>
                <a:gd name="T10" fmla="*/ 68 w 70"/>
                <a:gd name="T11" fmla="*/ 49 h 72"/>
                <a:gd name="T12" fmla="*/ 59 w 70"/>
                <a:gd name="T13" fmla="*/ 61 h 72"/>
                <a:gd name="T14" fmla="*/ 49 w 70"/>
                <a:gd name="T15" fmla="*/ 68 h 72"/>
                <a:gd name="T16" fmla="*/ 34 w 70"/>
                <a:gd name="T17" fmla="*/ 72 h 72"/>
                <a:gd name="T18" fmla="*/ 21 w 70"/>
                <a:gd name="T19" fmla="*/ 68 h 72"/>
                <a:gd name="T20" fmla="*/ 9 w 70"/>
                <a:gd name="T21" fmla="*/ 61 h 72"/>
                <a:gd name="T22" fmla="*/ 2 w 70"/>
                <a:gd name="T23" fmla="*/ 49 h 72"/>
                <a:gd name="T24" fmla="*/ 0 w 70"/>
                <a:gd name="T25" fmla="*/ 36 h 72"/>
                <a:gd name="T26" fmla="*/ 2 w 70"/>
                <a:gd name="T27" fmla="*/ 22 h 72"/>
                <a:gd name="T28" fmla="*/ 9 w 70"/>
                <a:gd name="T29" fmla="*/ 11 h 72"/>
                <a:gd name="T30" fmla="*/ 21 w 70"/>
                <a:gd name="T31" fmla="*/ 3 h 72"/>
                <a:gd name="T32" fmla="*/ 34 w 70"/>
                <a:gd name="T33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0" h="72">
                  <a:moveTo>
                    <a:pt x="34" y="0"/>
                  </a:moveTo>
                  <a:lnTo>
                    <a:pt x="49" y="3"/>
                  </a:lnTo>
                  <a:lnTo>
                    <a:pt x="59" y="11"/>
                  </a:lnTo>
                  <a:lnTo>
                    <a:pt x="68" y="22"/>
                  </a:lnTo>
                  <a:lnTo>
                    <a:pt x="70" y="36"/>
                  </a:lnTo>
                  <a:lnTo>
                    <a:pt x="68" y="49"/>
                  </a:lnTo>
                  <a:lnTo>
                    <a:pt x="59" y="61"/>
                  </a:lnTo>
                  <a:lnTo>
                    <a:pt x="49" y="68"/>
                  </a:lnTo>
                  <a:lnTo>
                    <a:pt x="34" y="72"/>
                  </a:lnTo>
                  <a:lnTo>
                    <a:pt x="21" y="68"/>
                  </a:lnTo>
                  <a:lnTo>
                    <a:pt x="9" y="61"/>
                  </a:lnTo>
                  <a:lnTo>
                    <a:pt x="2" y="49"/>
                  </a:lnTo>
                  <a:lnTo>
                    <a:pt x="0" y="36"/>
                  </a:lnTo>
                  <a:lnTo>
                    <a:pt x="2" y="22"/>
                  </a:lnTo>
                  <a:lnTo>
                    <a:pt x="9" y="11"/>
                  </a:lnTo>
                  <a:lnTo>
                    <a:pt x="21" y="3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7" name="Freeform 266">
              <a:extLst>
                <a:ext uri="{FF2B5EF4-FFF2-40B4-BE49-F238E27FC236}">
                  <a16:creationId xmlns:a16="http://schemas.microsoft.com/office/drawing/2014/main" id="{22F74452-8E6B-F06B-F772-6517CCDF2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" y="696"/>
              <a:ext cx="129" cy="56"/>
            </a:xfrm>
            <a:custGeom>
              <a:avLst/>
              <a:gdLst>
                <a:gd name="T0" fmla="*/ 202 w 386"/>
                <a:gd name="T1" fmla="*/ 0 h 168"/>
                <a:gd name="T2" fmla="*/ 239 w 386"/>
                <a:gd name="T3" fmla="*/ 2 h 168"/>
                <a:gd name="T4" fmla="*/ 270 w 386"/>
                <a:gd name="T5" fmla="*/ 7 h 168"/>
                <a:gd name="T6" fmla="*/ 297 w 386"/>
                <a:gd name="T7" fmla="*/ 15 h 168"/>
                <a:gd name="T8" fmla="*/ 320 w 386"/>
                <a:gd name="T9" fmla="*/ 26 h 168"/>
                <a:gd name="T10" fmla="*/ 339 w 386"/>
                <a:gd name="T11" fmla="*/ 38 h 168"/>
                <a:gd name="T12" fmla="*/ 354 w 386"/>
                <a:gd name="T13" fmla="*/ 52 h 168"/>
                <a:gd name="T14" fmla="*/ 366 w 386"/>
                <a:gd name="T15" fmla="*/ 68 h 168"/>
                <a:gd name="T16" fmla="*/ 376 w 386"/>
                <a:gd name="T17" fmla="*/ 83 h 168"/>
                <a:gd name="T18" fmla="*/ 382 w 386"/>
                <a:gd name="T19" fmla="*/ 99 h 168"/>
                <a:gd name="T20" fmla="*/ 385 w 386"/>
                <a:gd name="T21" fmla="*/ 113 h 168"/>
                <a:gd name="T22" fmla="*/ 386 w 386"/>
                <a:gd name="T23" fmla="*/ 128 h 168"/>
                <a:gd name="T24" fmla="*/ 385 w 386"/>
                <a:gd name="T25" fmla="*/ 141 h 168"/>
                <a:gd name="T26" fmla="*/ 383 w 386"/>
                <a:gd name="T27" fmla="*/ 151 h 168"/>
                <a:gd name="T28" fmla="*/ 379 w 386"/>
                <a:gd name="T29" fmla="*/ 161 h 168"/>
                <a:gd name="T30" fmla="*/ 374 w 386"/>
                <a:gd name="T31" fmla="*/ 166 h 168"/>
                <a:gd name="T32" fmla="*/ 368 w 386"/>
                <a:gd name="T33" fmla="*/ 168 h 168"/>
                <a:gd name="T34" fmla="*/ 363 w 386"/>
                <a:gd name="T35" fmla="*/ 167 h 168"/>
                <a:gd name="T36" fmla="*/ 323 w 386"/>
                <a:gd name="T37" fmla="*/ 149 h 168"/>
                <a:gd name="T38" fmla="*/ 286 w 386"/>
                <a:gd name="T39" fmla="*/ 136 h 168"/>
                <a:gd name="T40" fmla="*/ 252 w 386"/>
                <a:gd name="T41" fmla="*/ 128 h 168"/>
                <a:gd name="T42" fmla="*/ 221 w 386"/>
                <a:gd name="T43" fmla="*/ 123 h 168"/>
                <a:gd name="T44" fmla="*/ 192 w 386"/>
                <a:gd name="T45" fmla="*/ 123 h 168"/>
                <a:gd name="T46" fmla="*/ 166 w 386"/>
                <a:gd name="T47" fmla="*/ 125 h 168"/>
                <a:gd name="T48" fmla="*/ 142 w 386"/>
                <a:gd name="T49" fmla="*/ 129 h 168"/>
                <a:gd name="T50" fmla="*/ 120 w 386"/>
                <a:gd name="T51" fmla="*/ 135 h 168"/>
                <a:gd name="T52" fmla="*/ 100 w 386"/>
                <a:gd name="T53" fmla="*/ 141 h 168"/>
                <a:gd name="T54" fmla="*/ 82 w 386"/>
                <a:gd name="T55" fmla="*/ 147 h 168"/>
                <a:gd name="T56" fmla="*/ 65 w 386"/>
                <a:gd name="T57" fmla="*/ 153 h 168"/>
                <a:gd name="T58" fmla="*/ 50 w 386"/>
                <a:gd name="T59" fmla="*/ 157 h 168"/>
                <a:gd name="T60" fmla="*/ 35 w 386"/>
                <a:gd name="T61" fmla="*/ 160 h 168"/>
                <a:gd name="T62" fmla="*/ 22 w 386"/>
                <a:gd name="T63" fmla="*/ 159 h 168"/>
                <a:gd name="T64" fmla="*/ 11 w 386"/>
                <a:gd name="T65" fmla="*/ 155 h 168"/>
                <a:gd name="T66" fmla="*/ 4 w 386"/>
                <a:gd name="T67" fmla="*/ 150 h 168"/>
                <a:gd name="T68" fmla="*/ 1 w 386"/>
                <a:gd name="T69" fmla="*/ 141 h 168"/>
                <a:gd name="T70" fmla="*/ 0 w 386"/>
                <a:gd name="T71" fmla="*/ 130 h 168"/>
                <a:gd name="T72" fmla="*/ 1 w 386"/>
                <a:gd name="T73" fmla="*/ 117 h 168"/>
                <a:gd name="T74" fmla="*/ 4 w 386"/>
                <a:gd name="T75" fmla="*/ 102 h 168"/>
                <a:gd name="T76" fmla="*/ 11 w 386"/>
                <a:gd name="T77" fmla="*/ 87 h 168"/>
                <a:gd name="T78" fmla="*/ 22 w 386"/>
                <a:gd name="T79" fmla="*/ 71 h 168"/>
                <a:gd name="T80" fmla="*/ 36 w 386"/>
                <a:gd name="T81" fmla="*/ 56 h 168"/>
                <a:gd name="T82" fmla="*/ 53 w 386"/>
                <a:gd name="T83" fmla="*/ 40 h 168"/>
                <a:gd name="T84" fmla="*/ 75 w 386"/>
                <a:gd name="T85" fmla="*/ 27 h 168"/>
                <a:gd name="T86" fmla="*/ 100 w 386"/>
                <a:gd name="T87" fmla="*/ 16 h 168"/>
                <a:gd name="T88" fmla="*/ 129 w 386"/>
                <a:gd name="T89" fmla="*/ 8 h 168"/>
                <a:gd name="T90" fmla="*/ 164 w 386"/>
                <a:gd name="T91" fmla="*/ 2 h 168"/>
                <a:gd name="T92" fmla="*/ 202 w 386"/>
                <a:gd name="T93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86" h="168">
                  <a:moveTo>
                    <a:pt x="202" y="0"/>
                  </a:moveTo>
                  <a:lnTo>
                    <a:pt x="239" y="2"/>
                  </a:lnTo>
                  <a:lnTo>
                    <a:pt x="270" y="7"/>
                  </a:lnTo>
                  <a:lnTo>
                    <a:pt x="297" y="15"/>
                  </a:lnTo>
                  <a:lnTo>
                    <a:pt x="320" y="26"/>
                  </a:lnTo>
                  <a:lnTo>
                    <a:pt x="339" y="38"/>
                  </a:lnTo>
                  <a:lnTo>
                    <a:pt x="354" y="52"/>
                  </a:lnTo>
                  <a:lnTo>
                    <a:pt x="366" y="68"/>
                  </a:lnTo>
                  <a:lnTo>
                    <a:pt x="376" y="83"/>
                  </a:lnTo>
                  <a:lnTo>
                    <a:pt x="382" y="99"/>
                  </a:lnTo>
                  <a:lnTo>
                    <a:pt x="385" y="113"/>
                  </a:lnTo>
                  <a:lnTo>
                    <a:pt x="386" y="128"/>
                  </a:lnTo>
                  <a:lnTo>
                    <a:pt x="385" y="141"/>
                  </a:lnTo>
                  <a:lnTo>
                    <a:pt x="383" y="151"/>
                  </a:lnTo>
                  <a:lnTo>
                    <a:pt x="379" y="161"/>
                  </a:lnTo>
                  <a:lnTo>
                    <a:pt x="374" y="166"/>
                  </a:lnTo>
                  <a:lnTo>
                    <a:pt x="368" y="168"/>
                  </a:lnTo>
                  <a:lnTo>
                    <a:pt x="363" y="167"/>
                  </a:lnTo>
                  <a:lnTo>
                    <a:pt x="323" y="149"/>
                  </a:lnTo>
                  <a:lnTo>
                    <a:pt x="286" y="136"/>
                  </a:lnTo>
                  <a:lnTo>
                    <a:pt x="252" y="128"/>
                  </a:lnTo>
                  <a:lnTo>
                    <a:pt x="221" y="123"/>
                  </a:lnTo>
                  <a:lnTo>
                    <a:pt x="192" y="123"/>
                  </a:lnTo>
                  <a:lnTo>
                    <a:pt x="166" y="125"/>
                  </a:lnTo>
                  <a:lnTo>
                    <a:pt x="142" y="129"/>
                  </a:lnTo>
                  <a:lnTo>
                    <a:pt x="120" y="135"/>
                  </a:lnTo>
                  <a:lnTo>
                    <a:pt x="100" y="141"/>
                  </a:lnTo>
                  <a:lnTo>
                    <a:pt x="82" y="147"/>
                  </a:lnTo>
                  <a:lnTo>
                    <a:pt x="65" y="153"/>
                  </a:lnTo>
                  <a:lnTo>
                    <a:pt x="50" y="157"/>
                  </a:lnTo>
                  <a:lnTo>
                    <a:pt x="35" y="160"/>
                  </a:lnTo>
                  <a:lnTo>
                    <a:pt x="22" y="159"/>
                  </a:lnTo>
                  <a:lnTo>
                    <a:pt x="11" y="155"/>
                  </a:lnTo>
                  <a:lnTo>
                    <a:pt x="4" y="150"/>
                  </a:lnTo>
                  <a:lnTo>
                    <a:pt x="1" y="141"/>
                  </a:lnTo>
                  <a:lnTo>
                    <a:pt x="0" y="130"/>
                  </a:lnTo>
                  <a:lnTo>
                    <a:pt x="1" y="117"/>
                  </a:lnTo>
                  <a:lnTo>
                    <a:pt x="4" y="102"/>
                  </a:lnTo>
                  <a:lnTo>
                    <a:pt x="11" y="87"/>
                  </a:lnTo>
                  <a:lnTo>
                    <a:pt x="22" y="71"/>
                  </a:lnTo>
                  <a:lnTo>
                    <a:pt x="36" y="56"/>
                  </a:lnTo>
                  <a:lnTo>
                    <a:pt x="53" y="40"/>
                  </a:lnTo>
                  <a:lnTo>
                    <a:pt x="75" y="27"/>
                  </a:lnTo>
                  <a:lnTo>
                    <a:pt x="100" y="16"/>
                  </a:lnTo>
                  <a:lnTo>
                    <a:pt x="129" y="8"/>
                  </a:lnTo>
                  <a:lnTo>
                    <a:pt x="164" y="2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4C2D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8" name="Freeform 267">
              <a:extLst>
                <a:ext uri="{FF2B5EF4-FFF2-40B4-BE49-F238E27FC236}">
                  <a16:creationId xmlns:a16="http://schemas.microsoft.com/office/drawing/2014/main" id="{6596F978-38AF-03BA-9835-65011886D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8" y="812"/>
              <a:ext cx="79" cy="87"/>
            </a:xfrm>
            <a:custGeom>
              <a:avLst/>
              <a:gdLst>
                <a:gd name="T0" fmla="*/ 118 w 237"/>
                <a:gd name="T1" fmla="*/ 0 h 261"/>
                <a:gd name="T2" fmla="*/ 145 w 237"/>
                <a:gd name="T3" fmla="*/ 4 h 261"/>
                <a:gd name="T4" fmla="*/ 170 w 237"/>
                <a:gd name="T5" fmla="*/ 13 h 261"/>
                <a:gd name="T6" fmla="*/ 192 w 237"/>
                <a:gd name="T7" fmla="*/ 29 h 261"/>
                <a:gd name="T8" fmla="*/ 211 w 237"/>
                <a:gd name="T9" fmla="*/ 49 h 261"/>
                <a:gd name="T10" fmla="*/ 224 w 237"/>
                <a:gd name="T11" fmla="*/ 73 h 261"/>
                <a:gd name="T12" fmla="*/ 233 w 237"/>
                <a:gd name="T13" fmla="*/ 101 h 261"/>
                <a:gd name="T14" fmla="*/ 237 w 237"/>
                <a:gd name="T15" fmla="*/ 131 h 261"/>
                <a:gd name="T16" fmla="*/ 233 w 237"/>
                <a:gd name="T17" fmla="*/ 160 h 261"/>
                <a:gd name="T18" fmla="*/ 224 w 237"/>
                <a:gd name="T19" fmla="*/ 188 h 261"/>
                <a:gd name="T20" fmla="*/ 211 w 237"/>
                <a:gd name="T21" fmla="*/ 212 h 261"/>
                <a:gd name="T22" fmla="*/ 192 w 237"/>
                <a:gd name="T23" fmla="*/ 232 h 261"/>
                <a:gd name="T24" fmla="*/ 170 w 237"/>
                <a:gd name="T25" fmla="*/ 248 h 261"/>
                <a:gd name="T26" fmla="*/ 145 w 237"/>
                <a:gd name="T27" fmla="*/ 257 h 261"/>
                <a:gd name="T28" fmla="*/ 118 w 237"/>
                <a:gd name="T29" fmla="*/ 261 h 261"/>
                <a:gd name="T30" fmla="*/ 91 w 237"/>
                <a:gd name="T31" fmla="*/ 257 h 261"/>
                <a:gd name="T32" fmla="*/ 67 w 237"/>
                <a:gd name="T33" fmla="*/ 248 h 261"/>
                <a:gd name="T34" fmla="*/ 44 w 237"/>
                <a:gd name="T35" fmla="*/ 232 h 261"/>
                <a:gd name="T36" fmla="*/ 26 w 237"/>
                <a:gd name="T37" fmla="*/ 212 h 261"/>
                <a:gd name="T38" fmla="*/ 12 w 237"/>
                <a:gd name="T39" fmla="*/ 188 h 261"/>
                <a:gd name="T40" fmla="*/ 3 w 237"/>
                <a:gd name="T41" fmla="*/ 160 h 261"/>
                <a:gd name="T42" fmla="*/ 0 w 237"/>
                <a:gd name="T43" fmla="*/ 131 h 261"/>
                <a:gd name="T44" fmla="*/ 3 w 237"/>
                <a:gd name="T45" fmla="*/ 101 h 261"/>
                <a:gd name="T46" fmla="*/ 12 w 237"/>
                <a:gd name="T47" fmla="*/ 73 h 261"/>
                <a:gd name="T48" fmla="*/ 26 w 237"/>
                <a:gd name="T49" fmla="*/ 49 h 261"/>
                <a:gd name="T50" fmla="*/ 44 w 237"/>
                <a:gd name="T51" fmla="*/ 29 h 261"/>
                <a:gd name="T52" fmla="*/ 67 w 237"/>
                <a:gd name="T53" fmla="*/ 13 h 261"/>
                <a:gd name="T54" fmla="*/ 91 w 237"/>
                <a:gd name="T55" fmla="*/ 4 h 261"/>
                <a:gd name="T56" fmla="*/ 118 w 237"/>
                <a:gd name="T57" fmla="*/ 0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7" h="261">
                  <a:moveTo>
                    <a:pt x="118" y="0"/>
                  </a:moveTo>
                  <a:lnTo>
                    <a:pt x="145" y="4"/>
                  </a:lnTo>
                  <a:lnTo>
                    <a:pt x="170" y="13"/>
                  </a:lnTo>
                  <a:lnTo>
                    <a:pt x="192" y="29"/>
                  </a:lnTo>
                  <a:lnTo>
                    <a:pt x="211" y="49"/>
                  </a:lnTo>
                  <a:lnTo>
                    <a:pt x="224" y="73"/>
                  </a:lnTo>
                  <a:lnTo>
                    <a:pt x="233" y="101"/>
                  </a:lnTo>
                  <a:lnTo>
                    <a:pt x="237" y="131"/>
                  </a:lnTo>
                  <a:lnTo>
                    <a:pt x="233" y="160"/>
                  </a:lnTo>
                  <a:lnTo>
                    <a:pt x="224" y="188"/>
                  </a:lnTo>
                  <a:lnTo>
                    <a:pt x="211" y="212"/>
                  </a:lnTo>
                  <a:lnTo>
                    <a:pt x="192" y="232"/>
                  </a:lnTo>
                  <a:lnTo>
                    <a:pt x="170" y="248"/>
                  </a:lnTo>
                  <a:lnTo>
                    <a:pt x="145" y="257"/>
                  </a:lnTo>
                  <a:lnTo>
                    <a:pt x="118" y="261"/>
                  </a:lnTo>
                  <a:lnTo>
                    <a:pt x="91" y="257"/>
                  </a:lnTo>
                  <a:lnTo>
                    <a:pt x="67" y="248"/>
                  </a:lnTo>
                  <a:lnTo>
                    <a:pt x="44" y="232"/>
                  </a:lnTo>
                  <a:lnTo>
                    <a:pt x="26" y="212"/>
                  </a:lnTo>
                  <a:lnTo>
                    <a:pt x="12" y="188"/>
                  </a:lnTo>
                  <a:lnTo>
                    <a:pt x="3" y="160"/>
                  </a:lnTo>
                  <a:lnTo>
                    <a:pt x="0" y="131"/>
                  </a:lnTo>
                  <a:lnTo>
                    <a:pt x="3" y="101"/>
                  </a:lnTo>
                  <a:lnTo>
                    <a:pt x="12" y="73"/>
                  </a:lnTo>
                  <a:lnTo>
                    <a:pt x="26" y="49"/>
                  </a:lnTo>
                  <a:lnTo>
                    <a:pt x="44" y="29"/>
                  </a:lnTo>
                  <a:lnTo>
                    <a:pt x="67" y="13"/>
                  </a:lnTo>
                  <a:lnTo>
                    <a:pt x="91" y="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rgbClr val="3B25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Freeform 268">
              <a:extLst>
                <a:ext uri="{FF2B5EF4-FFF2-40B4-BE49-F238E27FC236}">
                  <a16:creationId xmlns:a16="http://schemas.microsoft.com/office/drawing/2014/main" id="{5AD39021-39F5-5444-10AE-E9E3F5450E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" y="824"/>
              <a:ext cx="24" cy="24"/>
            </a:xfrm>
            <a:custGeom>
              <a:avLst/>
              <a:gdLst>
                <a:gd name="T0" fmla="*/ 36 w 71"/>
                <a:gd name="T1" fmla="*/ 0 h 72"/>
                <a:gd name="T2" fmla="*/ 49 w 71"/>
                <a:gd name="T3" fmla="*/ 3 h 72"/>
                <a:gd name="T4" fmla="*/ 61 w 71"/>
                <a:gd name="T5" fmla="*/ 11 h 72"/>
                <a:gd name="T6" fmla="*/ 68 w 71"/>
                <a:gd name="T7" fmla="*/ 22 h 72"/>
                <a:gd name="T8" fmla="*/ 71 w 71"/>
                <a:gd name="T9" fmla="*/ 36 h 72"/>
                <a:gd name="T10" fmla="*/ 68 w 71"/>
                <a:gd name="T11" fmla="*/ 49 h 72"/>
                <a:gd name="T12" fmla="*/ 61 w 71"/>
                <a:gd name="T13" fmla="*/ 61 h 72"/>
                <a:gd name="T14" fmla="*/ 49 w 71"/>
                <a:gd name="T15" fmla="*/ 68 h 72"/>
                <a:gd name="T16" fmla="*/ 36 w 71"/>
                <a:gd name="T17" fmla="*/ 72 h 72"/>
                <a:gd name="T18" fmla="*/ 21 w 71"/>
                <a:gd name="T19" fmla="*/ 68 h 72"/>
                <a:gd name="T20" fmla="*/ 11 w 71"/>
                <a:gd name="T21" fmla="*/ 61 h 72"/>
                <a:gd name="T22" fmla="*/ 4 w 71"/>
                <a:gd name="T23" fmla="*/ 49 h 72"/>
                <a:gd name="T24" fmla="*/ 0 w 71"/>
                <a:gd name="T25" fmla="*/ 36 h 72"/>
                <a:gd name="T26" fmla="*/ 4 w 71"/>
                <a:gd name="T27" fmla="*/ 22 h 72"/>
                <a:gd name="T28" fmla="*/ 11 w 71"/>
                <a:gd name="T29" fmla="*/ 11 h 72"/>
                <a:gd name="T30" fmla="*/ 21 w 71"/>
                <a:gd name="T31" fmla="*/ 3 h 72"/>
                <a:gd name="T32" fmla="*/ 36 w 71"/>
                <a:gd name="T33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1" h="72">
                  <a:moveTo>
                    <a:pt x="36" y="0"/>
                  </a:moveTo>
                  <a:lnTo>
                    <a:pt x="49" y="3"/>
                  </a:lnTo>
                  <a:lnTo>
                    <a:pt x="61" y="11"/>
                  </a:lnTo>
                  <a:lnTo>
                    <a:pt x="68" y="22"/>
                  </a:lnTo>
                  <a:lnTo>
                    <a:pt x="71" y="36"/>
                  </a:lnTo>
                  <a:lnTo>
                    <a:pt x="68" y="49"/>
                  </a:lnTo>
                  <a:lnTo>
                    <a:pt x="61" y="61"/>
                  </a:lnTo>
                  <a:lnTo>
                    <a:pt x="49" y="68"/>
                  </a:lnTo>
                  <a:lnTo>
                    <a:pt x="36" y="72"/>
                  </a:lnTo>
                  <a:lnTo>
                    <a:pt x="21" y="68"/>
                  </a:lnTo>
                  <a:lnTo>
                    <a:pt x="11" y="61"/>
                  </a:lnTo>
                  <a:lnTo>
                    <a:pt x="4" y="49"/>
                  </a:lnTo>
                  <a:lnTo>
                    <a:pt x="0" y="36"/>
                  </a:lnTo>
                  <a:lnTo>
                    <a:pt x="4" y="22"/>
                  </a:lnTo>
                  <a:lnTo>
                    <a:pt x="11" y="11"/>
                  </a:lnTo>
                  <a:lnTo>
                    <a:pt x="21" y="3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0" name="Freeform 269">
              <a:extLst>
                <a:ext uri="{FF2B5EF4-FFF2-40B4-BE49-F238E27FC236}">
                  <a16:creationId xmlns:a16="http://schemas.microsoft.com/office/drawing/2014/main" id="{47D6F134-40B7-6AB7-2025-16C4601EA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1" y="696"/>
              <a:ext cx="129" cy="56"/>
            </a:xfrm>
            <a:custGeom>
              <a:avLst/>
              <a:gdLst>
                <a:gd name="T0" fmla="*/ 184 w 387"/>
                <a:gd name="T1" fmla="*/ 0 h 168"/>
                <a:gd name="T2" fmla="*/ 223 w 387"/>
                <a:gd name="T3" fmla="*/ 2 h 168"/>
                <a:gd name="T4" fmla="*/ 256 w 387"/>
                <a:gd name="T5" fmla="*/ 8 h 168"/>
                <a:gd name="T6" fmla="*/ 286 w 387"/>
                <a:gd name="T7" fmla="*/ 16 h 168"/>
                <a:gd name="T8" fmla="*/ 311 w 387"/>
                <a:gd name="T9" fmla="*/ 27 h 168"/>
                <a:gd name="T10" fmla="*/ 332 w 387"/>
                <a:gd name="T11" fmla="*/ 40 h 168"/>
                <a:gd name="T12" fmla="*/ 350 w 387"/>
                <a:gd name="T13" fmla="*/ 56 h 168"/>
                <a:gd name="T14" fmla="*/ 363 w 387"/>
                <a:gd name="T15" fmla="*/ 71 h 168"/>
                <a:gd name="T16" fmla="*/ 374 w 387"/>
                <a:gd name="T17" fmla="*/ 87 h 168"/>
                <a:gd name="T18" fmla="*/ 381 w 387"/>
                <a:gd name="T19" fmla="*/ 102 h 168"/>
                <a:gd name="T20" fmla="*/ 386 w 387"/>
                <a:gd name="T21" fmla="*/ 117 h 168"/>
                <a:gd name="T22" fmla="*/ 387 w 387"/>
                <a:gd name="T23" fmla="*/ 130 h 168"/>
                <a:gd name="T24" fmla="*/ 384 w 387"/>
                <a:gd name="T25" fmla="*/ 141 h 168"/>
                <a:gd name="T26" fmla="*/ 381 w 387"/>
                <a:gd name="T27" fmla="*/ 150 h 168"/>
                <a:gd name="T28" fmla="*/ 375 w 387"/>
                <a:gd name="T29" fmla="*/ 155 h 168"/>
                <a:gd name="T30" fmla="*/ 363 w 387"/>
                <a:gd name="T31" fmla="*/ 159 h 168"/>
                <a:gd name="T32" fmla="*/ 350 w 387"/>
                <a:gd name="T33" fmla="*/ 160 h 168"/>
                <a:gd name="T34" fmla="*/ 337 w 387"/>
                <a:gd name="T35" fmla="*/ 157 h 168"/>
                <a:gd name="T36" fmla="*/ 321 w 387"/>
                <a:gd name="T37" fmla="*/ 153 h 168"/>
                <a:gd name="T38" fmla="*/ 305 w 387"/>
                <a:gd name="T39" fmla="*/ 147 h 168"/>
                <a:gd name="T40" fmla="*/ 286 w 387"/>
                <a:gd name="T41" fmla="*/ 141 h 168"/>
                <a:gd name="T42" fmla="*/ 265 w 387"/>
                <a:gd name="T43" fmla="*/ 135 h 168"/>
                <a:gd name="T44" fmla="*/ 244 w 387"/>
                <a:gd name="T45" fmla="*/ 129 h 168"/>
                <a:gd name="T46" fmla="*/ 220 w 387"/>
                <a:gd name="T47" fmla="*/ 125 h 168"/>
                <a:gd name="T48" fmla="*/ 194 w 387"/>
                <a:gd name="T49" fmla="*/ 123 h 168"/>
                <a:gd name="T50" fmla="*/ 164 w 387"/>
                <a:gd name="T51" fmla="*/ 123 h 168"/>
                <a:gd name="T52" fmla="*/ 133 w 387"/>
                <a:gd name="T53" fmla="*/ 128 h 168"/>
                <a:gd name="T54" fmla="*/ 100 w 387"/>
                <a:gd name="T55" fmla="*/ 136 h 168"/>
                <a:gd name="T56" fmla="*/ 63 w 387"/>
                <a:gd name="T57" fmla="*/ 149 h 168"/>
                <a:gd name="T58" fmla="*/ 24 w 387"/>
                <a:gd name="T59" fmla="*/ 167 h 168"/>
                <a:gd name="T60" fmla="*/ 17 w 387"/>
                <a:gd name="T61" fmla="*/ 168 h 168"/>
                <a:gd name="T62" fmla="*/ 11 w 387"/>
                <a:gd name="T63" fmla="*/ 166 h 168"/>
                <a:gd name="T64" fmla="*/ 6 w 387"/>
                <a:gd name="T65" fmla="*/ 161 h 168"/>
                <a:gd name="T66" fmla="*/ 2 w 387"/>
                <a:gd name="T67" fmla="*/ 151 h 168"/>
                <a:gd name="T68" fmla="*/ 0 w 387"/>
                <a:gd name="T69" fmla="*/ 141 h 168"/>
                <a:gd name="T70" fmla="*/ 0 w 387"/>
                <a:gd name="T71" fmla="*/ 128 h 168"/>
                <a:gd name="T72" fmla="*/ 1 w 387"/>
                <a:gd name="T73" fmla="*/ 113 h 168"/>
                <a:gd name="T74" fmla="*/ 5 w 387"/>
                <a:gd name="T75" fmla="*/ 99 h 168"/>
                <a:gd name="T76" fmla="*/ 11 w 387"/>
                <a:gd name="T77" fmla="*/ 83 h 168"/>
                <a:gd name="T78" fmla="*/ 19 w 387"/>
                <a:gd name="T79" fmla="*/ 68 h 168"/>
                <a:gd name="T80" fmla="*/ 31 w 387"/>
                <a:gd name="T81" fmla="*/ 52 h 168"/>
                <a:gd name="T82" fmla="*/ 46 w 387"/>
                <a:gd name="T83" fmla="*/ 38 h 168"/>
                <a:gd name="T84" fmla="*/ 65 w 387"/>
                <a:gd name="T85" fmla="*/ 26 h 168"/>
                <a:gd name="T86" fmla="*/ 89 w 387"/>
                <a:gd name="T87" fmla="*/ 15 h 168"/>
                <a:gd name="T88" fmla="*/ 115 w 387"/>
                <a:gd name="T89" fmla="*/ 7 h 168"/>
                <a:gd name="T90" fmla="*/ 148 w 387"/>
                <a:gd name="T91" fmla="*/ 2 h 168"/>
                <a:gd name="T92" fmla="*/ 184 w 387"/>
                <a:gd name="T93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87" h="168">
                  <a:moveTo>
                    <a:pt x="184" y="0"/>
                  </a:moveTo>
                  <a:lnTo>
                    <a:pt x="223" y="2"/>
                  </a:lnTo>
                  <a:lnTo>
                    <a:pt x="256" y="8"/>
                  </a:lnTo>
                  <a:lnTo>
                    <a:pt x="286" y="16"/>
                  </a:lnTo>
                  <a:lnTo>
                    <a:pt x="311" y="27"/>
                  </a:lnTo>
                  <a:lnTo>
                    <a:pt x="332" y="40"/>
                  </a:lnTo>
                  <a:lnTo>
                    <a:pt x="350" y="56"/>
                  </a:lnTo>
                  <a:lnTo>
                    <a:pt x="363" y="71"/>
                  </a:lnTo>
                  <a:lnTo>
                    <a:pt x="374" y="87"/>
                  </a:lnTo>
                  <a:lnTo>
                    <a:pt x="381" y="102"/>
                  </a:lnTo>
                  <a:lnTo>
                    <a:pt x="386" y="117"/>
                  </a:lnTo>
                  <a:lnTo>
                    <a:pt x="387" y="130"/>
                  </a:lnTo>
                  <a:lnTo>
                    <a:pt x="384" y="141"/>
                  </a:lnTo>
                  <a:lnTo>
                    <a:pt x="381" y="150"/>
                  </a:lnTo>
                  <a:lnTo>
                    <a:pt x="375" y="155"/>
                  </a:lnTo>
                  <a:lnTo>
                    <a:pt x="363" y="159"/>
                  </a:lnTo>
                  <a:lnTo>
                    <a:pt x="350" y="160"/>
                  </a:lnTo>
                  <a:lnTo>
                    <a:pt x="337" y="157"/>
                  </a:lnTo>
                  <a:lnTo>
                    <a:pt x="321" y="153"/>
                  </a:lnTo>
                  <a:lnTo>
                    <a:pt x="305" y="147"/>
                  </a:lnTo>
                  <a:lnTo>
                    <a:pt x="286" y="141"/>
                  </a:lnTo>
                  <a:lnTo>
                    <a:pt x="265" y="135"/>
                  </a:lnTo>
                  <a:lnTo>
                    <a:pt x="244" y="129"/>
                  </a:lnTo>
                  <a:lnTo>
                    <a:pt x="220" y="125"/>
                  </a:lnTo>
                  <a:lnTo>
                    <a:pt x="194" y="123"/>
                  </a:lnTo>
                  <a:lnTo>
                    <a:pt x="164" y="123"/>
                  </a:lnTo>
                  <a:lnTo>
                    <a:pt x="133" y="128"/>
                  </a:lnTo>
                  <a:lnTo>
                    <a:pt x="100" y="136"/>
                  </a:lnTo>
                  <a:lnTo>
                    <a:pt x="63" y="149"/>
                  </a:lnTo>
                  <a:lnTo>
                    <a:pt x="24" y="167"/>
                  </a:lnTo>
                  <a:lnTo>
                    <a:pt x="17" y="168"/>
                  </a:lnTo>
                  <a:lnTo>
                    <a:pt x="11" y="166"/>
                  </a:lnTo>
                  <a:lnTo>
                    <a:pt x="6" y="161"/>
                  </a:lnTo>
                  <a:lnTo>
                    <a:pt x="2" y="151"/>
                  </a:lnTo>
                  <a:lnTo>
                    <a:pt x="0" y="141"/>
                  </a:lnTo>
                  <a:lnTo>
                    <a:pt x="0" y="128"/>
                  </a:lnTo>
                  <a:lnTo>
                    <a:pt x="1" y="113"/>
                  </a:lnTo>
                  <a:lnTo>
                    <a:pt x="5" y="99"/>
                  </a:lnTo>
                  <a:lnTo>
                    <a:pt x="11" y="83"/>
                  </a:lnTo>
                  <a:lnTo>
                    <a:pt x="19" y="68"/>
                  </a:lnTo>
                  <a:lnTo>
                    <a:pt x="31" y="52"/>
                  </a:lnTo>
                  <a:lnTo>
                    <a:pt x="46" y="38"/>
                  </a:lnTo>
                  <a:lnTo>
                    <a:pt x="65" y="26"/>
                  </a:lnTo>
                  <a:lnTo>
                    <a:pt x="89" y="15"/>
                  </a:lnTo>
                  <a:lnTo>
                    <a:pt x="115" y="7"/>
                  </a:lnTo>
                  <a:lnTo>
                    <a:pt x="148" y="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4C2D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1" name="Freeform 270">
              <a:extLst>
                <a:ext uri="{FF2B5EF4-FFF2-40B4-BE49-F238E27FC236}">
                  <a16:creationId xmlns:a16="http://schemas.microsoft.com/office/drawing/2014/main" id="{8CE03593-58B7-22E5-948D-C3F0B34A8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3" y="989"/>
              <a:ext cx="125" cy="45"/>
            </a:xfrm>
            <a:custGeom>
              <a:avLst/>
              <a:gdLst>
                <a:gd name="T0" fmla="*/ 6 w 375"/>
                <a:gd name="T1" fmla="*/ 0 h 135"/>
                <a:gd name="T2" fmla="*/ 13 w 375"/>
                <a:gd name="T3" fmla="*/ 1 h 135"/>
                <a:gd name="T4" fmla="*/ 22 w 375"/>
                <a:gd name="T5" fmla="*/ 5 h 135"/>
                <a:gd name="T6" fmla="*/ 35 w 375"/>
                <a:gd name="T7" fmla="*/ 10 h 135"/>
                <a:gd name="T8" fmla="*/ 50 w 375"/>
                <a:gd name="T9" fmla="*/ 18 h 135"/>
                <a:gd name="T10" fmla="*/ 67 w 375"/>
                <a:gd name="T11" fmla="*/ 27 h 135"/>
                <a:gd name="T12" fmla="*/ 87 w 375"/>
                <a:gd name="T13" fmla="*/ 36 h 135"/>
                <a:gd name="T14" fmla="*/ 109 w 375"/>
                <a:gd name="T15" fmla="*/ 44 h 135"/>
                <a:gd name="T16" fmla="*/ 133 w 375"/>
                <a:gd name="T17" fmla="*/ 50 h 135"/>
                <a:gd name="T18" fmla="*/ 159 w 375"/>
                <a:gd name="T19" fmla="*/ 55 h 135"/>
                <a:gd name="T20" fmla="*/ 188 w 375"/>
                <a:gd name="T21" fmla="*/ 57 h 135"/>
                <a:gd name="T22" fmla="*/ 215 w 375"/>
                <a:gd name="T23" fmla="*/ 55 h 135"/>
                <a:gd name="T24" fmla="*/ 242 w 375"/>
                <a:gd name="T25" fmla="*/ 50 h 135"/>
                <a:gd name="T26" fmla="*/ 266 w 375"/>
                <a:gd name="T27" fmla="*/ 44 h 135"/>
                <a:gd name="T28" fmla="*/ 288 w 375"/>
                <a:gd name="T29" fmla="*/ 36 h 135"/>
                <a:gd name="T30" fmla="*/ 308 w 375"/>
                <a:gd name="T31" fmla="*/ 27 h 135"/>
                <a:gd name="T32" fmla="*/ 325 w 375"/>
                <a:gd name="T33" fmla="*/ 18 h 135"/>
                <a:gd name="T34" fmla="*/ 340 w 375"/>
                <a:gd name="T35" fmla="*/ 10 h 135"/>
                <a:gd name="T36" fmla="*/ 352 w 375"/>
                <a:gd name="T37" fmla="*/ 5 h 135"/>
                <a:gd name="T38" fmla="*/ 361 w 375"/>
                <a:gd name="T39" fmla="*/ 1 h 135"/>
                <a:gd name="T40" fmla="*/ 369 w 375"/>
                <a:gd name="T41" fmla="*/ 0 h 135"/>
                <a:gd name="T42" fmla="*/ 373 w 375"/>
                <a:gd name="T43" fmla="*/ 3 h 135"/>
                <a:gd name="T44" fmla="*/ 375 w 375"/>
                <a:gd name="T45" fmla="*/ 12 h 135"/>
                <a:gd name="T46" fmla="*/ 373 w 375"/>
                <a:gd name="T47" fmla="*/ 22 h 135"/>
                <a:gd name="T48" fmla="*/ 371 w 375"/>
                <a:gd name="T49" fmla="*/ 36 h 135"/>
                <a:gd name="T50" fmla="*/ 367 w 375"/>
                <a:gd name="T51" fmla="*/ 49 h 135"/>
                <a:gd name="T52" fmla="*/ 360 w 375"/>
                <a:gd name="T53" fmla="*/ 62 h 135"/>
                <a:gd name="T54" fmla="*/ 351 w 375"/>
                <a:gd name="T55" fmla="*/ 76 h 135"/>
                <a:gd name="T56" fmla="*/ 339 w 375"/>
                <a:gd name="T57" fmla="*/ 89 h 135"/>
                <a:gd name="T58" fmla="*/ 323 w 375"/>
                <a:gd name="T59" fmla="*/ 101 h 135"/>
                <a:gd name="T60" fmla="*/ 304 w 375"/>
                <a:gd name="T61" fmla="*/ 112 h 135"/>
                <a:gd name="T62" fmla="*/ 282 w 375"/>
                <a:gd name="T63" fmla="*/ 122 h 135"/>
                <a:gd name="T64" fmla="*/ 254 w 375"/>
                <a:gd name="T65" fmla="*/ 129 h 135"/>
                <a:gd name="T66" fmla="*/ 223 w 375"/>
                <a:gd name="T67" fmla="*/ 132 h 135"/>
                <a:gd name="T68" fmla="*/ 188 w 375"/>
                <a:gd name="T69" fmla="*/ 135 h 135"/>
                <a:gd name="T70" fmla="*/ 152 w 375"/>
                <a:gd name="T71" fmla="*/ 132 h 135"/>
                <a:gd name="T72" fmla="*/ 120 w 375"/>
                <a:gd name="T73" fmla="*/ 129 h 135"/>
                <a:gd name="T74" fmla="*/ 94 w 375"/>
                <a:gd name="T75" fmla="*/ 122 h 135"/>
                <a:gd name="T76" fmla="*/ 71 w 375"/>
                <a:gd name="T77" fmla="*/ 112 h 135"/>
                <a:gd name="T78" fmla="*/ 52 w 375"/>
                <a:gd name="T79" fmla="*/ 101 h 135"/>
                <a:gd name="T80" fmla="*/ 37 w 375"/>
                <a:gd name="T81" fmla="*/ 89 h 135"/>
                <a:gd name="T82" fmla="*/ 23 w 375"/>
                <a:gd name="T83" fmla="*/ 76 h 135"/>
                <a:gd name="T84" fmla="*/ 15 w 375"/>
                <a:gd name="T85" fmla="*/ 62 h 135"/>
                <a:gd name="T86" fmla="*/ 8 w 375"/>
                <a:gd name="T87" fmla="*/ 49 h 135"/>
                <a:gd name="T88" fmla="*/ 3 w 375"/>
                <a:gd name="T89" fmla="*/ 36 h 135"/>
                <a:gd name="T90" fmla="*/ 1 w 375"/>
                <a:gd name="T91" fmla="*/ 22 h 135"/>
                <a:gd name="T92" fmla="*/ 0 w 375"/>
                <a:gd name="T93" fmla="*/ 12 h 135"/>
                <a:gd name="T94" fmla="*/ 2 w 375"/>
                <a:gd name="T95" fmla="*/ 3 h 135"/>
                <a:gd name="T96" fmla="*/ 6 w 375"/>
                <a:gd name="T9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75" h="135">
                  <a:moveTo>
                    <a:pt x="6" y="0"/>
                  </a:moveTo>
                  <a:lnTo>
                    <a:pt x="13" y="1"/>
                  </a:lnTo>
                  <a:lnTo>
                    <a:pt x="22" y="5"/>
                  </a:lnTo>
                  <a:lnTo>
                    <a:pt x="35" y="10"/>
                  </a:lnTo>
                  <a:lnTo>
                    <a:pt x="50" y="18"/>
                  </a:lnTo>
                  <a:lnTo>
                    <a:pt x="67" y="27"/>
                  </a:lnTo>
                  <a:lnTo>
                    <a:pt x="87" y="36"/>
                  </a:lnTo>
                  <a:lnTo>
                    <a:pt x="109" y="44"/>
                  </a:lnTo>
                  <a:lnTo>
                    <a:pt x="133" y="50"/>
                  </a:lnTo>
                  <a:lnTo>
                    <a:pt x="159" y="55"/>
                  </a:lnTo>
                  <a:lnTo>
                    <a:pt x="188" y="57"/>
                  </a:lnTo>
                  <a:lnTo>
                    <a:pt x="215" y="55"/>
                  </a:lnTo>
                  <a:lnTo>
                    <a:pt x="242" y="50"/>
                  </a:lnTo>
                  <a:lnTo>
                    <a:pt x="266" y="44"/>
                  </a:lnTo>
                  <a:lnTo>
                    <a:pt x="288" y="36"/>
                  </a:lnTo>
                  <a:lnTo>
                    <a:pt x="308" y="27"/>
                  </a:lnTo>
                  <a:lnTo>
                    <a:pt x="325" y="18"/>
                  </a:lnTo>
                  <a:lnTo>
                    <a:pt x="340" y="10"/>
                  </a:lnTo>
                  <a:lnTo>
                    <a:pt x="352" y="5"/>
                  </a:lnTo>
                  <a:lnTo>
                    <a:pt x="361" y="1"/>
                  </a:lnTo>
                  <a:lnTo>
                    <a:pt x="369" y="0"/>
                  </a:lnTo>
                  <a:lnTo>
                    <a:pt x="373" y="3"/>
                  </a:lnTo>
                  <a:lnTo>
                    <a:pt x="375" y="12"/>
                  </a:lnTo>
                  <a:lnTo>
                    <a:pt x="373" y="22"/>
                  </a:lnTo>
                  <a:lnTo>
                    <a:pt x="371" y="36"/>
                  </a:lnTo>
                  <a:lnTo>
                    <a:pt x="367" y="49"/>
                  </a:lnTo>
                  <a:lnTo>
                    <a:pt x="360" y="62"/>
                  </a:lnTo>
                  <a:lnTo>
                    <a:pt x="351" y="76"/>
                  </a:lnTo>
                  <a:lnTo>
                    <a:pt x="339" y="89"/>
                  </a:lnTo>
                  <a:lnTo>
                    <a:pt x="323" y="101"/>
                  </a:lnTo>
                  <a:lnTo>
                    <a:pt x="304" y="112"/>
                  </a:lnTo>
                  <a:lnTo>
                    <a:pt x="282" y="122"/>
                  </a:lnTo>
                  <a:lnTo>
                    <a:pt x="254" y="129"/>
                  </a:lnTo>
                  <a:lnTo>
                    <a:pt x="223" y="132"/>
                  </a:lnTo>
                  <a:lnTo>
                    <a:pt x="188" y="135"/>
                  </a:lnTo>
                  <a:lnTo>
                    <a:pt x="152" y="132"/>
                  </a:lnTo>
                  <a:lnTo>
                    <a:pt x="120" y="129"/>
                  </a:lnTo>
                  <a:lnTo>
                    <a:pt x="94" y="122"/>
                  </a:lnTo>
                  <a:lnTo>
                    <a:pt x="71" y="112"/>
                  </a:lnTo>
                  <a:lnTo>
                    <a:pt x="52" y="101"/>
                  </a:lnTo>
                  <a:lnTo>
                    <a:pt x="37" y="89"/>
                  </a:lnTo>
                  <a:lnTo>
                    <a:pt x="23" y="76"/>
                  </a:lnTo>
                  <a:lnTo>
                    <a:pt x="15" y="62"/>
                  </a:lnTo>
                  <a:lnTo>
                    <a:pt x="8" y="49"/>
                  </a:lnTo>
                  <a:lnTo>
                    <a:pt x="3" y="36"/>
                  </a:lnTo>
                  <a:lnTo>
                    <a:pt x="1" y="22"/>
                  </a:lnTo>
                  <a:lnTo>
                    <a:pt x="0" y="12"/>
                  </a:lnTo>
                  <a:lnTo>
                    <a:pt x="2" y="3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Freeform 271">
              <a:extLst>
                <a:ext uri="{FF2B5EF4-FFF2-40B4-BE49-F238E27FC236}">
                  <a16:creationId xmlns:a16="http://schemas.microsoft.com/office/drawing/2014/main" id="{FC61A7FA-63C4-241B-1A3F-AC99FE9BB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3" y="1131"/>
              <a:ext cx="44" cy="16"/>
            </a:xfrm>
            <a:custGeom>
              <a:avLst/>
              <a:gdLst>
                <a:gd name="T0" fmla="*/ 3 w 130"/>
                <a:gd name="T1" fmla="*/ 0 h 47"/>
                <a:gd name="T2" fmla="*/ 6 w 130"/>
                <a:gd name="T3" fmla="*/ 0 h 47"/>
                <a:gd name="T4" fmla="*/ 13 w 130"/>
                <a:gd name="T5" fmla="*/ 4 h 47"/>
                <a:gd name="T6" fmla="*/ 23 w 130"/>
                <a:gd name="T7" fmla="*/ 9 h 47"/>
                <a:gd name="T8" fmla="*/ 35 w 130"/>
                <a:gd name="T9" fmla="*/ 14 h 47"/>
                <a:gd name="T10" fmla="*/ 49 w 130"/>
                <a:gd name="T11" fmla="*/ 18 h 47"/>
                <a:gd name="T12" fmla="*/ 66 w 130"/>
                <a:gd name="T13" fmla="*/ 19 h 47"/>
                <a:gd name="T14" fmla="*/ 81 w 130"/>
                <a:gd name="T15" fmla="*/ 18 h 47"/>
                <a:gd name="T16" fmla="*/ 95 w 130"/>
                <a:gd name="T17" fmla="*/ 14 h 47"/>
                <a:gd name="T18" fmla="*/ 107 w 130"/>
                <a:gd name="T19" fmla="*/ 9 h 47"/>
                <a:gd name="T20" fmla="*/ 117 w 130"/>
                <a:gd name="T21" fmla="*/ 4 h 47"/>
                <a:gd name="T22" fmla="*/ 124 w 130"/>
                <a:gd name="T23" fmla="*/ 0 h 47"/>
                <a:gd name="T24" fmla="*/ 129 w 130"/>
                <a:gd name="T25" fmla="*/ 0 h 47"/>
                <a:gd name="T26" fmla="*/ 130 w 130"/>
                <a:gd name="T27" fmla="*/ 4 h 47"/>
                <a:gd name="T28" fmla="*/ 130 w 130"/>
                <a:gd name="T29" fmla="*/ 11 h 47"/>
                <a:gd name="T30" fmla="*/ 126 w 130"/>
                <a:gd name="T31" fmla="*/ 18 h 47"/>
                <a:gd name="T32" fmla="*/ 122 w 130"/>
                <a:gd name="T33" fmla="*/ 27 h 47"/>
                <a:gd name="T34" fmla="*/ 113 w 130"/>
                <a:gd name="T35" fmla="*/ 34 h 47"/>
                <a:gd name="T36" fmla="*/ 101 w 130"/>
                <a:gd name="T37" fmla="*/ 41 h 47"/>
                <a:gd name="T38" fmla="*/ 86 w 130"/>
                <a:gd name="T39" fmla="*/ 45 h 47"/>
                <a:gd name="T40" fmla="*/ 66 w 130"/>
                <a:gd name="T41" fmla="*/ 47 h 47"/>
                <a:gd name="T42" fmla="*/ 45 w 130"/>
                <a:gd name="T43" fmla="*/ 45 h 47"/>
                <a:gd name="T44" fmla="*/ 30 w 130"/>
                <a:gd name="T45" fmla="*/ 41 h 47"/>
                <a:gd name="T46" fmla="*/ 18 w 130"/>
                <a:gd name="T47" fmla="*/ 34 h 47"/>
                <a:gd name="T48" fmla="*/ 10 w 130"/>
                <a:gd name="T49" fmla="*/ 27 h 47"/>
                <a:gd name="T50" fmla="*/ 4 w 130"/>
                <a:gd name="T51" fmla="*/ 18 h 47"/>
                <a:gd name="T52" fmla="*/ 1 w 130"/>
                <a:gd name="T53" fmla="*/ 11 h 47"/>
                <a:gd name="T54" fmla="*/ 0 w 130"/>
                <a:gd name="T55" fmla="*/ 4 h 47"/>
                <a:gd name="T56" fmla="*/ 3 w 130"/>
                <a:gd name="T57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0" h="47">
                  <a:moveTo>
                    <a:pt x="3" y="0"/>
                  </a:moveTo>
                  <a:lnTo>
                    <a:pt x="6" y="0"/>
                  </a:lnTo>
                  <a:lnTo>
                    <a:pt x="13" y="4"/>
                  </a:lnTo>
                  <a:lnTo>
                    <a:pt x="23" y="9"/>
                  </a:lnTo>
                  <a:lnTo>
                    <a:pt x="35" y="14"/>
                  </a:lnTo>
                  <a:lnTo>
                    <a:pt x="49" y="18"/>
                  </a:lnTo>
                  <a:lnTo>
                    <a:pt x="66" y="19"/>
                  </a:lnTo>
                  <a:lnTo>
                    <a:pt x="81" y="18"/>
                  </a:lnTo>
                  <a:lnTo>
                    <a:pt x="95" y="14"/>
                  </a:lnTo>
                  <a:lnTo>
                    <a:pt x="107" y="9"/>
                  </a:lnTo>
                  <a:lnTo>
                    <a:pt x="117" y="4"/>
                  </a:lnTo>
                  <a:lnTo>
                    <a:pt x="124" y="0"/>
                  </a:lnTo>
                  <a:lnTo>
                    <a:pt x="129" y="0"/>
                  </a:lnTo>
                  <a:lnTo>
                    <a:pt x="130" y="4"/>
                  </a:lnTo>
                  <a:lnTo>
                    <a:pt x="130" y="11"/>
                  </a:lnTo>
                  <a:lnTo>
                    <a:pt x="126" y="18"/>
                  </a:lnTo>
                  <a:lnTo>
                    <a:pt x="122" y="27"/>
                  </a:lnTo>
                  <a:lnTo>
                    <a:pt x="113" y="34"/>
                  </a:lnTo>
                  <a:lnTo>
                    <a:pt x="101" y="41"/>
                  </a:lnTo>
                  <a:lnTo>
                    <a:pt x="86" y="45"/>
                  </a:lnTo>
                  <a:lnTo>
                    <a:pt x="66" y="47"/>
                  </a:lnTo>
                  <a:lnTo>
                    <a:pt x="45" y="45"/>
                  </a:lnTo>
                  <a:lnTo>
                    <a:pt x="30" y="41"/>
                  </a:lnTo>
                  <a:lnTo>
                    <a:pt x="18" y="34"/>
                  </a:lnTo>
                  <a:lnTo>
                    <a:pt x="10" y="27"/>
                  </a:lnTo>
                  <a:lnTo>
                    <a:pt x="4" y="18"/>
                  </a:lnTo>
                  <a:lnTo>
                    <a:pt x="1" y="11"/>
                  </a:lnTo>
                  <a:lnTo>
                    <a:pt x="0" y="4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3" name="Freeform 272">
              <a:extLst>
                <a:ext uri="{FF2B5EF4-FFF2-40B4-BE49-F238E27FC236}">
                  <a16:creationId xmlns:a16="http://schemas.microsoft.com/office/drawing/2014/main" id="{8F1CF230-B384-8433-1EC2-9B273E606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6" y="1082"/>
              <a:ext cx="198" cy="32"/>
            </a:xfrm>
            <a:custGeom>
              <a:avLst/>
              <a:gdLst>
                <a:gd name="T0" fmla="*/ 3 w 594"/>
                <a:gd name="T1" fmla="*/ 0 h 97"/>
                <a:gd name="T2" fmla="*/ 10 w 594"/>
                <a:gd name="T3" fmla="*/ 0 h 97"/>
                <a:gd name="T4" fmla="*/ 20 w 594"/>
                <a:gd name="T5" fmla="*/ 4 h 97"/>
                <a:gd name="T6" fmla="*/ 36 w 594"/>
                <a:gd name="T7" fmla="*/ 9 h 97"/>
                <a:gd name="T8" fmla="*/ 56 w 594"/>
                <a:gd name="T9" fmla="*/ 16 h 97"/>
                <a:gd name="T10" fmla="*/ 80 w 594"/>
                <a:gd name="T11" fmla="*/ 24 h 97"/>
                <a:gd name="T12" fmla="*/ 107 w 594"/>
                <a:gd name="T13" fmla="*/ 32 h 97"/>
                <a:gd name="T14" fmla="*/ 138 w 594"/>
                <a:gd name="T15" fmla="*/ 41 h 97"/>
                <a:gd name="T16" fmla="*/ 173 w 594"/>
                <a:gd name="T17" fmla="*/ 48 h 97"/>
                <a:gd name="T18" fmla="*/ 211 w 594"/>
                <a:gd name="T19" fmla="*/ 54 h 97"/>
                <a:gd name="T20" fmla="*/ 252 w 594"/>
                <a:gd name="T21" fmla="*/ 58 h 97"/>
                <a:gd name="T22" fmla="*/ 298 w 594"/>
                <a:gd name="T23" fmla="*/ 60 h 97"/>
                <a:gd name="T24" fmla="*/ 342 w 594"/>
                <a:gd name="T25" fmla="*/ 58 h 97"/>
                <a:gd name="T26" fmla="*/ 383 w 594"/>
                <a:gd name="T27" fmla="*/ 54 h 97"/>
                <a:gd name="T28" fmla="*/ 421 w 594"/>
                <a:gd name="T29" fmla="*/ 48 h 97"/>
                <a:gd name="T30" fmla="*/ 457 w 594"/>
                <a:gd name="T31" fmla="*/ 41 h 97"/>
                <a:gd name="T32" fmla="*/ 488 w 594"/>
                <a:gd name="T33" fmla="*/ 32 h 97"/>
                <a:gd name="T34" fmla="*/ 515 w 594"/>
                <a:gd name="T35" fmla="*/ 24 h 97"/>
                <a:gd name="T36" fmla="*/ 539 w 594"/>
                <a:gd name="T37" fmla="*/ 16 h 97"/>
                <a:gd name="T38" fmla="*/ 558 w 594"/>
                <a:gd name="T39" fmla="*/ 9 h 97"/>
                <a:gd name="T40" fmla="*/ 574 w 594"/>
                <a:gd name="T41" fmla="*/ 4 h 97"/>
                <a:gd name="T42" fmla="*/ 586 w 594"/>
                <a:gd name="T43" fmla="*/ 0 h 97"/>
                <a:gd name="T44" fmla="*/ 592 w 594"/>
                <a:gd name="T45" fmla="*/ 0 h 97"/>
                <a:gd name="T46" fmla="*/ 594 w 594"/>
                <a:gd name="T47" fmla="*/ 3 h 97"/>
                <a:gd name="T48" fmla="*/ 593 w 594"/>
                <a:gd name="T49" fmla="*/ 9 h 97"/>
                <a:gd name="T50" fmla="*/ 590 w 594"/>
                <a:gd name="T51" fmla="*/ 16 h 97"/>
                <a:gd name="T52" fmla="*/ 584 w 594"/>
                <a:gd name="T53" fmla="*/ 24 h 97"/>
                <a:gd name="T54" fmla="*/ 575 w 594"/>
                <a:gd name="T55" fmla="*/ 32 h 97"/>
                <a:gd name="T56" fmla="*/ 563 w 594"/>
                <a:gd name="T57" fmla="*/ 42 h 97"/>
                <a:gd name="T58" fmla="*/ 546 w 594"/>
                <a:gd name="T59" fmla="*/ 53 h 97"/>
                <a:gd name="T60" fmla="*/ 526 w 594"/>
                <a:gd name="T61" fmla="*/ 62 h 97"/>
                <a:gd name="T62" fmla="*/ 501 w 594"/>
                <a:gd name="T63" fmla="*/ 72 h 97"/>
                <a:gd name="T64" fmla="*/ 473 w 594"/>
                <a:gd name="T65" fmla="*/ 80 h 97"/>
                <a:gd name="T66" fmla="*/ 437 w 594"/>
                <a:gd name="T67" fmla="*/ 87 h 97"/>
                <a:gd name="T68" fmla="*/ 396 w 594"/>
                <a:gd name="T69" fmla="*/ 92 h 97"/>
                <a:gd name="T70" fmla="*/ 350 w 594"/>
                <a:gd name="T71" fmla="*/ 96 h 97"/>
                <a:gd name="T72" fmla="*/ 298 w 594"/>
                <a:gd name="T73" fmla="*/ 97 h 97"/>
                <a:gd name="T74" fmla="*/ 244 w 594"/>
                <a:gd name="T75" fmla="*/ 96 h 97"/>
                <a:gd name="T76" fmla="*/ 198 w 594"/>
                <a:gd name="T77" fmla="*/ 92 h 97"/>
                <a:gd name="T78" fmla="*/ 157 w 594"/>
                <a:gd name="T79" fmla="*/ 87 h 97"/>
                <a:gd name="T80" fmla="*/ 123 w 594"/>
                <a:gd name="T81" fmla="*/ 80 h 97"/>
                <a:gd name="T82" fmla="*/ 93 w 594"/>
                <a:gd name="T83" fmla="*/ 72 h 97"/>
                <a:gd name="T84" fmla="*/ 68 w 594"/>
                <a:gd name="T85" fmla="*/ 62 h 97"/>
                <a:gd name="T86" fmla="*/ 48 w 594"/>
                <a:gd name="T87" fmla="*/ 53 h 97"/>
                <a:gd name="T88" fmla="*/ 32 w 594"/>
                <a:gd name="T89" fmla="*/ 42 h 97"/>
                <a:gd name="T90" fmla="*/ 19 w 594"/>
                <a:gd name="T91" fmla="*/ 32 h 97"/>
                <a:gd name="T92" fmla="*/ 11 w 594"/>
                <a:gd name="T93" fmla="*/ 24 h 97"/>
                <a:gd name="T94" fmla="*/ 5 w 594"/>
                <a:gd name="T95" fmla="*/ 16 h 97"/>
                <a:gd name="T96" fmla="*/ 1 w 594"/>
                <a:gd name="T97" fmla="*/ 9 h 97"/>
                <a:gd name="T98" fmla="*/ 0 w 594"/>
                <a:gd name="T99" fmla="*/ 3 h 97"/>
                <a:gd name="T100" fmla="*/ 3 w 594"/>
                <a:gd name="T101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94" h="97">
                  <a:moveTo>
                    <a:pt x="3" y="0"/>
                  </a:moveTo>
                  <a:lnTo>
                    <a:pt x="10" y="0"/>
                  </a:lnTo>
                  <a:lnTo>
                    <a:pt x="20" y="4"/>
                  </a:lnTo>
                  <a:lnTo>
                    <a:pt x="36" y="9"/>
                  </a:lnTo>
                  <a:lnTo>
                    <a:pt x="56" y="16"/>
                  </a:lnTo>
                  <a:lnTo>
                    <a:pt x="80" y="24"/>
                  </a:lnTo>
                  <a:lnTo>
                    <a:pt x="107" y="32"/>
                  </a:lnTo>
                  <a:lnTo>
                    <a:pt x="138" y="41"/>
                  </a:lnTo>
                  <a:lnTo>
                    <a:pt x="173" y="48"/>
                  </a:lnTo>
                  <a:lnTo>
                    <a:pt x="211" y="54"/>
                  </a:lnTo>
                  <a:lnTo>
                    <a:pt x="252" y="58"/>
                  </a:lnTo>
                  <a:lnTo>
                    <a:pt x="298" y="60"/>
                  </a:lnTo>
                  <a:lnTo>
                    <a:pt x="342" y="58"/>
                  </a:lnTo>
                  <a:lnTo>
                    <a:pt x="383" y="54"/>
                  </a:lnTo>
                  <a:lnTo>
                    <a:pt x="421" y="48"/>
                  </a:lnTo>
                  <a:lnTo>
                    <a:pt x="457" y="41"/>
                  </a:lnTo>
                  <a:lnTo>
                    <a:pt x="488" y="32"/>
                  </a:lnTo>
                  <a:lnTo>
                    <a:pt x="515" y="24"/>
                  </a:lnTo>
                  <a:lnTo>
                    <a:pt x="539" y="16"/>
                  </a:lnTo>
                  <a:lnTo>
                    <a:pt x="558" y="9"/>
                  </a:lnTo>
                  <a:lnTo>
                    <a:pt x="574" y="4"/>
                  </a:lnTo>
                  <a:lnTo>
                    <a:pt x="586" y="0"/>
                  </a:lnTo>
                  <a:lnTo>
                    <a:pt x="592" y="0"/>
                  </a:lnTo>
                  <a:lnTo>
                    <a:pt x="594" y="3"/>
                  </a:lnTo>
                  <a:lnTo>
                    <a:pt x="593" y="9"/>
                  </a:lnTo>
                  <a:lnTo>
                    <a:pt x="590" y="16"/>
                  </a:lnTo>
                  <a:lnTo>
                    <a:pt x="584" y="24"/>
                  </a:lnTo>
                  <a:lnTo>
                    <a:pt x="575" y="32"/>
                  </a:lnTo>
                  <a:lnTo>
                    <a:pt x="563" y="42"/>
                  </a:lnTo>
                  <a:lnTo>
                    <a:pt x="546" y="53"/>
                  </a:lnTo>
                  <a:lnTo>
                    <a:pt x="526" y="62"/>
                  </a:lnTo>
                  <a:lnTo>
                    <a:pt x="501" y="72"/>
                  </a:lnTo>
                  <a:lnTo>
                    <a:pt x="473" y="80"/>
                  </a:lnTo>
                  <a:lnTo>
                    <a:pt x="437" y="87"/>
                  </a:lnTo>
                  <a:lnTo>
                    <a:pt x="396" y="92"/>
                  </a:lnTo>
                  <a:lnTo>
                    <a:pt x="350" y="96"/>
                  </a:lnTo>
                  <a:lnTo>
                    <a:pt x="298" y="97"/>
                  </a:lnTo>
                  <a:lnTo>
                    <a:pt x="244" y="96"/>
                  </a:lnTo>
                  <a:lnTo>
                    <a:pt x="198" y="92"/>
                  </a:lnTo>
                  <a:lnTo>
                    <a:pt x="157" y="87"/>
                  </a:lnTo>
                  <a:lnTo>
                    <a:pt x="123" y="80"/>
                  </a:lnTo>
                  <a:lnTo>
                    <a:pt x="93" y="72"/>
                  </a:lnTo>
                  <a:lnTo>
                    <a:pt x="68" y="62"/>
                  </a:lnTo>
                  <a:lnTo>
                    <a:pt x="48" y="53"/>
                  </a:lnTo>
                  <a:lnTo>
                    <a:pt x="32" y="42"/>
                  </a:lnTo>
                  <a:lnTo>
                    <a:pt x="19" y="32"/>
                  </a:lnTo>
                  <a:lnTo>
                    <a:pt x="11" y="24"/>
                  </a:lnTo>
                  <a:lnTo>
                    <a:pt x="5" y="16"/>
                  </a:lnTo>
                  <a:lnTo>
                    <a:pt x="1" y="9"/>
                  </a:lnTo>
                  <a:lnTo>
                    <a:pt x="0" y="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7945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4" name="Freeform 273">
              <a:extLst>
                <a:ext uri="{FF2B5EF4-FFF2-40B4-BE49-F238E27FC236}">
                  <a16:creationId xmlns:a16="http://schemas.microsoft.com/office/drawing/2014/main" id="{1C134FDA-8C07-8B23-B90E-46C6A5A97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9" y="1293"/>
              <a:ext cx="456" cy="237"/>
            </a:xfrm>
            <a:custGeom>
              <a:avLst/>
              <a:gdLst>
                <a:gd name="T0" fmla="*/ 1369 w 1369"/>
                <a:gd name="T1" fmla="*/ 0 h 712"/>
                <a:gd name="T2" fmla="*/ 1369 w 1369"/>
                <a:gd name="T3" fmla="*/ 712 h 712"/>
                <a:gd name="T4" fmla="*/ 0 w 1369"/>
                <a:gd name="T5" fmla="*/ 712 h 712"/>
                <a:gd name="T6" fmla="*/ 4 w 1369"/>
                <a:gd name="T7" fmla="*/ 675 h 712"/>
                <a:gd name="T8" fmla="*/ 14 w 1369"/>
                <a:gd name="T9" fmla="*/ 637 h 712"/>
                <a:gd name="T10" fmla="*/ 32 w 1369"/>
                <a:gd name="T11" fmla="*/ 599 h 712"/>
                <a:gd name="T12" fmla="*/ 56 w 1369"/>
                <a:gd name="T13" fmla="*/ 559 h 712"/>
                <a:gd name="T14" fmla="*/ 87 w 1369"/>
                <a:gd name="T15" fmla="*/ 520 h 712"/>
                <a:gd name="T16" fmla="*/ 123 w 1369"/>
                <a:gd name="T17" fmla="*/ 479 h 712"/>
                <a:gd name="T18" fmla="*/ 164 w 1369"/>
                <a:gd name="T19" fmla="*/ 439 h 712"/>
                <a:gd name="T20" fmla="*/ 211 w 1369"/>
                <a:gd name="T21" fmla="*/ 399 h 712"/>
                <a:gd name="T22" fmla="*/ 262 w 1369"/>
                <a:gd name="T23" fmla="*/ 360 h 712"/>
                <a:gd name="T24" fmla="*/ 318 w 1369"/>
                <a:gd name="T25" fmla="*/ 321 h 712"/>
                <a:gd name="T26" fmla="*/ 377 w 1369"/>
                <a:gd name="T27" fmla="*/ 284 h 712"/>
                <a:gd name="T28" fmla="*/ 442 w 1369"/>
                <a:gd name="T29" fmla="*/ 247 h 712"/>
                <a:gd name="T30" fmla="*/ 508 w 1369"/>
                <a:gd name="T31" fmla="*/ 213 h 712"/>
                <a:gd name="T32" fmla="*/ 578 w 1369"/>
                <a:gd name="T33" fmla="*/ 181 h 712"/>
                <a:gd name="T34" fmla="*/ 651 w 1369"/>
                <a:gd name="T35" fmla="*/ 149 h 712"/>
                <a:gd name="T36" fmla="*/ 726 w 1369"/>
                <a:gd name="T37" fmla="*/ 121 h 712"/>
                <a:gd name="T38" fmla="*/ 803 w 1369"/>
                <a:gd name="T39" fmla="*/ 95 h 712"/>
                <a:gd name="T40" fmla="*/ 882 w 1369"/>
                <a:gd name="T41" fmla="*/ 71 h 712"/>
                <a:gd name="T42" fmla="*/ 962 w 1369"/>
                <a:gd name="T43" fmla="*/ 50 h 712"/>
                <a:gd name="T44" fmla="*/ 1043 w 1369"/>
                <a:gd name="T45" fmla="*/ 32 h 712"/>
                <a:gd name="T46" fmla="*/ 1123 w 1369"/>
                <a:gd name="T47" fmla="*/ 18 h 712"/>
                <a:gd name="T48" fmla="*/ 1206 w 1369"/>
                <a:gd name="T49" fmla="*/ 9 h 712"/>
                <a:gd name="T50" fmla="*/ 1287 w 1369"/>
                <a:gd name="T51" fmla="*/ 1 h 712"/>
                <a:gd name="T52" fmla="*/ 1369 w 1369"/>
                <a:gd name="T53" fmla="*/ 0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69" h="712">
                  <a:moveTo>
                    <a:pt x="1369" y="0"/>
                  </a:moveTo>
                  <a:lnTo>
                    <a:pt x="1369" y="712"/>
                  </a:lnTo>
                  <a:lnTo>
                    <a:pt x="0" y="712"/>
                  </a:lnTo>
                  <a:lnTo>
                    <a:pt x="4" y="675"/>
                  </a:lnTo>
                  <a:lnTo>
                    <a:pt x="14" y="637"/>
                  </a:lnTo>
                  <a:lnTo>
                    <a:pt x="32" y="599"/>
                  </a:lnTo>
                  <a:lnTo>
                    <a:pt x="56" y="559"/>
                  </a:lnTo>
                  <a:lnTo>
                    <a:pt x="87" y="520"/>
                  </a:lnTo>
                  <a:lnTo>
                    <a:pt x="123" y="479"/>
                  </a:lnTo>
                  <a:lnTo>
                    <a:pt x="164" y="439"/>
                  </a:lnTo>
                  <a:lnTo>
                    <a:pt x="211" y="399"/>
                  </a:lnTo>
                  <a:lnTo>
                    <a:pt x="262" y="360"/>
                  </a:lnTo>
                  <a:lnTo>
                    <a:pt x="318" y="321"/>
                  </a:lnTo>
                  <a:lnTo>
                    <a:pt x="377" y="284"/>
                  </a:lnTo>
                  <a:lnTo>
                    <a:pt x="442" y="247"/>
                  </a:lnTo>
                  <a:lnTo>
                    <a:pt x="508" y="213"/>
                  </a:lnTo>
                  <a:lnTo>
                    <a:pt x="578" y="181"/>
                  </a:lnTo>
                  <a:lnTo>
                    <a:pt x="651" y="149"/>
                  </a:lnTo>
                  <a:lnTo>
                    <a:pt x="726" y="121"/>
                  </a:lnTo>
                  <a:lnTo>
                    <a:pt x="803" y="95"/>
                  </a:lnTo>
                  <a:lnTo>
                    <a:pt x="882" y="71"/>
                  </a:lnTo>
                  <a:lnTo>
                    <a:pt x="962" y="50"/>
                  </a:lnTo>
                  <a:lnTo>
                    <a:pt x="1043" y="32"/>
                  </a:lnTo>
                  <a:lnTo>
                    <a:pt x="1123" y="18"/>
                  </a:lnTo>
                  <a:lnTo>
                    <a:pt x="1206" y="9"/>
                  </a:lnTo>
                  <a:lnTo>
                    <a:pt x="1287" y="1"/>
                  </a:lnTo>
                  <a:lnTo>
                    <a:pt x="1369" y="0"/>
                  </a:lnTo>
                  <a:close/>
                </a:path>
              </a:pathLst>
            </a:custGeom>
            <a:solidFill>
              <a:srgbClr val="F6A4B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Freeform 274">
              <a:extLst>
                <a:ext uri="{FF2B5EF4-FFF2-40B4-BE49-F238E27FC236}">
                  <a16:creationId xmlns:a16="http://schemas.microsoft.com/office/drawing/2014/main" id="{93EB7631-6D4A-0364-FF97-3BAD702AD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5" y="1293"/>
              <a:ext cx="456" cy="237"/>
            </a:xfrm>
            <a:custGeom>
              <a:avLst/>
              <a:gdLst>
                <a:gd name="T0" fmla="*/ 0 w 1368"/>
                <a:gd name="T1" fmla="*/ 0 h 712"/>
                <a:gd name="T2" fmla="*/ 81 w 1368"/>
                <a:gd name="T3" fmla="*/ 1 h 712"/>
                <a:gd name="T4" fmla="*/ 163 w 1368"/>
                <a:gd name="T5" fmla="*/ 9 h 712"/>
                <a:gd name="T6" fmla="*/ 244 w 1368"/>
                <a:gd name="T7" fmla="*/ 18 h 712"/>
                <a:gd name="T8" fmla="*/ 326 w 1368"/>
                <a:gd name="T9" fmla="*/ 32 h 712"/>
                <a:gd name="T10" fmla="*/ 407 w 1368"/>
                <a:gd name="T11" fmla="*/ 50 h 712"/>
                <a:gd name="T12" fmla="*/ 486 w 1368"/>
                <a:gd name="T13" fmla="*/ 71 h 712"/>
                <a:gd name="T14" fmla="*/ 565 w 1368"/>
                <a:gd name="T15" fmla="*/ 95 h 712"/>
                <a:gd name="T16" fmla="*/ 642 w 1368"/>
                <a:gd name="T17" fmla="*/ 121 h 712"/>
                <a:gd name="T18" fmla="*/ 717 w 1368"/>
                <a:gd name="T19" fmla="*/ 149 h 712"/>
                <a:gd name="T20" fmla="*/ 790 w 1368"/>
                <a:gd name="T21" fmla="*/ 181 h 712"/>
                <a:gd name="T22" fmla="*/ 860 w 1368"/>
                <a:gd name="T23" fmla="*/ 213 h 712"/>
                <a:gd name="T24" fmla="*/ 927 w 1368"/>
                <a:gd name="T25" fmla="*/ 247 h 712"/>
                <a:gd name="T26" fmla="*/ 990 w 1368"/>
                <a:gd name="T27" fmla="*/ 284 h 712"/>
                <a:gd name="T28" fmla="*/ 1049 w 1368"/>
                <a:gd name="T29" fmla="*/ 321 h 712"/>
                <a:gd name="T30" fmla="*/ 1105 w 1368"/>
                <a:gd name="T31" fmla="*/ 360 h 712"/>
                <a:gd name="T32" fmla="*/ 1156 w 1368"/>
                <a:gd name="T33" fmla="*/ 399 h 712"/>
                <a:gd name="T34" fmla="*/ 1204 w 1368"/>
                <a:gd name="T35" fmla="*/ 439 h 712"/>
                <a:gd name="T36" fmla="*/ 1245 w 1368"/>
                <a:gd name="T37" fmla="*/ 479 h 712"/>
                <a:gd name="T38" fmla="*/ 1281 w 1368"/>
                <a:gd name="T39" fmla="*/ 520 h 712"/>
                <a:gd name="T40" fmla="*/ 1311 w 1368"/>
                <a:gd name="T41" fmla="*/ 559 h 712"/>
                <a:gd name="T42" fmla="*/ 1336 w 1368"/>
                <a:gd name="T43" fmla="*/ 599 h 712"/>
                <a:gd name="T44" fmla="*/ 1353 w 1368"/>
                <a:gd name="T45" fmla="*/ 637 h 712"/>
                <a:gd name="T46" fmla="*/ 1365 w 1368"/>
                <a:gd name="T47" fmla="*/ 675 h 712"/>
                <a:gd name="T48" fmla="*/ 1368 w 1368"/>
                <a:gd name="T49" fmla="*/ 712 h 712"/>
                <a:gd name="T50" fmla="*/ 0 w 1368"/>
                <a:gd name="T51" fmla="*/ 712 h 712"/>
                <a:gd name="T52" fmla="*/ 0 w 1368"/>
                <a:gd name="T53" fmla="*/ 0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68" h="712">
                  <a:moveTo>
                    <a:pt x="0" y="0"/>
                  </a:moveTo>
                  <a:lnTo>
                    <a:pt x="81" y="1"/>
                  </a:lnTo>
                  <a:lnTo>
                    <a:pt x="163" y="9"/>
                  </a:lnTo>
                  <a:lnTo>
                    <a:pt x="244" y="18"/>
                  </a:lnTo>
                  <a:lnTo>
                    <a:pt x="326" y="32"/>
                  </a:lnTo>
                  <a:lnTo>
                    <a:pt x="407" y="50"/>
                  </a:lnTo>
                  <a:lnTo>
                    <a:pt x="486" y="71"/>
                  </a:lnTo>
                  <a:lnTo>
                    <a:pt x="565" y="95"/>
                  </a:lnTo>
                  <a:lnTo>
                    <a:pt x="642" y="121"/>
                  </a:lnTo>
                  <a:lnTo>
                    <a:pt x="717" y="149"/>
                  </a:lnTo>
                  <a:lnTo>
                    <a:pt x="790" y="181"/>
                  </a:lnTo>
                  <a:lnTo>
                    <a:pt x="860" y="213"/>
                  </a:lnTo>
                  <a:lnTo>
                    <a:pt x="927" y="247"/>
                  </a:lnTo>
                  <a:lnTo>
                    <a:pt x="990" y="284"/>
                  </a:lnTo>
                  <a:lnTo>
                    <a:pt x="1049" y="321"/>
                  </a:lnTo>
                  <a:lnTo>
                    <a:pt x="1105" y="360"/>
                  </a:lnTo>
                  <a:lnTo>
                    <a:pt x="1156" y="399"/>
                  </a:lnTo>
                  <a:lnTo>
                    <a:pt x="1204" y="439"/>
                  </a:lnTo>
                  <a:lnTo>
                    <a:pt x="1245" y="479"/>
                  </a:lnTo>
                  <a:lnTo>
                    <a:pt x="1281" y="520"/>
                  </a:lnTo>
                  <a:lnTo>
                    <a:pt x="1311" y="559"/>
                  </a:lnTo>
                  <a:lnTo>
                    <a:pt x="1336" y="599"/>
                  </a:lnTo>
                  <a:lnTo>
                    <a:pt x="1353" y="637"/>
                  </a:lnTo>
                  <a:lnTo>
                    <a:pt x="1365" y="675"/>
                  </a:lnTo>
                  <a:lnTo>
                    <a:pt x="1368" y="712"/>
                  </a:lnTo>
                  <a:lnTo>
                    <a:pt x="0" y="7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A4B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6" name="Freeform 275">
              <a:extLst>
                <a:ext uri="{FF2B5EF4-FFF2-40B4-BE49-F238E27FC236}">
                  <a16:creationId xmlns:a16="http://schemas.microsoft.com/office/drawing/2014/main" id="{2A4300E2-FFB2-4B3B-8886-9A93ACD7A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1" y="1285"/>
              <a:ext cx="188" cy="50"/>
            </a:xfrm>
            <a:custGeom>
              <a:avLst/>
              <a:gdLst>
                <a:gd name="T0" fmla="*/ 251 w 563"/>
                <a:gd name="T1" fmla="*/ 0 h 150"/>
                <a:gd name="T2" fmla="*/ 297 w 563"/>
                <a:gd name="T3" fmla="*/ 0 h 150"/>
                <a:gd name="T4" fmla="*/ 341 w 563"/>
                <a:gd name="T5" fmla="*/ 3 h 150"/>
                <a:gd name="T6" fmla="*/ 383 w 563"/>
                <a:gd name="T7" fmla="*/ 8 h 150"/>
                <a:gd name="T8" fmla="*/ 421 w 563"/>
                <a:gd name="T9" fmla="*/ 12 h 150"/>
                <a:gd name="T10" fmla="*/ 457 w 563"/>
                <a:gd name="T11" fmla="*/ 20 h 150"/>
                <a:gd name="T12" fmla="*/ 486 w 563"/>
                <a:gd name="T13" fmla="*/ 26 h 150"/>
                <a:gd name="T14" fmla="*/ 513 w 563"/>
                <a:gd name="T15" fmla="*/ 33 h 150"/>
                <a:gd name="T16" fmla="*/ 534 w 563"/>
                <a:gd name="T17" fmla="*/ 39 h 150"/>
                <a:gd name="T18" fmla="*/ 549 w 563"/>
                <a:gd name="T19" fmla="*/ 43 h 150"/>
                <a:gd name="T20" fmla="*/ 560 w 563"/>
                <a:gd name="T21" fmla="*/ 46 h 150"/>
                <a:gd name="T22" fmla="*/ 563 w 563"/>
                <a:gd name="T23" fmla="*/ 47 h 150"/>
                <a:gd name="T24" fmla="*/ 561 w 563"/>
                <a:gd name="T25" fmla="*/ 49 h 150"/>
                <a:gd name="T26" fmla="*/ 555 w 563"/>
                <a:gd name="T27" fmla="*/ 55 h 150"/>
                <a:gd name="T28" fmla="*/ 547 w 563"/>
                <a:gd name="T29" fmla="*/ 64 h 150"/>
                <a:gd name="T30" fmla="*/ 534 w 563"/>
                <a:gd name="T31" fmla="*/ 75 h 150"/>
                <a:gd name="T32" fmla="*/ 517 w 563"/>
                <a:gd name="T33" fmla="*/ 86 h 150"/>
                <a:gd name="T34" fmla="*/ 497 w 563"/>
                <a:gd name="T35" fmla="*/ 98 h 150"/>
                <a:gd name="T36" fmla="*/ 472 w 563"/>
                <a:gd name="T37" fmla="*/ 112 h 150"/>
                <a:gd name="T38" fmla="*/ 444 w 563"/>
                <a:gd name="T39" fmla="*/ 124 h 150"/>
                <a:gd name="T40" fmla="*/ 409 w 563"/>
                <a:gd name="T41" fmla="*/ 134 h 150"/>
                <a:gd name="T42" fmla="*/ 371 w 563"/>
                <a:gd name="T43" fmla="*/ 143 h 150"/>
                <a:gd name="T44" fmla="*/ 329 w 563"/>
                <a:gd name="T45" fmla="*/ 147 h 150"/>
                <a:gd name="T46" fmla="*/ 282 w 563"/>
                <a:gd name="T47" fmla="*/ 150 h 150"/>
                <a:gd name="T48" fmla="*/ 234 w 563"/>
                <a:gd name="T49" fmla="*/ 147 h 150"/>
                <a:gd name="T50" fmla="*/ 191 w 563"/>
                <a:gd name="T51" fmla="*/ 143 h 150"/>
                <a:gd name="T52" fmla="*/ 153 w 563"/>
                <a:gd name="T53" fmla="*/ 134 h 150"/>
                <a:gd name="T54" fmla="*/ 120 w 563"/>
                <a:gd name="T55" fmla="*/ 124 h 150"/>
                <a:gd name="T56" fmla="*/ 91 w 563"/>
                <a:gd name="T57" fmla="*/ 112 h 150"/>
                <a:gd name="T58" fmla="*/ 66 w 563"/>
                <a:gd name="T59" fmla="*/ 98 h 150"/>
                <a:gd name="T60" fmla="*/ 45 w 563"/>
                <a:gd name="T61" fmla="*/ 86 h 150"/>
                <a:gd name="T62" fmla="*/ 28 w 563"/>
                <a:gd name="T63" fmla="*/ 75 h 150"/>
                <a:gd name="T64" fmla="*/ 16 w 563"/>
                <a:gd name="T65" fmla="*/ 64 h 150"/>
                <a:gd name="T66" fmla="*/ 7 w 563"/>
                <a:gd name="T67" fmla="*/ 55 h 150"/>
                <a:gd name="T68" fmla="*/ 2 w 563"/>
                <a:gd name="T69" fmla="*/ 49 h 150"/>
                <a:gd name="T70" fmla="*/ 0 w 563"/>
                <a:gd name="T71" fmla="*/ 47 h 150"/>
                <a:gd name="T72" fmla="*/ 51 w 563"/>
                <a:gd name="T73" fmla="*/ 30 h 150"/>
                <a:gd name="T74" fmla="*/ 102 w 563"/>
                <a:gd name="T75" fmla="*/ 17 h 150"/>
                <a:gd name="T76" fmla="*/ 152 w 563"/>
                <a:gd name="T77" fmla="*/ 8 h 150"/>
                <a:gd name="T78" fmla="*/ 202 w 563"/>
                <a:gd name="T79" fmla="*/ 3 h 150"/>
                <a:gd name="T80" fmla="*/ 251 w 563"/>
                <a:gd name="T81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63" h="150">
                  <a:moveTo>
                    <a:pt x="251" y="0"/>
                  </a:moveTo>
                  <a:lnTo>
                    <a:pt x="297" y="0"/>
                  </a:lnTo>
                  <a:lnTo>
                    <a:pt x="341" y="3"/>
                  </a:lnTo>
                  <a:lnTo>
                    <a:pt x="383" y="8"/>
                  </a:lnTo>
                  <a:lnTo>
                    <a:pt x="421" y="12"/>
                  </a:lnTo>
                  <a:lnTo>
                    <a:pt x="457" y="20"/>
                  </a:lnTo>
                  <a:lnTo>
                    <a:pt x="486" y="26"/>
                  </a:lnTo>
                  <a:lnTo>
                    <a:pt x="513" y="33"/>
                  </a:lnTo>
                  <a:lnTo>
                    <a:pt x="534" y="39"/>
                  </a:lnTo>
                  <a:lnTo>
                    <a:pt x="549" y="43"/>
                  </a:lnTo>
                  <a:lnTo>
                    <a:pt x="560" y="46"/>
                  </a:lnTo>
                  <a:lnTo>
                    <a:pt x="563" y="47"/>
                  </a:lnTo>
                  <a:lnTo>
                    <a:pt x="561" y="49"/>
                  </a:lnTo>
                  <a:lnTo>
                    <a:pt x="555" y="55"/>
                  </a:lnTo>
                  <a:lnTo>
                    <a:pt x="547" y="64"/>
                  </a:lnTo>
                  <a:lnTo>
                    <a:pt x="534" y="75"/>
                  </a:lnTo>
                  <a:lnTo>
                    <a:pt x="517" y="86"/>
                  </a:lnTo>
                  <a:lnTo>
                    <a:pt x="497" y="98"/>
                  </a:lnTo>
                  <a:lnTo>
                    <a:pt x="472" y="112"/>
                  </a:lnTo>
                  <a:lnTo>
                    <a:pt x="444" y="124"/>
                  </a:lnTo>
                  <a:lnTo>
                    <a:pt x="409" y="134"/>
                  </a:lnTo>
                  <a:lnTo>
                    <a:pt x="371" y="143"/>
                  </a:lnTo>
                  <a:lnTo>
                    <a:pt x="329" y="147"/>
                  </a:lnTo>
                  <a:lnTo>
                    <a:pt x="282" y="150"/>
                  </a:lnTo>
                  <a:lnTo>
                    <a:pt x="234" y="147"/>
                  </a:lnTo>
                  <a:lnTo>
                    <a:pt x="191" y="143"/>
                  </a:lnTo>
                  <a:lnTo>
                    <a:pt x="153" y="134"/>
                  </a:lnTo>
                  <a:lnTo>
                    <a:pt x="120" y="124"/>
                  </a:lnTo>
                  <a:lnTo>
                    <a:pt x="91" y="112"/>
                  </a:lnTo>
                  <a:lnTo>
                    <a:pt x="66" y="98"/>
                  </a:lnTo>
                  <a:lnTo>
                    <a:pt x="45" y="86"/>
                  </a:lnTo>
                  <a:lnTo>
                    <a:pt x="28" y="75"/>
                  </a:lnTo>
                  <a:lnTo>
                    <a:pt x="16" y="64"/>
                  </a:lnTo>
                  <a:lnTo>
                    <a:pt x="7" y="55"/>
                  </a:lnTo>
                  <a:lnTo>
                    <a:pt x="2" y="49"/>
                  </a:lnTo>
                  <a:lnTo>
                    <a:pt x="0" y="47"/>
                  </a:lnTo>
                  <a:lnTo>
                    <a:pt x="51" y="30"/>
                  </a:lnTo>
                  <a:lnTo>
                    <a:pt x="102" y="17"/>
                  </a:lnTo>
                  <a:lnTo>
                    <a:pt x="152" y="8"/>
                  </a:lnTo>
                  <a:lnTo>
                    <a:pt x="202" y="3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FDCC9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7" name="Freeform 276">
              <a:extLst>
                <a:ext uri="{FF2B5EF4-FFF2-40B4-BE49-F238E27FC236}">
                  <a16:creationId xmlns:a16="http://schemas.microsoft.com/office/drawing/2014/main" id="{AC05D4CD-CCDF-554A-EF1F-2AD305882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2" y="1313"/>
              <a:ext cx="151" cy="217"/>
            </a:xfrm>
            <a:custGeom>
              <a:avLst/>
              <a:gdLst>
                <a:gd name="T0" fmla="*/ 381 w 453"/>
                <a:gd name="T1" fmla="*/ 0 h 651"/>
                <a:gd name="T2" fmla="*/ 391 w 453"/>
                <a:gd name="T3" fmla="*/ 0 h 651"/>
                <a:gd name="T4" fmla="*/ 395 w 453"/>
                <a:gd name="T5" fmla="*/ 1 h 651"/>
                <a:gd name="T6" fmla="*/ 453 w 453"/>
                <a:gd name="T7" fmla="*/ 651 h 651"/>
                <a:gd name="T8" fmla="*/ 0 w 453"/>
                <a:gd name="T9" fmla="*/ 651 h 651"/>
                <a:gd name="T10" fmla="*/ 122 w 453"/>
                <a:gd name="T11" fmla="*/ 92 h 651"/>
                <a:gd name="T12" fmla="*/ 166 w 453"/>
                <a:gd name="T13" fmla="*/ 63 h 651"/>
                <a:gd name="T14" fmla="*/ 208 w 453"/>
                <a:gd name="T15" fmla="*/ 41 h 651"/>
                <a:gd name="T16" fmla="*/ 247 w 453"/>
                <a:gd name="T17" fmla="*/ 25 h 651"/>
                <a:gd name="T18" fmla="*/ 283 w 453"/>
                <a:gd name="T19" fmla="*/ 13 h 651"/>
                <a:gd name="T20" fmla="*/ 315 w 453"/>
                <a:gd name="T21" fmla="*/ 6 h 651"/>
                <a:gd name="T22" fmla="*/ 342 w 453"/>
                <a:gd name="T23" fmla="*/ 1 h 651"/>
                <a:gd name="T24" fmla="*/ 364 w 453"/>
                <a:gd name="T25" fmla="*/ 0 h 651"/>
                <a:gd name="T26" fmla="*/ 381 w 453"/>
                <a:gd name="T27" fmla="*/ 0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3" h="651">
                  <a:moveTo>
                    <a:pt x="381" y="0"/>
                  </a:moveTo>
                  <a:lnTo>
                    <a:pt x="391" y="0"/>
                  </a:lnTo>
                  <a:lnTo>
                    <a:pt x="395" y="1"/>
                  </a:lnTo>
                  <a:lnTo>
                    <a:pt x="453" y="651"/>
                  </a:lnTo>
                  <a:lnTo>
                    <a:pt x="0" y="651"/>
                  </a:lnTo>
                  <a:lnTo>
                    <a:pt x="122" y="92"/>
                  </a:lnTo>
                  <a:lnTo>
                    <a:pt x="166" y="63"/>
                  </a:lnTo>
                  <a:lnTo>
                    <a:pt x="208" y="41"/>
                  </a:lnTo>
                  <a:lnTo>
                    <a:pt x="247" y="25"/>
                  </a:lnTo>
                  <a:lnTo>
                    <a:pt x="283" y="13"/>
                  </a:lnTo>
                  <a:lnTo>
                    <a:pt x="315" y="6"/>
                  </a:lnTo>
                  <a:lnTo>
                    <a:pt x="342" y="1"/>
                  </a:lnTo>
                  <a:lnTo>
                    <a:pt x="364" y="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66585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8" name="Freeform 277">
              <a:extLst>
                <a:ext uri="{FF2B5EF4-FFF2-40B4-BE49-F238E27FC236}">
                  <a16:creationId xmlns:a16="http://schemas.microsoft.com/office/drawing/2014/main" id="{42E7E77A-EB56-CE37-88A7-5A17191FA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" y="1335"/>
              <a:ext cx="89" cy="195"/>
            </a:xfrm>
            <a:custGeom>
              <a:avLst/>
              <a:gdLst>
                <a:gd name="T0" fmla="*/ 269 w 269"/>
                <a:gd name="T1" fmla="*/ 0 h 585"/>
                <a:gd name="T2" fmla="*/ 269 w 269"/>
                <a:gd name="T3" fmla="*/ 585 h 585"/>
                <a:gd name="T4" fmla="*/ 75 w 269"/>
                <a:gd name="T5" fmla="*/ 585 h 585"/>
                <a:gd name="T6" fmla="*/ 113 w 269"/>
                <a:gd name="T7" fmla="*/ 316 h 585"/>
                <a:gd name="T8" fmla="*/ 0 w 269"/>
                <a:gd name="T9" fmla="*/ 197 h 585"/>
                <a:gd name="T10" fmla="*/ 269 w 269"/>
                <a:gd name="T11" fmla="*/ 0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9" h="585">
                  <a:moveTo>
                    <a:pt x="269" y="0"/>
                  </a:moveTo>
                  <a:lnTo>
                    <a:pt x="269" y="585"/>
                  </a:lnTo>
                  <a:lnTo>
                    <a:pt x="75" y="585"/>
                  </a:lnTo>
                  <a:lnTo>
                    <a:pt x="113" y="316"/>
                  </a:lnTo>
                  <a:lnTo>
                    <a:pt x="0" y="197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66585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9" name="Freeform 278">
              <a:extLst>
                <a:ext uri="{FF2B5EF4-FFF2-40B4-BE49-F238E27FC236}">
                  <a16:creationId xmlns:a16="http://schemas.microsoft.com/office/drawing/2014/main" id="{EC26E25A-93C3-C4BA-2C66-96C6ACBCC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7" y="1313"/>
              <a:ext cx="152" cy="217"/>
            </a:xfrm>
            <a:custGeom>
              <a:avLst/>
              <a:gdLst>
                <a:gd name="T0" fmla="*/ 73 w 455"/>
                <a:gd name="T1" fmla="*/ 0 h 651"/>
                <a:gd name="T2" fmla="*/ 89 w 455"/>
                <a:gd name="T3" fmla="*/ 0 h 651"/>
                <a:gd name="T4" fmla="*/ 112 w 455"/>
                <a:gd name="T5" fmla="*/ 1 h 651"/>
                <a:gd name="T6" fmla="*/ 139 w 455"/>
                <a:gd name="T7" fmla="*/ 6 h 651"/>
                <a:gd name="T8" fmla="*/ 171 w 455"/>
                <a:gd name="T9" fmla="*/ 13 h 651"/>
                <a:gd name="T10" fmla="*/ 207 w 455"/>
                <a:gd name="T11" fmla="*/ 25 h 651"/>
                <a:gd name="T12" fmla="*/ 245 w 455"/>
                <a:gd name="T13" fmla="*/ 41 h 651"/>
                <a:gd name="T14" fmla="*/ 287 w 455"/>
                <a:gd name="T15" fmla="*/ 63 h 651"/>
                <a:gd name="T16" fmla="*/ 331 w 455"/>
                <a:gd name="T17" fmla="*/ 92 h 651"/>
                <a:gd name="T18" fmla="*/ 455 w 455"/>
                <a:gd name="T19" fmla="*/ 651 h 651"/>
                <a:gd name="T20" fmla="*/ 0 w 455"/>
                <a:gd name="T21" fmla="*/ 651 h 651"/>
                <a:gd name="T22" fmla="*/ 58 w 455"/>
                <a:gd name="T23" fmla="*/ 1 h 651"/>
                <a:gd name="T24" fmla="*/ 62 w 455"/>
                <a:gd name="T25" fmla="*/ 0 h 651"/>
                <a:gd name="T26" fmla="*/ 73 w 455"/>
                <a:gd name="T27" fmla="*/ 0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5" h="651">
                  <a:moveTo>
                    <a:pt x="73" y="0"/>
                  </a:moveTo>
                  <a:lnTo>
                    <a:pt x="89" y="0"/>
                  </a:lnTo>
                  <a:lnTo>
                    <a:pt x="112" y="1"/>
                  </a:lnTo>
                  <a:lnTo>
                    <a:pt x="139" y="6"/>
                  </a:lnTo>
                  <a:lnTo>
                    <a:pt x="171" y="13"/>
                  </a:lnTo>
                  <a:lnTo>
                    <a:pt x="207" y="25"/>
                  </a:lnTo>
                  <a:lnTo>
                    <a:pt x="245" y="41"/>
                  </a:lnTo>
                  <a:lnTo>
                    <a:pt x="287" y="63"/>
                  </a:lnTo>
                  <a:lnTo>
                    <a:pt x="331" y="92"/>
                  </a:lnTo>
                  <a:lnTo>
                    <a:pt x="455" y="651"/>
                  </a:lnTo>
                  <a:lnTo>
                    <a:pt x="0" y="651"/>
                  </a:lnTo>
                  <a:lnTo>
                    <a:pt x="58" y="1"/>
                  </a:lnTo>
                  <a:lnTo>
                    <a:pt x="62" y="0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66585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0" name="Freeform 279">
              <a:extLst>
                <a:ext uri="{FF2B5EF4-FFF2-40B4-BE49-F238E27FC236}">
                  <a16:creationId xmlns:a16="http://schemas.microsoft.com/office/drawing/2014/main" id="{4EC53A2E-1F9D-C4D2-EC51-612BABF6E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5" y="1335"/>
              <a:ext cx="89" cy="195"/>
            </a:xfrm>
            <a:custGeom>
              <a:avLst/>
              <a:gdLst>
                <a:gd name="T0" fmla="*/ 0 w 267"/>
                <a:gd name="T1" fmla="*/ 0 h 585"/>
                <a:gd name="T2" fmla="*/ 267 w 267"/>
                <a:gd name="T3" fmla="*/ 197 h 585"/>
                <a:gd name="T4" fmla="*/ 156 w 267"/>
                <a:gd name="T5" fmla="*/ 316 h 585"/>
                <a:gd name="T6" fmla="*/ 194 w 267"/>
                <a:gd name="T7" fmla="*/ 585 h 585"/>
                <a:gd name="T8" fmla="*/ 0 w 267"/>
                <a:gd name="T9" fmla="*/ 585 h 585"/>
                <a:gd name="T10" fmla="*/ 0 w 267"/>
                <a:gd name="T11" fmla="*/ 0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7" h="585">
                  <a:moveTo>
                    <a:pt x="0" y="0"/>
                  </a:moveTo>
                  <a:lnTo>
                    <a:pt x="267" y="197"/>
                  </a:lnTo>
                  <a:lnTo>
                    <a:pt x="156" y="316"/>
                  </a:lnTo>
                  <a:lnTo>
                    <a:pt x="194" y="585"/>
                  </a:lnTo>
                  <a:lnTo>
                    <a:pt x="0" y="5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585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1" name="Freeform 280">
              <a:extLst>
                <a:ext uri="{FF2B5EF4-FFF2-40B4-BE49-F238E27FC236}">
                  <a16:creationId xmlns:a16="http://schemas.microsoft.com/office/drawing/2014/main" id="{06B658E5-4543-A418-5753-960AE515BE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5" y="1277"/>
              <a:ext cx="172" cy="157"/>
            </a:xfrm>
            <a:custGeom>
              <a:avLst/>
              <a:gdLst>
                <a:gd name="T0" fmla="*/ 301 w 516"/>
                <a:gd name="T1" fmla="*/ 0 h 470"/>
                <a:gd name="T2" fmla="*/ 323 w 516"/>
                <a:gd name="T3" fmla="*/ 2 h 470"/>
                <a:gd name="T4" fmla="*/ 345 w 516"/>
                <a:gd name="T5" fmla="*/ 8 h 470"/>
                <a:gd name="T6" fmla="*/ 367 w 516"/>
                <a:gd name="T7" fmla="*/ 17 h 470"/>
                <a:gd name="T8" fmla="*/ 390 w 516"/>
                <a:gd name="T9" fmla="*/ 29 h 470"/>
                <a:gd name="T10" fmla="*/ 413 w 516"/>
                <a:gd name="T11" fmla="*/ 43 h 470"/>
                <a:gd name="T12" fmla="*/ 433 w 516"/>
                <a:gd name="T13" fmla="*/ 56 h 470"/>
                <a:gd name="T14" fmla="*/ 453 w 516"/>
                <a:gd name="T15" fmla="*/ 70 h 470"/>
                <a:gd name="T16" fmla="*/ 471 w 516"/>
                <a:gd name="T17" fmla="*/ 84 h 470"/>
                <a:gd name="T18" fmla="*/ 486 w 516"/>
                <a:gd name="T19" fmla="*/ 98 h 470"/>
                <a:gd name="T20" fmla="*/ 498 w 516"/>
                <a:gd name="T21" fmla="*/ 108 h 470"/>
                <a:gd name="T22" fmla="*/ 508 w 516"/>
                <a:gd name="T23" fmla="*/ 118 h 470"/>
                <a:gd name="T24" fmla="*/ 515 w 516"/>
                <a:gd name="T25" fmla="*/ 123 h 470"/>
                <a:gd name="T26" fmla="*/ 516 w 516"/>
                <a:gd name="T27" fmla="*/ 125 h 470"/>
                <a:gd name="T28" fmla="*/ 296 w 516"/>
                <a:gd name="T29" fmla="*/ 470 h 470"/>
                <a:gd name="T30" fmla="*/ 0 w 516"/>
                <a:gd name="T31" fmla="*/ 173 h 470"/>
                <a:gd name="T32" fmla="*/ 281 w 516"/>
                <a:gd name="T33" fmla="*/ 1 h 470"/>
                <a:gd name="T34" fmla="*/ 301 w 516"/>
                <a:gd name="T35" fmla="*/ 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6" h="470">
                  <a:moveTo>
                    <a:pt x="301" y="0"/>
                  </a:moveTo>
                  <a:lnTo>
                    <a:pt x="323" y="2"/>
                  </a:lnTo>
                  <a:lnTo>
                    <a:pt x="345" y="8"/>
                  </a:lnTo>
                  <a:lnTo>
                    <a:pt x="367" y="17"/>
                  </a:lnTo>
                  <a:lnTo>
                    <a:pt x="390" y="29"/>
                  </a:lnTo>
                  <a:lnTo>
                    <a:pt x="413" y="43"/>
                  </a:lnTo>
                  <a:lnTo>
                    <a:pt x="433" y="56"/>
                  </a:lnTo>
                  <a:lnTo>
                    <a:pt x="453" y="70"/>
                  </a:lnTo>
                  <a:lnTo>
                    <a:pt x="471" y="84"/>
                  </a:lnTo>
                  <a:lnTo>
                    <a:pt x="486" y="98"/>
                  </a:lnTo>
                  <a:lnTo>
                    <a:pt x="498" y="108"/>
                  </a:lnTo>
                  <a:lnTo>
                    <a:pt x="508" y="118"/>
                  </a:lnTo>
                  <a:lnTo>
                    <a:pt x="515" y="123"/>
                  </a:lnTo>
                  <a:lnTo>
                    <a:pt x="516" y="125"/>
                  </a:lnTo>
                  <a:lnTo>
                    <a:pt x="296" y="470"/>
                  </a:lnTo>
                  <a:lnTo>
                    <a:pt x="0" y="173"/>
                  </a:lnTo>
                  <a:lnTo>
                    <a:pt x="281" y="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F2788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2" name="Freeform 281">
              <a:extLst>
                <a:ext uri="{FF2B5EF4-FFF2-40B4-BE49-F238E27FC236}">
                  <a16:creationId xmlns:a16="http://schemas.microsoft.com/office/drawing/2014/main" id="{FDFEB07D-2A89-D04A-83DE-D04143D56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3" y="1277"/>
              <a:ext cx="172" cy="157"/>
            </a:xfrm>
            <a:custGeom>
              <a:avLst/>
              <a:gdLst>
                <a:gd name="T0" fmla="*/ 215 w 518"/>
                <a:gd name="T1" fmla="*/ 0 h 470"/>
                <a:gd name="T2" fmla="*/ 236 w 518"/>
                <a:gd name="T3" fmla="*/ 1 h 470"/>
                <a:gd name="T4" fmla="*/ 518 w 518"/>
                <a:gd name="T5" fmla="*/ 173 h 470"/>
                <a:gd name="T6" fmla="*/ 220 w 518"/>
                <a:gd name="T7" fmla="*/ 470 h 470"/>
                <a:gd name="T8" fmla="*/ 0 w 518"/>
                <a:gd name="T9" fmla="*/ 125 h 470"/>
                <a:gd name="T10" fmla="*/ 2 w 518"/>
                <a:gd name="T11" fmla="*/ 123 h 470"/>
                <a:gd name="T12" fmla="*/ 8 w 518"/>
                <a:gd name="T13" fmla="*/ 118 h 470"/>
                <a:gd name="T14" fmla="*/ 18 w 518"/>
                <a:gd name="T15" fmla="*/ 108 h 470"/>
                <a:gd name="T16" fmla="*/ 31 w 518"/>
                <a:gd name="T17" fmla="*/ 98 h 470"/>
                <a:gd name="T18" fmla="*/ 46 w 518"/>
                <a:gd name="T19" fmla="*/ 84 h 470"/>
                <a:gd name="T20" fmla="*/ 64 w 518"/>
                <a:gd name="T21" fmla="*/ 70 h 470"/>
                <a:gd name="T22" fmla="*/ 83 w 518"/>
                <a:gd name="T23" fmla="*/ 56 h 470"/>
                <a:gd name="T24" fmla="*/ 105 w 518"/>
                <a:gd name="T25" fmla="*/ 43 h 470"/>
                <a:gd name="T26" fmla="*/ 126 w 518"/>
                <a:gd name="T27" fmla="*/ 29 h 470"/>
                <a:gd name="T28" fmla="*/ 149 w 518"/>
                <a:gd name="T29" fmla="*/ 17 h 470"/>
                <a:gd name="T30" fmla="*/ 171 w 518"/>
                <a:gd name="T31" fmla="*/ 8 h 470"/>
                <a:gd name="T32" fmla="*/ 194 w 518"/>
                <a:gd name="T33" fmla="*/ 2 h 470"/>
                <a:gd name="T34" fmla="*/ 215 w 518"/>
                <a:gd name="T35" fmla="*/ 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8" h="470">
                  <a:moveTo>
                    <a:pt x="215" y="0"/>
                  </a:moveTo>
                  <a:lnTo>
                    <a:pt x="236" y="1"/>
                  </a:lnTo>
                  <a:lnTo>
                    <a:pt x="518" y="173"/>
                  </a:lnTo>
                  <a:lnTo>
                    <a:pt x="220" y="470"/>
                  </a:lnTo>
                  <a:lnTo>
                    <a:pt x="0" y="125"/>
                  </a:lnTo>
                  <a:lnTo>
                    <a:pt x="2" y="123"/>
                  </a:lnTo>
                  <a:lnTo>
                    <a:pt x="8" y="118"/>
                  </a:lnTo>
                  <a:lnTo>
                    <a:pt x="18" y="108"/>
                  </a:lnTo>
                  <a:lnTo>
                    <a:pt x="31" y="98"/>
                  </a:lnTo>
                  <a:lnTo>
                    <a:pt x="46" y="84"/>
                  </a:lnTo>
                  <a:lnTo>
                    <a:pt x="64" y="70"/>
                  </a:lnTo>
                  <a:lnTo>
                    <a:pt x="83" y="56"/>
                  </a:lnTo>
                  <a:lnTo>
                    <a:pt x="105" y="43"/>
                  </a:lnTo>
                  <a:lnTo>
                    <a:pt x="126" y="29"/>
                  </a:lnTo>
                  <a:lnTo>
                    <a:pt x="149" y="17"/>
                  </a:lnTo>
                  <a:lnTo>
                    <a:pt x="171" y="8"/>
                  </a:lnTo>
                  <a:lnTo>
                    <a:pt x="194" y="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rgbClr val="F2788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84" name="Freeform 282">
              <a:extLst>
                <a:ext uri="{FF2B5EF4-FFF2-40B4-BE49-F238E27FC236}">
                  <a16:creationId xmlns:a16="http://schemas.microsoft.com/office/drawing/2014/main" id="{3CED0C1C-71EB-9470-11E8-72CF72740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3" y="228"/>
              <a:ext cx="824" cy="692"/>
            </a:xfrm>
            <a:custGeom>
              <a:avLst/>
              <a:gdLst>
                <a:gd name="T0" fmla="*/ 1337 w 2473"/>
                <a:gd name="T1" fmla="*/ 43 h 2076"/>
                <a:gd name="T2" fmla="*/ 1409 w 2473"/>
                <a:gd name="T3" fmla="*/ 133 h 2076"/>
                <a:gd name="T4" fmla="*/ 1439 w 2473"/>
                <a:gd name="T5" fmla="*/ 137 h 2076"/>
                <a:gd name="T6" fmla="*/ 1489 w 2473"/>
                <a:gd name="T7" fmla="*/ 94 h 2076"/>
                <a:gd name="T8" fmla="*/ 1595 w 2473"/>
                <a:gd name="T9" fmla="*/ 101 h 2076"/>
                <a:gd name="T10" fmla="*/ 1668 w 2473"/>
                <a:gd name="T11" fmla="*/ 172 h 2076"/>
                <a:gd name="T12" fmla="*/ 1753 w 2473"/>
                <a:gd name="T13" fmla="*/ 197 h 2076"/>
                <a:gd name="T14" fmla="*/ 1886 w 2473"/>
                <a:gd name="T15" fmla="*/ 186 h 2076"/>
                <a:gd name="T16" fmla="*/ 1997 w 2473"/>
                <a:gd name="T17" fmla="*/ 281 h 2076"/>
                <a:gd name="T18" fmla="*/ 2079 w 2473"/>
                <a:gd name="T19" fmla="*/ 322 h 2076"/>
                <a:gd name="T20" fmla="*/ 2130 w 2473"/>
                <a:gd name="T21" fmla="*/ 300 h 2076"/>
                <a:gd name="T22" fmla="*/ 2211 w 2473"/>
                <a:gd name="T23" fmla="*/ 325 h 2076"/>
                <a:gd name="T24" fmla="*/ 2269 w 2473"/>
                <a:gd name="T25" fmla="*/ 416 h 2076"/>
                <a:gd name="T26" fmla="*/ 2320 w 2473"/>
                <a:gd name="T27" fmla="*/ 478 h 2076"/>
                <a:gd name="T28" fmla="*/ 2417 w 2473"/>
                <a:gd name="T29" fmla="*/ 520 h 2076"/>
                <a:gd name="T30" fmla="*/ 2465 w 2473"/>
                <a:gd name="T31" fmla="*/ 640 h 2076"/>
                <a:gd name="T32" fmla="*/ 2471 w 2473"/>
                <a:gd name="T33" fmla="*/ 901 h 2076"/>
                <a:gd name="T34" fmla="*/ 2448 w 2473"/>
                <a:gd name="T35" fmla="*/ 1241 h 2076"/>
                <a:gd name="T36" fmla="*/ 2407 w 2473"/>
                <a:gd name="T37" fmla="*/ 1593 h 2076"/>
                <a:gd name="T38" fmla="*/ 2358 w 2473"/>
                <a:gd name="T39" fmla="*/ 1890 h 2076"/>
                <a:gd name="T40" fmla="*/ 2311 w 2473"/>
                <a:gd name="T41" fmla="*/ 2059 h 2076"/>
                <a:gd name="T42" fmla="*/ 2271 w 2473"/>
                <a:gd name="T43" fmla="*/ 2044 h 2076"/>
                <a:gd name="T44" fmla="*/ 2249 w 2473"/>
                <a:gd name="T45" fmla="*/ 1875 h 2076"/>
                <a:gd name="T46" fmla="*/ 2233 w 2473"/>
                <a:gd name="T47" fmla="*/ 1623 h 2076"/>
                <a:gd name="T48" fmla="*/ 2205 w 2473"/>
                <a:gd name="T49" fmla="*/ 1355 h 2076"/>
                <a:gd name="T50" fmla="*/ 2152 w 2473"/>
                <a:gd name="T51" fmla="*/ 1136 h 2076"/>
                <a:gd name="T52" fmla="*/ 2036 w 2473"/>
                <a:gd name="T53" fmla="*/ 1028 h 2076"/>
                <a:gd name="T54" fmla="*/ 1854 w 2473"/>
                <a:gd name="T55" fmla="*/ 1014 h 2076"/>
                <a:gd name="T56" fmla="*/ 1628 w 2473"/>
                <a:gd name="T57" fmla="*/ 1050 h 2076"/>
                <a:gd name="T58" fmla="*/ 1383 w 2473"/>
                <a:gd name="T59" fmla="*/ 1093 h 2076"/>
                <a:gd name="T60" fmla="*/ 1139 w 2473"/>
                <a:gd name="T61" fmla="*/ 1098 h 2076"/>
                <a:gd name="T62" fmla="*/ 893 w 2473"/>
                <a:gd name="T63" fmla="*/ 1060 h 2076"/>
                <a:gd name="T64" fmla="*/ 661 w 2473"/>
                <a:gd name="T65" fmla="*/ 1019 h 2076"/>
                <a:gd name="T66" fmla="*/ 468 w 2473"/>
                <a:gd name="T67" fmla="*/ 1019 h 2076"/>
                <a:gd name="T68" fmla="*/ 338 w 2473"/>
                <a:gd name="T69" fmla="*/ 1105 h 2076"/>
                <a:gd name="T70" fmla="*/ 275 w 2473"/>
                <a:gd name="T71" fmla="*/ 1304 h 2076"/>
                <a:gd name="T72" fmla="*/ 244 w 2473"/>
                <a:gd name="T73" fmla="*/ 1568 h 2076"/>
                <a:gd name="T74" fmla="*/ 227 w 2473"/>
                <a:gd name="T75" fmla="*/ 1830 h 2076"/>
                <a:gd name="T76" fmla="*/ 207 w 2473"/>
                <a:gd name="T77" fmla="*/ 2020 h 2076"/>
                <a:gd name="T78" fmla="*/ 170 w 2473"/>
                <a:gd name="T79" fmla="*/ 2071 h 2076"/>
                <a:gd name="T80" fmla="*/ 125 w 2473"/>
                <a:gd name="T81" fmla="*/ 1936 h 2076"/>
                <a:gd name="T82" fmla="*/ 75 w 2473"/>
                <a:gd name="T83" fmla="*/ 1660 h 2076"/>
                <a:gd name="T84" fmla="*/ 32 w 2473"/>
                <a:gd name="T85" fmla="*/ 1313 h 2076"/>
                <a:gd name="T86" fmla="*/ 5 w 2473"/>
                <a:gd name="T87" fmla="*/ 964 h 2076"/>
                <a:gd name="T88" fmla="*/ 4 w 2473"/>
                <a:gd name="T89" fmla="*/ 682 h 2076"/>
                <a:gd name="T90" fmla="*/ 41 w 2473"/>
                <a:gd name="T91" fmla="*/ 534 h 2076"/>
                <a:gd name="T92" fmla="*/ 135 w 2473"/>
                <a:gd name="T93" fmla="*/ 484 h 2076"/>
                <a:gd name="T94" fmla="*/ 198 w 2473"/>
                <a:gd name="T95" fmla="*/ 432 h 2076"/>
                <a:gd name="T96" fmla="*/ 245 w 2473"/>
                <a:gd name="T97" fmla="*/ 340 h 2076"/>
                <a:gd name="T98" fmla="*/ 330 w 2473"/>
                <a:gd name="T99" fmla="*/ 297 h 2076"/>
                <a:gd name="T100" fmla="*/ 382 w 2473"/>
                <a:gd name="T101" fmla="*/ 319 h 2076"/>
                <a:gd name="T102" fmla="*/ 456 w 2473"/>
                <a:gd name="T103" fmla="*/ 300 h 2076"/>
                <a:gd name="T104" fmla="*/ 562 w 2473"/>
                <a:gd name="T105" fmla="*/ 198 h 2076"/>
                <a:gd name="T106" fmla="*/ 695 w 2473"/>
                <a:gd name="T107" fmla="*/ 191 h 2076"/>
                <a:gd name="T108" fmla="*/ 793 w 2473"/>
                <a:gd name="T109" fmla="*/ 184 h 2076"/>
                <a:gd name="T110" fmla="*/ 861 w 2473"/>
                <a:gd name="T111" fmla="*/ 113 h 2076"/>
                <a:gd name="T112" fmla="*/ 964 w 2473"/>
                <a:gd name="T113" fmla="*/ 88 h 2076"/>
                <a:gd name="T114" fmla="*/ 1028 w 2473"/>
                <a:gd name="T115" fmla="*/ 129 h 2076"/>
                <a:gd name="T116" fmla="*/ 1056 w 2473"/>
                <a:gd name="T117" fmla="*/ 142 h 2076"/>
                <a:gd name="T118" fmla="*/ 1118 w 2473"/>
                <a:gd name="T119" fmla="*/ 62 h 2076"/>
                <a:gd name="T120" fmla="*/ 1237 w 2473"/>
                <a:gd name="T121" fmla="*/ 0 h 20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73" h="2076">
                  <a:moveTo>
                    <a:pt x="1237" y="0"/>
                  </a:moveTo>
                  <a:lnTo>
                    <a:pt x="1265" y="4"/>
                  </a:lnTo>
                  <a:lnTo>
                    <a:pt x="1291" y="13"/>
                  </a:lnTo>
                  <a:lnTo>
                    <a:pt x="1315" y="26"/>
                  </a:lnTo>
                  <a:lnTo>
                    <a:pt x="1337" y="43"/>
                  </a:lnTo>
                  <a:lnTo>
                    <a:pt x="1356" y="62"/>
                  </a:lnTo>
                  <a:lnTo>
                    <a:pt x="1372" y="81"/>
                  </a:lnTo>
                  <a:lnTo>
                    <a:pt x="1387" y="100"/>
                  </a:lnTo>
                  <a:lnTo>
                    <a:pt x="1400" y="118"/>
                  </a:lnTo>
                  <a:lnTo>
                    <a:pt x="1409" y="133"/>
                  </a:lnTo>
                  <a:lnTo>
                    <a:pt x="1418" y="142"/>
                  </a:lnTo>
                  <a:lnTo>
                    <a:pt x="1424" y="147"/>
                  </a:lnTo>
                  <a:lnTo>
                    <a:pt x="1428" y="147"/>
                  </a:lnTo>
                  <a:lnTo>
                    <a:pt x="1433" y="143"/>
                  </a:lnTo>
                  <a:lnTo>
                    <a:pt x="1439" y="137"/>
                  </a:lnTo>
                  <a:lnTo>
                    <a:pt x="1445" y="129"/>
                  </a:lnTo>
                  <a:lnTo>
                    <a:pt x="1452" y="121"/>
                  </a:lnTo>
                  <a:lnTo>
                    <a:pt x="1462" y="111"/>
                  </a:lnTo>
                  <a:lnTo>
                    <a:pt x="1474" y="101"/>
                  </a:lnTo>
                  <a:lnTo>
                    <a:pt x="1489" y="94"/>
                  </a:lnTo>
                  <a:lnTo>
                    <a:pt x="1509" y="88"/>
                  </a:lnTo>
                  <a:lnTo>
                    <a:pt x="1533" y="85"/>
                  </a:lnTo>
                  <a:lnTo>
                    <a:pt x="1556" y="86"/>
                  </a:lnTo>
                  <a:lnTo>
                    <a:pt x="1577" y="92"/>
                  </a:lnTo>
                  <a:lnTo>
                    <a:pt x="1595" y="101"/>
                  </a:lnTo>
                  <a:lnTo>
                    <a:pt x="1612" y="113"/>
                  </a:lnTo>
                  <a:lnTo>
                    <a:pt x="1627" y="128"/>
                  </a:lnTo>
                  <a:lnTo>
                    <a:pt x="1641" y="142"/>
                  </a:lnTo>
                  <a:lnTo>
                    <a:pt x="1654" y="158"/>
                  </a:lnTo>
                  <a:lnTo>
                    <a:pt x="1668" y="172"/>
                  </a:lnTo>
                  <a:lnTo>
                    <a:pt x="1681" y="184"/>
                  </a:lnTo>
                  <a:lnTo>
                    <a:pt x="1694" y="192"/>
                  </a:lnTo>
                  <a:lnTo>
                    <a:pt x="1707" y="198"/>
                  </a:lnTo>
                  <a:lnTo>
                    <a:pt x="1729" y="199"/>
                  </a:lnTo>
                  <a:lnTo>
                    <a:pt x="1753" y="197"/>
                  </a:lnTo>
                  <a:lnTo>
                    <a:pt x="1777" y="191"/>
                  </a:lnTo>
                  <a:lnTo>
                    <a:pt x="1803" y="185"/>
                  </a:lnTo>
                  <a:lnTo>
                    <a:pt x="1831" y="182"/>
                  </a:lnTo>
                  <a:lnTo>
                    <a:pt x="1858" y="180"/>
                  </a:lnTo>
                  <a:lnTo>
                    <a:pt x="1886" y="186"/>
                  </a:lnTo>
                  <a:lnTo>
                    <a:pt x="1911" y="198"/>
                  </a:lnTo>
                  <a:lnTo>
                    <a:pt x="1934" y="216"/>
                  </a:lnTo>
                  <a:lnTo>
                    <a:pt x="1957" y="236"/>
                  </a:lnTo>
                  <a:lnTo>
                    <a:pt x="1977" y="259"/>
                  </a:lnTo>
                  <a:lnTo>
                    <a:pt x="1997" y="281"/>
                  </a:lnTo>
                  <a:lnTo>
                    <a:pt x="2017" y="300"/>
                  </a:lnTo>
                  <a:lnTo>
                    <a:pt x="2036" y="314"/>
                  </a:lnTo>
                  <a:lnTo>
                    <a:pt x="2055" y="322"/>
                  </a:lnTo>
                  <a:lnTo>
                    <a:pt x="2069" y="324"/>
                  </a:lnTo>
                  <a:lnTo>
                    <a:pt x="2079" y="322"/>
                  </a:lnTo>
                  <a:lnTo>
                    <a:pt x="2090" y="319"/>
                  </a:lnTo>
                  <a:lnTo>
                    <a:pt x="2101" y="314"/>
                  </a:lnTo>
                  <a:lnTo>
                    <a:pt x="2110" y="308"/>
                  </a:lnTo>
                  <a:lnTo>
                    <a:pt x="2120" y="303"/>
                  </a:lnTo>
                  <a:lnTo>
                    <a:pt x="2130" y="300"/>
                  </a:lnTo>
                  <a:lnTo>
                    <a:pt x="2142" y="297"/>
                  </a:lnTo>
                  <a:lnTo>
                    <a:pt x="2157" y="299"/>
                  </a:lnTo>
                  <a:lnTo>
                    <a:pt x="2172" y="302"/>
                  </a:lnTo>
                  <a:lnTo>
                    <a:pt x="2191" y="311"/>
                  </a:lnTo>
                  <a:lnTo>
                    <a:pt x="2211" y="325"/>
                  </a:lnTo>
                  <a:lnTo>
                    <a:pt x="2227" y="340"/>
                  </a:lnTo>
                  <a:lnTo>
                    <a:pt x="2240" y="358"/>
                  </a:lnTo>
                  <a:lnTo>
                    <a:pt x="2251" y="377"/>
                  </a:lnTo>
                  <a:lnTo>
                    <a:pt x="2260" y="397"/>
                  </a:lnTo>
                  <a:lnTo>
                    <a:pt x="2269" y="416"/>
                  </a:lnTo>
                  <a:lnTo>
                    <a:pt x="2276" y="432"/>
                  </a:lnTo>
                  <a:lnTo>
                    <a:pt x="2284" y="448"/>
                  </a:lnTo>
                  <a:lnTo>
                    <a:pt x="2292" y="461"/>
                  </a:lnTo>
                  <a:lnTo>
                    <a:pt x="2303" y="469"/>
                  </a:lnTo>
                  <a:lnTo>
                    <a:pt x="2320" y="478"/>
                  </a:lnTo>
                  <a:lnTo>
                    <a:pt x="2339" y="484"/>
                  </a:lnTo>
                  <a:lnTo>
                    <a:pt x="2359" y="491"/>
                  </a:lnTo>
                  <a:lnTo>
                    <a:pt x="2379" y="499"/>
                  </a:lnTo>
                  <a:lnTo>
                    <a:pt x="2398" y="509"/>
                  </a:lnTo>
                  <a:lnTo>
                    <a:pt x="2417" y="520"/>
                  </a:lnTo>
                  <a:lnTo>
                    <a:pt x="2433" y="534"/>
                  </a:lnTo>
                  <a:lnTo>
                    <a:pt x="2445" y="551"/>
                  </a:lnTo>
                  <a:lnTo>
                    <a:pt x="2453" y="573"/>
                  </a:lnTo>
                  <a:lnTo>
                    <a:pt x="2460" y="603"/>
                  </a:lnTo>
                  <a:lnTo>
                    <a:pt x="2465" y="640"/>
                  </a:lnTo>
                  <a:lnTo>
                    <a:pt x="2470" y="682"/>
                  </a:lnTo>
                  <a:lnTo>
                    <a:pt x="2472" y="730"/>
                  </a:lnTo>
                  <a:lnTo>
                    <a:pt x="2473" y="782"/>
                  </a:lnTo>
                  <a:lnTo>
                    <a:pt x="2472" y="840"/>
                  </a:lnTo>
                  <a:lnTo>
                    <a:pt x="2471" y="901"/>
                  </a:lnTo>
                  <a:lnTo>
                    <a:pt x="2468" y="964"/>
                  </a:lnTo>
                  <a:lnTo>
                    <a:pt x="2465" y="1031"/>
                  </a:lnTo>
                  <a:lnTo>
                    <a:pt x="2460" y="1099"/>
                  </a:lnTo>
                  <a:lnTo>
                    <a:pt x="2454" y="1169"/>
                  </a:lnTo>
                  <a:lnTo>
                    <a:pt x="2448" y="1241"/>
                  </a:lnTo>
                  <a:lnTo>
                    <a:pt x="2441" y="1313"/>
                  </a:lnTo>
                  <a:lnTo>
                    <a:pt x="2433" y="1384"/>
                  </a:lnTo>
                  <a:lnTo>
                    <a:pt x="2424" y="1456"/>
                  </a:lnTo>
                  <a:lnTo>
                    <a:pt x="2416" y="1525"/>
                  </a:lnTo>
                  <a:lnTo>
                    <a:pt x="2407" y="1593"/>
                  </a:lnTo>
                  <a:lnTo>
                    <a:pt x="2397" y="1660"/>
                  </a:lnTo>
                  <a:lnTo>
                    <a:pt x="2388" y="1722"/>
                  </a:lnTo>
                  <a:lnTo>
                    <a:pt x="2378" y="1782"/>
                  </a:lnTo>
                  <a:lnTo>
                    <a:pt x="2368" y="1838"/>
                  </a:lnTo>
                  <a:lnTo>
                    <a:pt x="2358" y="1890"/>
                  </a:lnTo>
                  <a:lnTo>
                    <a:pt x="2348" y="1936"/>
                  </a:lnTo>
                  <a:lnTo>
                    <a:pt x="2339" y="1977"/>
                  </a:lnTo>
                  <a:lnTo>
                    <a:pt x="2329" y="2010"/>
                  </a:lnTo>
                  <a:lnTo>
                    <a:pt x="2320" y="2039"/>
                  </a:lnTo>
                  <a:lnTo>
                    <a:pt x="2311" y="2059"/>
                  </a:lnTo>
                  <a:lnTo>
                    <a:pt x="2303" y="2071"/>
                  </a:lnTo>
                  <a:lnTo>
                    <a:pt x="2295" y="2076"/>
                  </a:lnTo>
                  <a:lnTo>
                    <a:pt x="2286" y="2072"/>
                  </a:lnTo>
                  <a:lnTo>
                    <a:pt x="2278" y="2062"/>
                  </a:lnTo>
                  <a:lnTo>
                    <a:pt x="2271" y="2044"/>
                  </a:lnTo>
                  <a:lnTo>
                    <a:pt x="2266" y="2020"/>
                  </a:lnTo>
                  <a:lnTo>
                    <a:pt x="2260" y="1991"/>
                  </a:lnTo>
                  <a:lnTo>
                    <a:pt x="2257" y="1957"/>
                  </a:lnTo>
                  <a:lnTo>
                    <a:pt x="2252" y="1918"/>
                  </a:lnTo>
                  <a:lnTo>
                    <a:pt x="2249" y="1875"/>
                  </a:lnTo>
                  <a:lnTo>
                    <a:pt x="2246" y="1830"/>
                  </a:lnTo>
                  <a:lnTo>
                    <a:pt x="2242" y="1781"/>
                  </a:lnTo>
                  <a:lnTo>
                    <a:pt x="2240" y="1730"/>
                  </a:lnTo>
                  <a:lnTo>
                    <a:pt x="2236" y="1677"/>
                  </a:lnTo>
                  <a:lnTo>
                    <a:pt x="2233" y="1623"/>
                  </a:lnTo>
                  <a:lnTo>
                    <a:pt x="2228" y="1568"/>
                  </a:lnTo>
                  <a:lnTo>
                    <a:pt x="2224" y="1513"/>
                  </a:lnTo>
                  <a:lnTo>
                    <a:pt x="2219" y="1460"/>
                  </a:lnTo>
                  <a:lnTo>
                    <a:pt x="2213" y="1406"/>
                  </a:lnTo>
                  <a:lnTo>
                    <a:pt x="2205" y="1355"/>
                  </a:lnTo>
                  <a:lnTo>
                    <a:pt x="2197" y="1304"/>
                  </a:lnTo>
                  <a:lnTo>
                    <a:pt x="2189" y="1257"/>
                  </a:lnTo>
                  <a:lnTo>
                    <a:pt x="2178" y="1212"/>
                  </a:lnTo>
                  <a:lnTo>
                    <a:pt x="2165" y="1173"/>
                  </a:lnTo>
                  <a:lnTo>
                    <a:pt x="2152" y="1136"/>
                  </a:lnTo>
                  <a:lnTo>
                    <a:pt x="2135" y="1105"/>
                  </a:lnTo>
                  <a:lnTo>
                    <a:pt x="2115" y="1079"/>
                  </a:lnTo>
                  <a:lnTo>
                    <a:pt x="2092" y="1058"/>
                  </a:lnTo>
                  <a:lnTo>
                    <a:pt x="2066" y="1040"/>
                  </a:lnTo>
                  <a:lnTo>
                    <a:pt x="2036" y="1028"/>
                  </a:lnTo>
                  <a:lnTo>
                    <a:pt x="2004" y="1019"/>
                  </a:lnTo>
                  <a:lnTo>
                    <a:pt x="1970" y="1014"/>
                  </a:lnTo>
                  <a:lnTo>
                    <a:pt x="1934" y="1012"/>
                  </a:lnTo>
                  <a:lnTo>
                    <a:pt x="1895" y="1012"/>
                  </a:lnTo>
                  <a:lnTo>
                    <a:pt x="1854" y="1014"/>
                  </a:lnTo>
                  <a:lnTo>
                    <a:pt x="1812" y="1019"/>
                  </a:lnTo>
                  <a:lnTo>
                    <a:pt x="1767" y="1025"/>
                  </a:lnTo>
                  <a:lnTo>
                    <a:pt x="1722" y="1033"/>
                  </a:lnTo>
                  <a:lnTo>
                    <a:pt x="1676" y="1042"/>
                  </a:lnTo>
                  <a:lnTo>
                    <a:pt x="1628" y="1050"/>
                  </a:lnTo>
                  <a:lnTo>
                    <a:pt x="1581" y="1060"/>
                  </a:lnTo>
                  <a:lnTo>
                    <a:pt x="1532" y="1069"/>
                  </a:lnTo>
                  <a:lnTo>
                    <a:pt x="1482" y="1077"/>
                  </a:lnTo>
                  <a:lnTo>
                    <a:pt x="1433" y="1086"/>
                  </a:lnTo>
                  <a:lnTo>
                    <a:pt x="1383" y="1093"/>
                  </a:lnTo>
                  <a:lnTo>
                    <a:pt x="1334" y="1098"/>
                  </a:lnTo>
                  <a:lnTo>
                    <a:pt x="1284" y="1101"/>
                  </a:lnTo>
                  <a:lnTo>
                    <a:pt x="1237" y="1103"/>
                  </a:lnTo>
                  <a:lnTo>
                    <a:pt x="1188" y="1101"/>
                  </a:lnTo>
                  <a:lnTo>
                    <a:pt x="1139" y="1098"/>
                  </a:lnTo>
                  <a:lnTo>
                    <a:pt x="1089" y="1093"/>
                  </a:lnTo>
                  <a:lnTo>
                    <a:pt x="1040" y="1086"/>
                  </a:lnTo>
                  <a:lnTo>
                    <a:pt x="990" y="1077"/>
                  </a:lnTo>
                  <a:lnTo>
                    <a:pt x="942" y="1069"/>
                  </a:lnTo>
                  <a:lnTo>
                    <a:pt x="893" y="1060"/>
                  </a:lnTo>
                  <a:lnTo>
                    <a:pt x="844" y="1050"/>
                  </a:lnTo>
                  <a:lnTo>
                    <a:pt x="796" y="1042"/>
                  </a:lnTo>
                  <a:lnTo>
                    <a:pt x="750" y="1033"/>
                  </a:lnTo>
                  <a:lnTo>
                    <a:pt x="705" y="1025"/>
                  </a:lnTo>
                  <a:lnTo>
                    <a:pt x="661" y="1019"/>
                  </a:lnTo>
                  <a:lnTo>
                    <a:pt x="619" y="1014"/>
                  </a:lnTo>
                  <a:lnTo>
                    <a:pt x="577" y="1012"/>
                  </a:lnTo>
                  <a:lnTo>
                    <a:pt x="539" y="1012"/>
                  </a:lnTo>
                  <a:lnTo>
                    <a:pt x="502" y="1014"/>
                  </a:lnTo>
                  <a:lnTo>
                    <a:pt x="468" y="1019"/>
                  </a:lnTo>
                  <a:lnTo>
                    <a:pt x="437" y="1028"/>
                  </a:lnTo>
                  <a:lnTo>
                    <a:pt x="407" y="1040"/>
                  </a:lnTo>
                  <a:lnTo>
                    <a:pt x="381" y="1058"/>
                  </a:lnTo>
                  <a:lnTo>
                    <a:pt x="357" y="1079"/>
                  </a:lnTo>
                  <a:lnTo>
                    <a:pt x="338" y="1105"/>
                  </a:lnTo>
                  <a:lnTo>
                    <a:pt x="321" y="1136"/>
                  </a:lnTo>
                  <a:lnTo>
                    <a:pt x="307" y="1173"/>
                  </a:lnTo>
                  <a:lnTo>
                    <a:pt x="295" y="1212"/>
                  </a:lnTo>
                  <a:lnTo>
                    <a:pt x="285" y="1257"/>
                  </a:lnTo>
                  <a:lnTo>
                    <a:pt x="275" y="1304"/>
                  </a:lnTo>
                  <a:lnTo>
                    <a:pt x="267" y="1355"/>
                  </a:lnTo>
                  <a:lnTo>
                    <a:pt x="260" y="1406"/>
                  </a:lnTo>
                  <a:lnTo>
                    <a:pt x="254" y="1460"/>
                  </a:lnTo>
                  <a:lnTo>
                    <a:pt x="249" y="1513"/>
                  </a:lnTo>
                  <a:lnTo>
                    <a:pt x="244" y="1568"/>
                  </a:lnTo>
                  <a:lnTo>
                    <a:pt x="241" y="1623"/>
                  </a:lnTo>
                  <a:lnTo>
                    <a:pt x="237" y="1677"/>
                  </a:lnTo>
                  <a:lnTo>
                    <a:pt x="233" y="1730"/>
                  </a:lnTo>
                  <a:lnTo>
                    <a:pt x="230" y="1781"/>
                  </a:lnTo>
                  <a:lnTo>
                    <a:pt x="227" y="1830"/>
                  </a:lnTo>
                  <a:lnTo>
                    <a:pt x="224" y="1875"/>
                  </a:lnTo>
                  <a:lnTo>
                    <a:pt x="220" y="1918"/>
                  </a:lnTo>
                  <a:lnTo>
                    <a:pt x="217" y="1957"/>
                  </a:lnTo>
                  <a:lnTo>
                    <a:pt x="212" y="1991"/>
                  </a:lnTo>
                  <a:lnTo>
                    <a:pt x="207" y="2020"/>
                  </a:lnTo>
                  <a:lnTo>
                    <a:pt x="201" y="2044"/>
                  </a:lnTo>
                  <a:lnTo>
                    <a:pt x="194" y="2062"/>
                  </a:lnTo>
                  <a:lnTo>
                    <a:pt x="187" y="2072"/>
                  </a:lnTo>
                  <a:lnTo>
                    <a:pt x="177" y="2076"/>
                  </a:lnTo>
                  <a:lnTo>
                    <a:pt x="170" y="2071"/>
                  </a:lnTo>
                  <a:lnTo>
                    <a:pt x="162" y="2059"/>
                  </a:lnTo>
                  <a:lnTo>
                    <a:pt x="154" y="2039"/>
                  </a:lnTo>
                  <a:lnTo>
                    <a:pt x="144" y="2010"/>
                  </a:lnTo>
                  <a:lnTo>
                    <a:pt x="135" y="1977"/>
                  </a:lnTo>
                  <a:lnTo>
                    <a:pt x="125" y="1936"/>
                  </a:lnTo>
                  <a:lnTo>
                    <a:pt x="114" y="1890"/>
                  </a:lnTo>
                  <a:lnTo>
                    <a:pt x="105" y="1838"/>
                  </a:lnTo>
                  <a:lnTo>
                    <a:pt x="95" y="1782"/>
                  </a:lnTo>
                  <a:lnTo>
                    <a:pt x="85" y="1722"/>
                  </a:lnTo>
                  <a:lnTo>
                    <a:pt x="75" y="1660"/>
                  </a:lnTo>
                  <a:lnTo>
                    <a:pt x="66" y="1593"/>
                  </a:lnTo>
                  <a:lnTo>
                    <a:pt x="56" y="1525"/>
                  </a:lnTo>
                  <a:lnTo>
                    <a:pt x="48" y="1456"/>
                  </a:lnTo>
                  <a:lnTo>
                    <a:pt x="39" y="1384"/>
                  </a:lnTo>
                  <a:lnTo>
                    <a:pt x="32" y="1313"/>
                  </a:lnTo>
                  <a:lnTo>
                    <a:pt x="25" y="1241"/>
                  </a:lnTo>
                  <a:lnTo>
                    <a:pt x="18" y="1169"/>
                  </a:lnTo>
                  <a:lnTo>
                    <a:pt x="13" y="1099"/>
                  </a:lnTo>
                  <a:lnTo>
                    <a:pt x="8" y="1031"/>
                  </a:lnTo>
                  <a:lnTo>
                    <a:pt x="5" y="964"/>
                  </a:lnTo>
                  <a:lnTo>
                    <a:pt x="2" y="901"/>
                  </a:lnTo>
                  <a:lnTo>
                    <a:pt x="0" y="840"/>
                  </a:lnTo>
                  <a:lnTo>
                    <a:pt x="0" y="782"/>
                  </a:lnTo>
                  <a:lnTo>
                    <a:pt x="1" y="730"/>
                  </a:lnTo>
                  <a:lnTo>
                    <a:pt x="4" y="682"/>
                  </a:lnTo>
                  <a:lnTo>
                    <a:pt x="7" y="640"/>
                  </a:lnTo>
                  <a:lnTo>
                    <a:pt x="13" y="603"/>
                  </a:lnTo>
                  <a:lnTo>
                    <a:pt x="19" y="575"/>
                  </a:lnTo>
                  <a:lnTo>
                    <a:pt x="29" y="552"/>
                  </a:lnTo>
                  <a:lnTo>
                    <a:pt x="41" y="534"/>
                  </a:lnTo>
                  <a:lnTo>
                    <a:pt x="56" y="520"/>
                  </a:lnTo>
                  <a:lnTo>
                    <a:pt x="74" y="509"/>
                  </a:lnTo>
                  <a:lnTo>
                    <a:pt x="94" y="499"/>
                  </a:lnTo>
                  <a:lnTo>
                    <a:pt x="114" y="491"/>
                  </a:lnTo>
                  <a:lnTo>
                    <a:pt x="135" y="484"/>
                  </a:lnTo>
                  <a:lnTo>
                    <a:pt x="152" y="478"/>
                  </a:lnTo>
                  <a:lnTo>
                    <a:pt x="169" y="469"/>
                  </a:lnTo>
                  <a:lnTo>
                    <a:pt x="180" y="461"/>
                  </a:lnTo>
                  <a:lnTo>
                    <a:pt x="189" y="448"/>
                  </a:lnTo>
                  <a:lnTo>
                    <a:pt x="198" y="432"/>
                  </a:lnTo>
                  <a:lnTo>
                    <a:pt x="205" y="416"/>
                  </a:lnTo>
                  <a:lnTo>
                    <a:pt x="213" y="397"/>
                  </a:lnTo>
                  <a:lnTo>
                    <a:pt x="221" y="377"/>
                  </a:lnTo>
                  <a:lnTo>
                    <a:pt x="232" y="358"/>
                  </a:lnTo>
                  <a:lnTo>
                    <a:pt x="245" y="340"/>
                  </a:lnTo>
                  <a:lnTo>
                    <a:pt x="262" y="325"/>
                  </a:lnTo>
                  <a:lnTo>
                    <a:pt x="282" y="311"/>
                  </a:lnTo>
                  <a:lnTo>
                    <a:pt x="300" y="302"/>
                  </a:lnTo>
                  <a:lnTo>
                    <a:pt x="317" y="299"/>
                  </a:lnTo>
                  <a:lnTo>
                    <a:pt x="330" y="297"/>
                  </a:lnTo>
                  <a:lnTo>
                    <a:pt x="342" y="300"/>
                  </a:lnTo>
                  <a:lnTo>
                    <a:pt x="352" y="303"/>
                  </a:lnTo>
                  <a:lnTo>
                    <a:pt x="363" y="308"/>
                  </a:lnTo>
                  <a:lnTo>
                    <a:pt x="373" y="314"/>
                  </a:lnTo>
                  <a:lnTo>
                    <a:pt x="382" y="319"/>
                  </a:lnTo>
                  <a:lnTo>
                    <a:pt x="393" y="322"/>
                  </a:lnTo>
                  <a:lnTo>
                    <a:pt x="405" y="324"/>
                  </a:lnTo>
                  <a:lnTo>
                    <a:pt x="418" y="322"/>
                  </a:lnTo>
                  <a:lnTo>
                    <a:pt x="437" y="314"/>
                  </a:lnTo>
                  <a:lnTo>
                    <a:pt x="456" y="300"/>
                  </a:lnTo>
                  <a:lnTo>
                    <a:pt x="476" y="281"/>
                  </a:lnTo>
                  <a:lnTo>
                    <a:pt x="495" y="259"/>
                  </a:lnTo>
                  <a:lnTo>
                    <a:pt x="517" y="236"/>
                  </a:lnTo>
                  <a:lnTo>
                    <a:pt x="538" y="216"/>
                  </a:lnTo>
                  <a:lnTo>
                    <a:pt x="562" y="198"/>
                  </a:lnTo>
                  <a:lnTo>
                    <a:pt x="586" y="186"/>
                  </a:lnTo>
                  <a:lnTo>
                    <a:pt x="614" y="180"/>
                  </a:lnTo>
                  <a:lnTo>
                    <a:pt x="643" y="182"/>
                  </a:lnTo>
                  <a:lnTo>
                    <a:pt x="669" y="185"/>
                  </a:lnTo>
                  <a:lnTo>
                    <a:pt x="695" y="191"/>
                  </a:lnTo>
                  <a:lnTo>
                    <a:pt x="720" y="197"/>
                  </a:lnTo>
                  <a:lnTo>
                    <a:pt x="744" y="199"/>
                  </a:lnTo>
                  <a:lnTo>
                    <a:pt x="767" y="198"/>
                  </a:lnTo>
                  <a:lnTo>
                    <a:pt x="780" y="192"/>
                  </a:lnTo>
                  <a:lnTo>
                    <a:pt x="793" y="184"/>
                  </a:lnTo>
                  <a:lnTo>
                    <a:pt x="806" y="172"/>
                  </a:lnTo>
                  <a:lnTo>
                    <a:pt x="818" y="158"/>
                  </a:lnTo>
                  <a:lnTo>
                    <a:pt x="832" y="142"/>
                  </a:lnTo>
                  <a:lnTo>
                    <a:pt x="846" y="128"/>
                  </a:lnTo>
                  <a:lnTo>
                    <a:pt x="861" y="113"/>
                  </a:lnTo>
                  <a:lnTo>
                    <a:pt x="877" y="101"/>
                  </a:lnTo>
                  <a:lnTo>
                    <a:pt x="896" y="92"/>
                  </a:lnTo>
                  <a:lnTo>
                    <a:pt x="917" y="86"/>
                  </a:lnTo>
                  <a:lnTo>
                    <a:pt x="939" y="85"/>
                  </a:lnTo>
                  <a:lnTo>
                    <a:pt x="964" y="88"/>
                  </a:lnTo>
                  <a:lnTo>
                    <a:pt x="983" y="94"/>
                  </a:lnTo>
                  <a:lnTo>
                    <a:pt x="999" y="101"/>
                  </a:lnTo>
                  <a:lnTo>
                    <a:pt x="1012" y="111"/>
                  </a:lnTo>
                  <a:lnTo>
                    <a:pt x="1021" y="121"/>
                  </a:lnTo>
                  <a:lnTo>
                    <a:pt x="1028" y="129"/>
                  </a:lnTo>
                  <a:lnTo>
                    <a:pt x="1034" y="137"/>
                  </a:lnTo>
                  <a:lnTo>
                    <a:pt x="1039" y="143"/>
                  </a:lnTo>
                  <a:lnTo>
                    <a:pt x="1044" y="147"/>
                  </a:lnTo>
                  <a:lnTo>
                    <a:pt x="1049" y="147"/>
                  </a:lnTo>
                  <a:lnTo>
                    <a:pt x="1056" y="142"/>
                  </a:lnTo>
                  <a:lnTo>
                    <a:pt x="1063" y="133"/>
                  </a:lnTo>
                  <a:lnTo>
                    <a:pt x="1074" y="118"/>
                  </a:lnTo>
                  <a:lnTo>
                    <a:pt x="1086" y="100"/>
                  </a:lnTo>
                  <a:lnTo>
                    <a:pt x="1100" y="81"/>
                  </a:lnTo>
                  <a:lnTo>
                    <a:pt x="1118" y="62"/>
                  </a:lnTo>
                  <a:lnTo>
                    <a:pt x="1137" y="43"/>
                  </a:lnTo>
                  <a:lnTo>
                    <a:pt x="1158" y="26"/>
                  </a:lnTo>
                  <a:lnTo>
                    <a:pt x="1182" y="13"/>
                  </a:lnTo>
                  <a:lnTo>
                    <a:pt x="1208" y="4"/>
                  </a:lnTo>
                  <a:lnTo>
                    <a:pt x="1237" y="0"/>
                  </a:lnTo>
                  <a:close/>
                </a:path>
              </a:pathLst>
            </a:custGeom>
            <a:solidFill>
              <a:srgbClr val="4C2D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85" name="타원 384">
            <a:extLst>
              <a:ext uri="{FF2B5EF4-FFF2-40B4-BE49-F238E27FC236}">
                <a16:creationId xmlns:a16="http://schemas.microsoft.com/office/drawing/2014/main" id="{5984130A-CD04-8090-F059-A32CD134BA07}"/>
              </a:ext>
            </a:extLst>
          </p:cNvPr>
          <p:cNvSpPr/>
          <p:nvPr/>
        </p:nvSpPr>
        <p:spPr>
          <a:xfrm>
            <a:off x="9641330" y="4105055"/>
            <a:ext cx="475506" cy="47550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위</a:t>
            </a:r>
          </a:p>
        </p:txBody>
      </p:sp>
      <p:sp>
        <p:nvSpPr>
          <p:cNvPr id="386" name="타원 385">
            <a:extLst>
              <a:ext uri="{FF2B5EF4-FFF2-40B4-BE49-F238E27FC236}">
                <a16:creationId xmlns:a16="http://schemas.microsoft.com/office/drawing/2014/main" id="{2465D87D-DC03-4081-4FB1-579D3BB5948B}"/>
              </a:ext>
            </a:extLst>
          </p:cNvPr>
          <p:cNvSpPr/>
          <p:nvPr/>
        </p:nvSpPr>
        <p:spPr>
          <a:xfrm>
            <a:off x="9641330" y="1834205"/>
            <a:ext cx="475506" cy="475506"/>
          </a:xfrm>
          <a:prstGeom prst="ellipse">
            <a:avLst/>
          </a:prstGeom>
          <a:solidFill>
            <a:srgbClr val="239B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위</a:t>
            </a:r>
          </a:p>
        </p:txBody>
      </p:sp>
    </p:spTree>
    <p:extLst>
      <p:ext uri="{BB962C8B-B14F-4D97-AF65-F5344CB8AC3E}">
        <p14:creationId xmlns:p14="http://schemas.microsoft.com/office/powerpoint/2010/main" val="1797679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B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1FE609-3CE4-4B2A-6A58-3314BF209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그룹 436">
            <a:extLst>
              <a:ext uri="{FF2B5EF4-FFF2-40B4-BE49-F238E27FC236}">
                <a16:creationId xmlns:a16="http://schemas.microsoft.com/office/drawing/2014/main" id="{DDCBCFB3-7127-5729-6BEA-A70706C7A18F}"/>
              </a:ext>
            </a:extLst>
          </p:cNvPr>
          <p:cNvGrpSpPr/>
          <p:nvPr/>
        </p:nvGrpSpPr>
        <p:grpSpPr>
          <a:xfrm>
            <a:off x="219073" y="171450"/>
            <a:ext cx="11744327" cy="6515101"/>
            <a:chOff x="219073" y="171450"/>
            <a:chExt cx="11744327" cy="6515101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D24F090F-742C-FB8A-092E-00F365F5E28F}"/>
                </a:ext>
              </a:extLst>
            </p:cNvPr>
            <p:cNvSpPr/>
            <p:nvPr/>
          </p:nvSpPr>
          <p:spPr>
            <a:xfrm>
              <a:off x="219075" y="171451"/>
              <a:ext cx="11744325" cy="6515100"/>
            </a:xfrm>
            <a:prstGeom prst="roundRect">
              <a:avLst>
                <a:gd name="adj" fmla="val 3353"/>
              </a:avLst>
            </a:prstGeom>
            <a:pattFill prst="dotGrid">
              <a:fgClr>
                <a:srgbClr val="F6EBBE"/>
              </a:fgClr>
              <a:bgClr>
                <a:schemeClr val="bg1"/>
              </a:bgClr>
            </a:pattFill>
            <a:ln w="28575">
              <a:solidFill>
                <a:srgbClr val="145849"/>
              </a:solidFill>
            </a:ln>
            <a:effectLst>
              <a:outerShdw dist="889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사각형: 둥근 위쪽 모서리 3">
              <a:extLst>
                <a:ext uri="{FF2B5EF4-FFF2-40B4-BE49-F238E27FC236}">
                  <a16:creationId xmlns:a16="http://schemas.microsoft.com/office/drawing/2014/main" id="{69204A52-75C8-DCA0-7988-6B096C1DA602}"/>
                </a:ext>
              </a:extLst>
            </p:cNvPr>
            <p:cNvSpPr/>
            <p:nvPr/>
          </p:nvSpPr>
          <p:spPr>
            <a:xfrm>
              <a:off x="219073" y="171450"/>
              <a:ext cx="11744325" cy="504825"/>
            </a:xfrm>
            <a:prstGeom prst="round2SameRect">
              <a:avLst>
                <a:gd name="adj1" fmla="val 43082"/>
                <a:gd name="adj2" fmla="val 0"/>
              </a:avLst>
            </a:prstGeom>
            <a:solidFill>
              <a:srgbClr val="239B82"/>
            </a:solidFill>
            <a:ln w="28575">
              <a:solidFill>
                <a:srgbClr val="145849"/>
              </a:solidFill>
            </a:ln>
            <a:effectLst>
              <a:innerShdw dist="76200" dir="13500000">
                <a:srgbClr val="46B88F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 marR="0" lvl="2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200" b="0" i="1" u="none" strike="noStrike" kern="0" cap="none" spc="0" normalizeH="0" baseline="0" noProof="0" dirty="0">
                  <a:ln w="107950"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PPT</a:t>
              </a:r>
              <a:r>
                <a:rPr kumimoji="0" lang="ko-KR" altLang="en-US" sz="2200" b="0" i="1" u="none" strike="noStrike" kern="0" cap="none" spc="0" normalizeH="0" baseline="0" noProof="0" dirty="0">
                  <a:ln w="107950"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 </a:t>
              </a:r>
              <a:r>
                <a:rPr kumimoji="0" lang="en-US" altLang="ko-KR" sz="2200" b="0" i="1" u="none" strike="noStrike" kern="0" cap="none" spc="0" normalizeH="0" baseline="0" noProof="0" dirty="0">
                  <a:ln w="107950"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PRESENTATION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Enjoy your stylish business and campus life with BIZCAM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5B377D66-9153-2469-013E-942ABE906CDC}"/>
                </a:ext>
              </a:extLst>
            </p:cNvPr>
            <p:cNvGrpSpPr/>
            <p:nvPr/>
          </p:nvGrpSpPr>
          <p:grpSpPr>
            <a:xfrm>
              <a:off x="11544147" y="314448"/>
              <a:ext cx="218827" cy="218827"/>
              <a:chOff x="11615737" y="189136"/>
              <a:chExt cx="285541" cy="285541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73A04EDC-F86D-15F2-B547-24436559B1FA}"/>
                  </a:ext>
                </a:extLst>
              </p:cNvPr>
              <p:cNvSpPr/>
              <p:nvPr/>
            </p:nvSpPr>
            <p:spPr>
              <a:xfrm>
                <a:off x="11615737" y="189136"/>
                <a:ext cx="285541" cy="285541"/>
              </a:xfrm>
              <a:prstGeom prst="roundRect">
                <a:avLst/>
              </a:prstGeom>
              <a:solidFill>
                <a:srgbClr val="F0654E"/>
              </a:solidFill>
              <a:ln w="28575">
                <a:solidFill>
                  <a:srgbClr val="14584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25" name="그룹 124">
                <a:extLst>
                  <a:ext uri="{FF2B5EF4-FFF2-40B4-BE49-F238E27FC236}">
                    <a16:creationId xmlns:a16="http://schemas.microsoft.com/office/drawing/2014/main" id="{EFEDFCF5-DF14-C81A-9A85-60C885661B72}"/>
                  </a:ext>
                </a:extLst>
              </p:cNvPr>
              <p:cNvGrpSpPr/>
              <p:nvPr/>
            </p:nvGrpSpPr>
            <p:grpSpPr>
              <a:xfrm>
                <a:off x="11669712" y="241906"/>
                <a:ext cx="180000" cy="180000"/>
                <a:chOff x="11669712" y="241906"/>
                <a:chExt cx="180000" cy="180000"/>
              </a:xfrm>
            </p:grpSpPr>
            <p:cxnSp>
              <p:nvCxnSpPr>
                <p:cNvPr id="126" name="직선 연결선 125">
                  <a:extLst>
                    <a:ext uri="{FF2B5EF4-FFF2-40B4-BE49-F238E27FC236}">
                      <a16:creationId xmlns:a16="http://schemas.microsoft.com/office/drawing/2014/main" id="{6687070C-D67E-AF31-B6A8-7A50F53CC0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900000">
                  <a:off x="11669712" y="331907"/>
                  <a:ext cx="180000" cy="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직선 연결선 126">
                  <a:extLst>
                    <a:ext uri="{FF2B5EF4-FFF2-40B4-BE49-F238E27FC236}">
                      <a16:creationId xmlns:a16="http://schemas.microsoft.com/office/drawing/2014/main" id="{38F4A527-202A-9C08-F697-42051A96F9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700000">
                  <a:off x="11669712" y="331906"/>
                  <a:ext cx="180000" cy="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34" name="그룹 433">
              <a:extLst>
                <a:ext uri="{FF2B5EF4-FFF2-40B4-BE49-F238E27FC236}">
                  <a16:creationId xmlns:a16="http://schemas.microsoft.com/office/drawing/2014/main" id="{3115963D-038D-A788-8CBC-A176709E4D9C}"/>
                </a:ext>
              </a:extLst>
            </p:cNvPr>
            <p:cNvGrpSpPr/>
            <p:nvPr/>
          </p:nvGrpSpPr>
          <p:grpSpPr>
            <a:xfrm>
              <a:off x="379105" y="251463"/>
              <a:ext cx="344796" cy="344796"/>
              <a:chOff x="836609" y="1426368"/>
              <a:chExt cx="489973" cy="489973"/>
            </a:xfrm>
          </p:grpSpPr>
          <p:sp>
            <p:nvSpPr>
              <p:cNvPr id="435" name="모서리가 둥근 직사각형 2">
                <a:extLst>
                  <a:ext uri="{FF2B5EF4-FFF2-40B4-BE49-F238E27FC236}">
                    <a16:creationId xmlns:a16="http://schemas.microsoft.com/office/drawing/2014/main" id="{6CFC2737-68E0-14E1-DE9E-C8EE2AFB5A5D}"/>
                  </a:ext>
                </a:extLst>
              </p:cNvPr>
              <p:cNvSpPr/>
              <p:nvPr/>
            </p:nvSpPr>
            <p:spPr>
              <a:xfrm>
                <a:off x="907256" y="1490663"/>
                <a:ext cx="350044" cy="357187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pic>
            <p:nvPicPr>
              <p:cNvPr id="436" name="그림 435">
                <a:extLst>
                  <a:ext uri="{FF2B5EF4-FFF2-40B4-BE49-F238E27FC236}">
                    <a16:creationId xmlns:a16="http://schemas.microsoft.com/office/drawing/2014/main" id="{34CD8342-52D8-CB13-9154-591DF19193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36609" y="1426368"/>
                <a:ext cx="489973" cy="489973"/>
              </a:xfrm>
              <a:prstGeom prst="rect">
                <a:avLst/>
              </a:prstGeom>
            </p:spPr>
          </p:pic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307D7CC7-7392-DD7B-A087-F8BA97B474FF}"/>
              </a:ext>
            </a:extLst>
          </p:cNvPr>
          <p:cNvGrpSpPr/>
          <p:nvPr/>
        </p:nvGrpSpPr>
        <p:grpSpPr>
          <a:xfrm>
            <a:off x="1204366" y="1700344"/>
            <a:ext cx="2649251" cy="3890197"/>
            <a:chOff x="1021049" y="1923228"/>
            <a:chExt cx="2649251" cy="3890197"/>
          </a:xfrm>
        </p:grpSpPr>
        <p:sp>
          <p:nvSpPr>
            <p:cNvPr id="5" name="사각형: 둥근 위쪽 모서리 33">
              <a:extLst>
                <a:ext uri="{FF2B5EF4-FFF2-40B4-BE49-F238E27FC236}">
                  <a16:creationId xmlns:a16="http://schemas.microsoft.com/office/drawing/2014/main" id="{A03E4826-43A5-DA7B-F437-F5F19C80B697}"/>
                </a:ext>
              </a:extLst>
            </p:cNvPr>
            <p:cNvSpPr/>
            <p:nvPr/>
          </p:nvSpPr>
          <p:spPr>
            <a:xfrm>
              <a:off x="1021049" y="2491985"/>
              <a:ext cx="2649251" cy="2037230"/>
            </a:xfrm>
            <a:prstGeom prst="round2SameRect">
              <a:avLst>
                <a:gd name="adj1" fmla="val 9934"/>
                <a:gd name="adj2" fmla="val 0"/>
              </a:avLst>
            </a:prstGeom>
            <a:solidFill>
              <a:schemeClr val="tx2">
                <a:lumMod val="75000"/>
              </a:schemeClr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양쪽 모서리가 둥근 사각형 100">
              <a:extLst>
                <a:ext uri="{FF2B5EF4-FFF2-40B4-BE49-F238E27FC236}">
                  <a16:creationId xmlns:a16="http://schemas.microsoft.com/office/drawing/2014/main" id="{59866F22-1ED0-6E89-6DBC-C4C2251D017C}"/>
                </a:ext>
              </a:extLst>
            </p:cNvPr>
            <p:cNvSpPr/>
            <p:nvPr/>
          </p:nvSpPr>
          <p:spPr>
            <a:xfrm>
              <a:off x="1021051" y="4529215"/>
              <a:ext cx="2649249" cy="1284210"/>
            </a:xfrm>
            <a:prstGeom prst="round2SameRect">
              <a:avLst>
                <a:gd name="adj1" fmla="val 0"/>
                <a:gd name="adj2" fmla="val 12105"/>
              </a:avLst>
            </a:prstGeom>
            <a:solidFill>
              <a:schemeClr val="bg1"/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Microsoft Office PowerPoint is the presentation program used the most in the world.</a:t>
              </a:r>
            </a:p>
          </p:txBody>
        </p:sp>
        <p:sp>
          <p:nvSpPr>
            <p:cNvPr id="7" name="모서리가 둥근 직사각형 101">
              <a:extLst>
                <a:ext uri="{FF2B5EF4-FFF2-40B4-BE49-F238E27FC236}">
                  <a16:creationId xmlns:a16="http://schemas.microsoft.com/office/drawing/2014/main" id="{C4727F51-0910-D746-103C-896F39EF10ED}"/>
                </a:ext>
              </a:extLst>
            </p:cNvPr>
            <p:cNvSpPr/>
            <p:nvPr/>
          </p:nvSpPr>
          <p:spPr>
            <a:xfrm>
              <a:off x="1021049" y="1923228"/>
              <a:ext cx="2649251" cy="389299"/>
            </a:xfrm>
            <a:prstGeom prst="roundRect">
              <a:avLst>
                <a:gd name="adj" fmla="val 50000"/>
              </a:avLst>
            </a:prstGeom>
            <a:solidFill>
              <a:srgbClr val="239B82"/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CONTENTS A</a:t>
              </a:r>
              <a:endPara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27E9C3C2-56D2-880C-3163-BB27DEC91A2F}"/>
                </a:ext>
              </a:extLst>
            </p:cNvPr>
            <p:cNvSpPr/>
            <p:nvPr/>
          </p:nvSpPr>
          <p:spPr>
            <a:xfrm>
              <a:off x="3395446" y="2637678"/>
              <a:ext cx="121868" cy="121868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D3E2B26-4271-9864-57BE-714A5B6E2704}"/>
                </a:ext>
              </a:extLst>
            </p:cNvPr>
            <p:cNvSpPr/>
            <p:nvPr/>
          </p:nvSpPr>
          <p:spPr>
            <a:xfrm>
              <a:off x="3395446" y="2056971"/>
              <a:ext cx="121868" cy="1218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모서리가 둥근 직사각형 104">
              <a:extLst>
                <a:ext uri="{FF2B5EF4-FFF2-40B4-BE49-F238E27FC236}">
                  <a16:creationId xmlns:a16="http://schemas.microsoft.com/office/drawing/2014/main" id="{4464358D-845A-43DA-3016-0BC92B083AF2}"/>
                </a:ext>
              </a:extLst>
            </p:cNvPr>
            <p:cNvSpPr/>
            <p:nvPr/>
          </p:nvSpPr>
          <p:spPr>
            <a:xfrm>
              <a:off x="3433493" y="2107934"/>
              <a:ext cx="45719" cy="61200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1144399A-4993-7E78-D0DD-762DEC545DC3}"/>
                </a:ext>
              </a:extLst>
            </p:cNvPr>
            <p:cNvSpPr/>
            <p:nvPr/>
          </p:nvSpPr>
          <p:spPr>
            <a:xfrm>
              <a:off x="1173027" y="2637678"/>
              <a:ext cx="121868" cy="121868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92D1338B-62A6-7CA6-A5E9-6F616600A846}"/>
                </a:ext>
              </a:extLst>
            </p:cNvPr>
            <p:cNvSpPr/>
            <p:nvPr/>
          </p:nvSpPr>
          <p:spPr>
            <a:xfrm>
              <a:off x="1173027" y="2056971"/>
              <a:ext cx="121868" cy="1218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모서리가 둥근 직사각형 107">
              <a:extLst>
                <a:ext uri="{FF2B5EF4-FFF2-40B4-BE49-F238E27FC236}">
                  <a16:creationId xmlns:a16="http://schemas.microsoft.com/office/drawing/2014/main" id="{51D54876-40D8-ED83-3B89-86A294D170D2}"/>
                </a:ext>
              </a:extLst>
            </p:cNvPr>
            <p:cNvSpPr/>
            <p:nvPr/>
          </p:nvSpPr>
          <p:spPr>
            <a:xfrm>
              <a:off x="1211074" y="2107934"/>
              <a:ext cx="45719" cy="61200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304C94C-D100-6EE1-454E-4C11C70C34E9}"/>
              </a:ext>
            </a:extLst>
          </p:cNvPr>
          <p:cNvGrpSpPr/>
          <p:nvPr/>
        </p:nvGrpSpPr>
        <p:grpSpPr>
          <a:xfrm>
            <a:off x="4782691" y="1700344"/>
            <a:ext cx="2649251" cy="3890197"/>
            <a:chOff x="1021049" y="1923228"/>
            <a:chExt cx="2649251" cy="3890197"/>
          </a:xfrm>
        </p:grpSpPr>
        <p:sp>
          <p:nvSpPr>
            <p:cNvPr id="15" name="사각형: 둥근 위쪽 모서리 33">
              <a:extLst>
                <a:ext uri="{FF2B5EF4-FFF2-40B4-BE49-F238E27FC236}">
                  <a16:creationId xmlns:a16="http://schemas.microsoft.com/office/drawing/2014/main" id="{78596CA8-F0DC-F636-AEB6-584A2367FCEA}"/>
                </a:ext>
              </a:extLst>
            </p:cNvPr>
            <p:cNvSpPr/>
            <p:nvPr/>
          </p:nvSpPr>
          <p:spPr>
            <a:xfrm>
              <a:off x="1021049" y="2491985"/>
              <a:ext cx="2649251" cy="2037230"/>
            </a:xfrm>
            <a:prstGeom prst="round2SameRect">
              <a:avLst>
                <a:gd name="adj1" fmla="val 9934"/>
                <a:gd name="adj2" fmla="val 0"/>
              </a:avLst>
            </a:prstGeom>
            <a:solidFill>
              <a:schemeClr val="tx2">
                <a:lumMod val="75000"/>
              </a:schemeClr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" name="양쪽 모서리가 둥근 사각형 100">
              <a:extLst>
                <a:ext uri="{FF2B5EF4-FFF2-40B4-BE49-F238E27FC236}">
                  <a16:creationId xmlns:a16="http://schemas.microsoft.com/office/drawing/2014/main" id="{31C0F232-96BE-5A64-3CC9-CBEFF29DD6C5}"/>
                </a:ext>
              </a:extLst>
            </p:cNvPr>
            <p:cNvSpPr/>
            <p:nvPr/>
          </p:nvSpPr>
          <p:spPr>
            <a:xfrm>
              <a:off x="1021051" y="4529215"/>
              <a:ext cx="2649249" cy="1284210"/>
            </a:xfrm>
            <a:prstGeom prst="round2SameRect">
              <a:avLst>
                <a:gd name="adj1" fmla="val 0"/>
                <a:gd name="adj2" fmla="val 12105"/>
              </a:avLst>
            </a:prstGeom>
            <a:solidFill>
              <a:schemeClr val="bg1"/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Microsoft Office PowerPoint is the presentation program used the most in the world.</a:t>
              </a:r>
            </a:p>
          </p:txBody>
        </p:sp>
        <p:sp>
          <p:nvSpPr>
            <p:cNvPr id="17" name="모서리가 둥근 직사각형 101">
              <a:extLst>
                <a:ext uri="{FF2B5EF4-FFF2-40B4-BE49-F238E27FC236}">
                  <a16:creationId xmlns:a16="http://schemas.microsoft.com/office/drawing/2014/main" id="{1A1CB4D5-C503-300C-754A-6BE434DC2D69}"/>
                </a:ext>
              </a:extLst>
            </p:cNvPr>
            <p:cNvSpPr/>
            <p:nvPr/>
          </p:nvSpPr>
          <p:spPr>
            <a:xfrm>
              <a:off x="1021049" y="1923228"/>
              <a:ext cx="2649251" cy="389299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CONTENTS A</a:t>
              </a: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45051807-5ECB-6A5C-9ABB-BF213D706CB2}"/>
                </a:ext>
              </a:extLst>
            </p:cNvPr>
            <p:cNvSpPr/>
            <p:nvPr/>
          </p:nvSpPr>
          <p:spPr>
            <a:xfrm>
              <a:off x="3395446" y="2637678"/>
              <a:ext cx="121868" cy="121868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B1B74B84-70C9-0573-4762-18014A7B2B0E}"/>
                </a:ext>
              </a:extLst>
            </p:cNvPr>
            <p:cNvSpPr/>
            <p:nvPr/>
          </p:nvSpPr>
          <p:spPr>
            <a:xfrm>
              <a:off x="3395446" y="2056971"/>
              <a:ext cx="121868" cy="1218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모서리가 둥근 직사각형 104">
              <a:extLst>
                <a:ext uri="{FF2B5EF4-FFF2-40B4-BE49-F238E27FC236}">
                  <a16:creationId xmlns:a16="http://schemas.microsoft.com/office/drawing/2014/main" id="{4C55F9F2-2D50-4332-8091-315CC39522B6}"/>
                </a:ext>
              </a:extLst>
            </p:cNvPr>
            <p:cNvSpPr/>
            <p:nvPr/>
          </p:nvSpPr>
          <p:spPr>
            <a:xfrm>
              <a:off x="3433493" y="2107934"/>
              <a:ext cx="45719" cy="61200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2D79D911-A50C-569F-6C1A-0287488D8B94}"/>
                </a:ext>
              </a:extLst>
            </p:cNvPr>
            <p:cNvSpPr/>
            <p:nvPr/>
          </p:nvSpPr>
          <p:spPr>
            <a:xfrm>
              <a:off x="1173027" y="2637678"/>
              <a:ext cx="121868" cy="121868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8D837C51-356B-1466-32BC-F0B09F5D1262}"/>
                </a:ext>
              </a:extLst>
            </p:cNvPr>
            <p:cNvSpPr/>
            <p:nvPr/>
          </p:nvSpPr>
          <p:spPr>
            <a:xfrm>
              <a:off x="1173027" y="2056971"/>
              <a:ext cx="121868" cy="1218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모서리가 둥근 직사각형 107">
              <a:extLst>
                <a:ext uri="{FF2B5EF4-FFF2-40B4-BE49-F238E27FC236}">
                  <a16:creationId xmlns:a16="http://schemas.microsoft.com/office/drawing/2014/main" id="{1D1C1EA3-221B-AE1C-0275-B7B42455A97E}"/>
                </a:ext>
              </a:extLst>
            </p:cNvPr>
            <p:cNvSpPr/>
            <p:nvPr/>
          </p:nvSpPr>
          <p:spPr>
            <a:xfrm>
              <a:off x="1211074" y="2107934"/>
              <a:ext cx="45719" cy="61200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4A20EB-5E2F-7741-E55F-0CEB38854C3D}"/>
              </a:ext>
            </a:extLst>
          </p:cNvPr>
          <p:cNvGrpSpPr/>
          <p:nvPr/>
        </p:nvGrpSpPr>
        <p:grpSpPr>
          <a:xfrm>
            <a:off x="8361016" y="1700344"/>
            <a:ext cx="2649251" cy="3890197"/>
            <a:chOff x="1021049" y="1923228"/>
            <a:chExt cx="2649251" cy="3890197"/>
          </a:xfrm>
        </p:grpSpPr>
        <p:sp>
          <p:nvSpPr>
            <p:cNvPr id="25" name="사각형: 둥근 위쪽 모서리 33">
              <a:extLst>
                <a:ext uri="{FF2B5EF4-FFF2-40B4-BE49-F238E27FC236}">
                  <a16:creationId xmlns:a16="http://schemas.microsoft.com/office/drawing/2014/main" id="{567282F6-9057-23C6-39B4-4F8EB7491078}"/>
                </a:ext>
              </a:extLst>
            </p:cNvPr>
            <p:cNvSpPr/>
            <p:nvPr/>
          </p:nvSpPr>
          <p:spPr>
            <a:xfrm>
              <a:off x="1021049" y="2491985"/>
              <a:ext cx="2649251" cy="2037230"/>
            </a:xfrm>
            <a:prstGeom prst="round2SameRect">
              <a:avLst>
                <a:gd name="adj1" fmla="val 9934"/>
                <a:gd name="adj2" fmla="val 0"/>
              </a:avLst>
            </a:prstGeom>
            <a:solidFill>
              <a:schemeClr val="tx2">
                <a:lumMod val="75000"/>
              </a:schemeClr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양쪽 모서리가 둥근 사각형 100">
              <a:extLst>
                <a:ext uri="{FF2B5EF4-FFF2-40B4-BE49-F238E27FC236}">
                  <a16:creationId xmlns:a16="http://schemas.microsoft.com/office/drawing/2014/main" id="{0E84A758-5B4F-85E1-49F7-534DD2B1F649}"/>
                </a:ext>
              </a:extLst>
            </p:cNvPr>
            <p:cNvSpPr/>
            <p:nvPr/>
          </p:nvSpPr>
          <p:spPr>
            <a:xfrm>
              <a:off x="1021051" y="4529215"/>
              <a:ext cx="2649249" cy="1284210"/>
            </a:xfrm>
            <a:prstGeom prst="round2SameRect">
              <a:avLst>
                <a:gd name="adj1" fmla="val 0"/>
                <a:gd name="adj2" fmla="val 12105"/>
              </a:avLst>
            </a:prstGeom>
            <a:solidFill>
              <a:schemeClr val="bg1"/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Microsoft Office PowerPoint is the presentation program used the most in the world.</a:t>
              </a:r>
            </a:p>
          </p:txBody>
        </p:sp>
        <p:sp>
          <p:nvSpPr>
            <p:cNvPr id="27" name="모서리가 둥근 직사각형 101">
              <a:extLst>
                <a:ext uri="{FF2B5EF4-FFF2-40B4-BE49-F238E27FC236}">
                  <a16:creationId xmlns:a16="http://schemas.microsoft.com/office/drawing/2014/main" id="{480D2556-3D2F-1567-8B1E-3187DEA50243}"/>
                </a:ext>
              </a:extLst>
            </p:cNvPr>
            <p:cNvSpPr/>
            <p:nvPr/>
          </p:nvSpPr>
          <p:spPr>
            <a:xfrm>
              <a:off x="1021049" y="1923228"/>
              <a:ext cx="2649251" cy="389299"/>
            </a:xfrm>
            <a:prstGeom prst="roundRect">
              <a:avLst>
                <a:gd name="adj" fmla="val 50000"/>
              </a:avLst>
            </a:prstGeom>
            <a:solidFill>
              <a:srgbClr val="239B82"/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CONTENTS A</a:t>
              </a:r>
              <a:endPara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1C2FBA20-456A-6D26-E538-8668EBDB0F47}"/>
                </a:ext>
              </a:extLst>
            </p:cNvPr>
            <p:cNvSpPr/>
            <p:nvPr/>
          </p:nvSpPr>
          <p:spPr>
            <a:xfrm>
              <a:off x="3395446" y="2637678"/>
              <a:ext cx="121868" cy="121868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432B6642-3113-1050-7C5A-398F38A48CF9}"/>
                </a:ext>
              </a:extLst>
            </p:cNvPr>
            <p:cNvSpPr/>
            <p:nvPr/>
          </p:nvSpPr>
          <p:spPr>
            <a:xfrm>
              <a:off x="3395446" y="2056971"/>
              <a:ext cx="121868" cy="1218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" name="모서리가 둥근 직사각형 104">
              <a:extLst>
                <a:ext uri="{FF2B5EF4-FFF2-40B4-BE49-F238E27FC236}">
                  <a16:creationId xmlns:a16="http://schemas.microsoft.com/office/drawing/2014/main" id="{423FCD30-0100-578D-B113-5F87A2D9C431}"/>
                </a:ext>
              </a:extLst>
            </p:cNvPr>
            <p:cNvSpPr/>
            <p:nvPr/>
          </p:nvSpPr>
          <p:spPr>
            <a:xfrm>
              <a:off x="3433493" y="2107934"/>
              <a:ext cx="45719" cy="61200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1E23EBA5-AAD3-06A5-BB7F-F709BEED11BE}"/>
                </a:ext>
              </a:extLst>
            </p:cNvPr>
            <p:cNvSpPr/>
            <p:nvPr/>
          </p:nvSpPr>
          <p:spPr>
            <a:xfrm>
              <a:off x="1173027" y="2637678"/>
              <a:ext cx="121868" cy="121868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9649540-2F98-AD89-C92A-7606FAB68513}"/>
                </a:ext>
              </a:extLst>
            </p:cNvPr>
            <p:cNvSpPr/>
            <p:nvPr/>
          </p:nvSpPr>
          <p:spPr>
            <a:xfrm>
              <a:off x="1173027" y="2056971"/>
              <a:ext cx="121868" cy="1218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모서리가 둥근 직사각형 107">
              <a:extLst>
                <a:ext uri="{FF2B5EF4-FFF2-40B4-BE49-F238E27FC236}">
                  <a16:creationId xmlns:a16="http://schemas.microsoft.com/office/drawing/2014/main" id="{311D23A5-3165-AA1D-2EDD-0FD9C9F99BAC}"/>
                </a:ext>
              </a:extLst>
            </p:cNvPr>
            <p:cNvSpPr/>
            <p:nvPr/>
          </p:nvSpPr>
          <p:spPr>
            <a:xfrm>
              <a:off x="1211074" y="2107934"/>
              <a:ext cx="45719" cy="61200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5287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236153"/>
            <a:ext cx="12192000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공유 사이트 </a:t>
            </a:r>
            <a:endParaRPr kumimoji="0" lang="en-US" altLang="ko-KR" sz="6000" b="1" i="0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광고 보기 불편하시죠</a:t>
            </a:r>
            <a:r>
              <a:rPr kumimoji="0" lang="en-US" altLang="ko-KR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?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그래도 이해해 주세요</a:t>
            </a:r>
            <a:r>
              <a:rPr kumimoji="0" lang="en-US" altLang="ko-KR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~ ^^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600" b="1" i="0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사이트 웹 </a:t>
            </a:r>
            <a:r>
              <a:rPr kumimoji="0" lang="ko-KR" altLang="en-US" sz="4000" b="1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호스팅</a:t>
            </a:r>
            <a:r>
              <a:rPr kumimoji="0" lang="en-US" altLang="ko-KR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, </a:t>
            </a:r>
            <a:r>
              <a:rPr kumimoji="0" lang="ko-KR" altLang="en-US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무료 공유를 가능하게 하거든요</a:t>
            </a:r>
            <a:r>
              <a:rPr kumimoji="0" lang="en-US" altLang="ko-KR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800" b="0" i="1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mon몬소리 Black" panose="02000A03000000000000" pitchFamily="2" charset="-127"/>
              <a:ea typeface="Tmon몬소리 Black" panose="02000A03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PPTBIZCAM 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사이트는 자료 공유 특성상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상당한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트래픽이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발생합니다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웹호스팅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트래픽은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여러분들 핸드폰 데이터 같은 거에요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비즈캠은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달 거의 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800GB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가까운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트래픽이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발생하고 데이터 무제한 요금이라도 있는 핸드폰 요금과는 달리 </a:t>
            </a:r>
            <a:endParaRPr kumimoji="0" lang="en-US" altLang="ko-KR" sz="1600" b="0" i="0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웹호스팅은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그에 준하는 비용을 지불합니다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관심 있는 광고를 클릭하셨을 때 배분되는 수익이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웹호스팅을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가능하게 하니까요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이해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부탁드립니다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1748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4000" y="342900"/>
            <a:ext cx="1181100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최근 저의 자료를 카페 등에 무단으로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재배포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하는 일이 자주 발생하고 있습니다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이에 대해 굉장히 심각한 문제로 받아 들이고 있으며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해당 문제가 반복될 경우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재배포한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자에 대해서는 그에 대한 책임을 반드시 물을 것입니다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저작권을 존중하지 않는 극히 소수의 사용자로 인해 다수가 피해를 보지 않도록 주의해 주시면 감사하겠으며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 자료가 업로드 된 곳이 있다면 저에게 알려주시면 감사하겠습니다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 자료를 소개하고자 할 경우에는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pptbizcam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사이트로의 링크 처리로만 가능하며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파일 자체를 업로드 하는 것은 불가한 점 유의해 주시면 감사하겠습니다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홍보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경제적 이익을 취하는 행위 또한 불가합니다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※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기타 활용 가능 범위는 공유 사이트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-&gt;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수다방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게시판 공지사항 참고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7075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4623" y="307273"/>
            <a:ext cx="118110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■까칠한 조땡의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네이버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인플루언서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팬이 되어주세요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여러분들과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매개로 소통하고자 다양한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SNS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활동을 하고 있는데요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요즘은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포털이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과거의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블로그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이웃이라는 시스템 보다는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네이버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인플루언서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서비스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통해 소통하고 정보를 제공하는 시스템이 더 강화된 것 같습니다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모바일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환경이 더 강조되는 상황 때문이기도 하겠지요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 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까칠한 조땡의 팬이 되어주세요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조금 더 쉽고 빠르게 새로운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자료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팁 들을 만나볼 수 있고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더 많은 분들과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이야기로 소통할 수 있게 도와주시면 제겐 큰 힘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그리고 동기부여가 됩니다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까칠한 조땡의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네이버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인플루언서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주소입니다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이상한 주소 아니에요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^^)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네이버에서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까칠한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조땡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검색해 주셔도 됩니다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팬하기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눌러주시면 감사하겠습니다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^^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hlinkClick r:id="rId2"/>
              </a:rPr>
              <a:t>https://in.naver.com/seok830621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949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988947" y="461016"/>
            <a:ext cx="4236842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오늘 사용한 색상은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456131" y="5277393"/>
            <a:ext cx="7302474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*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점선 테두리는 기본 컬러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2013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버전 이상 사용자께서는 스포이트 기능을 이용하시면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편하구요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2010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이하 버전 사용자 께서는 다른 채우기 색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사용자 지정 탭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&gt; RGB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색상 값 입력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214731B-5A13-0BAF-0C3F-F615FE4A4DBE}"/>
              </a:ext>
            </a:extLst>
          </p:cNvPr>
          <p:cNvSpPr/>
          <p:nvPr/>
        </p:nvSpPr>
        <p:spPr>
          <a:xfrm>
            <a:off x="3397285" y="1944136"/>
            <a:ext cx="2505511" cy="2505509"/>
          </a:xfrm>
          <a:prstGeom prst="ellipse">
            <a:avLst/>
          </a:prstGeom>
          <a:solidFill>
            <a:srgbClr val="F6EBBE"/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 </a:t>
            </a:r>
            <a:r>
              <a:rPr lang="en-US" altLang="ko-KR" sz="3200" b="1" dirty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F0502020204030204"/>
                <a:ea typeface="맑은 고딕" panose="020B0503020000020004" pitchFamily="50" charset="-127"/>
              </a:rPr>
              <a:t>246</a:t>
            </a:r>
            <a:endParaRPr kumimoji="0" lang="en-US" altLang="ko-KR" sz="3200" b="1" i="0" u="none" strike="noStrike" kern="1200" cap="none" spc="0" normalizeH="0" baseline="0" noProof="0" dirty="0">
              <a:ln w="3175"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G </a:t>
            </a:r>
            <a:r>
              <a:rPr lang="en-US" altLang="ko-KR" sz="3200" b="1" dirty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F0502020204030204"/>
                <a:ea typeface="맑은 고딕" panose="020B0503020000020004" pitchFamily="50" charset="-127"/>
              </a:rPr>
              <a:t>235</a:t>
            </a:r>
            <a:endParaRPr kumimoji="0" lang="en-US" altLang="ko-KR" sz="3200" b="1" i="0" u="none" strike="noStrike" kern="1200" cap="none" spc="0" normalizeH="0" baseline="0" noProof="0" dirty="0">
              <a:ln w="3175"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 </a:t>
            </a:r>
            <a:r>
              <a:rPr lang="en-US" altLang="ko-KR" sz="3200" b="1" dirty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F0502020204030204"/>
                <a:ea typeface="맑은 고딕" panose="020B0503020000020004" pitchFamily="50" charset="-127"/>
              </a:rPr>
              <a:t>190</a:t>
            </a:r>
            <a:endParaRPr kumimoji="0" lang="en-US" altLang="ko-KR" sz="3200" b="1" i="0" u="none" strike="noStrike" kern="1200" cap="none" spc="0" normalizeH="0" baseline="0" noProof="0" dirty="0">
              <a:ln w="3175"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746C29B-C735-48F9-75A7-A2B908DAA571}"/>
              </a:ext>
            </a:extLst>
          </p:cNvPr>
          <p:cNvSpPr/>
          <p:nvPr/>
        </p:nvSpPr>
        <p:spPr>
          <a:xfrm>
            <a:off x="6364118" y="1944136"/>
            <a:ext cx="2505511" cy="2505509"/>
          </a:xfrm>
          <a:prstGeom prst="ellipse">
            <a:avLst/>
          </a:prstGeom>
          <a:solidFill>
            <a:srgbClr val="239B82"/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  <a:defRPr/>
            </a:pPr>
            <a:r>
              <a:rPr lang="en-US" altLang="ko-KR" sz="3200" b="1" dirty="0">
                <a:ln w="3175">
                  <a:noFill/>
                </a:ln>
                <a:solidFill>
                  <a:schemeClr val="bg1"/>
                </a:solidFill>
              </a:rPr>
              <a:t>R 35</a:t>
            </a:r>
          </a:p>
          <a:p>
            <a:pPr lvl="0" algn="ctr">
              <a:lnSpc>
                <a:spcPct val="150000"/>
              </a:lnSpc>
              <a:defRPr/>
            </a:pPr>
            <a:r>
              <a:rPr lang="en-US" altLang="ko-KR" sz="3200" b="1" dirty="0">
                <a:ln w="3175">
                  <a:noFill/>
                </a:ln>
                <a:solidFill>
                  <a:schemeClr val="bg1"/>
                </a:solidFill>
              </a:rPr>
              <a:t>G 155</a:t>
            </a:r>
          </a:p>
          <a:p>
            <a:pPr lvl="0" algn="ctr">
              <a:lnSpc>
                <a:spcPct val="150000"/>
              </a:lnSpc>
              <a:defRPr/>
            </a:pPr>
            <a:r>
              <a:rPr lang="en-US" altLang="ko-KR" sz="3200" b="1" dirty="0">
                <a:ln w="3175">
                  <a:noFill/>
                </a:ln>
                <a:solidFill>
                  <a:schemeClr val="bg1"/>
                </a:solidFill>
              </a:rPr>
              <a:t>B 130</a:t>
            </a:r>
          </a:p>
        </p:txBody>
      </p:sp>
    </p:spTree>
    <p:extLst>
      <p:ext uri="{BB962C8B-B14F-4D97-AF65-F5344CB8AC3E}">
        <p14:creationId xmlns:p14="http://schemas.microsoft.com/office/powerpoint/2010/main" val="1882250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47918" y="306467"/>
            <a:ext cx="622399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조땡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주로 사용되는 폰트는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4325233" y="1411899"/>
            <a:ext cx="3669371" cy="11900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티몬</a:t>
            </a:r>
            <a:r>
              <a:rPr kumimoji="0" lang="ko-KR" altLang="en-US" sz="2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몬소리체</a:t>
            </a:r>
            <a:endParaRPr kumimoji="0" lang="en-US" altLang="ko-KR" sz="2800" b="1" i="0" u="none" strike="noStrike" kern="1200" cap="none" spc="0" normalizeH="0" baseline="0" noProof="0" dirty="0">
              <a:ln w="317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굵은 고딕 계열 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2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보통 제목에 써요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4325233" y="2833995"/>
            <a:ext cx="3669371" cy="11900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야놀자</a:t>
            </a:r>
            <a:r>
              <a:rPr kumimoji="0" lang="ko-KR" altLang="en-US" sz="1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야체</a:t>
            </a:r>
            <a:r>
              <a:rPr kumimoji="0" lang="en-US" altLang="ko-KR" sz="1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학교안심 나들이</a:t>
            </a:r>
            <a:endParaRPr kumimoji="0" lang="en-US" altLang="ko-KR" sz="1800" b="1" i="0" u="none" strike="noStrike" kern="1200" cap="none" spc="0" normalizeH="0" baseline="0" noProof="0" dirty="0">
              <a:ln w="317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귀여운 타입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325233" y="4256091"/>
            <a:ext cx="3669371" cy="11900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맑은 고딕</a:t>
            </a:r>
            <a:endParaRPr kumimoji="0" lang="en-US" altLang="ko-KR" sz="2800" b="1" i="0" u="none" strike="noStrike" kern="1200" cap="none" spc="0" normalizeH="0" baseline="0" noProof="0" dirty="0">
              <a:ln w="317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주로 본문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0B0C793-6882-4019-CA85-0A6CA6A2C72C}"/>
              </a:ext>
            </a:extLst>
          </p:cNvPr>
          <p:cNvSpPr/>
          <p:nvPr/>
        </p:nvSpPr>
        <p:spPr>
          <a:xfrm>
            <a:off x="947837" y="5854483"/>
            <a:ext cx="10424160" cy="697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※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눈누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폰트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사이트 이용해 폰트 파일 다운로드 받으시면 편합니다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hlinkClick r:id="rId3"/>
              </a:rPr>
              <a:t>https://noonnu.cc/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1331982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673</Words>
  <Application>Microsoft Office PowerPoint</Application>
  <PresentationFormat>와이드스크린</PresentationFormat>
  <Paragraphs>119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HY견고딕</vt:lpstr>
      <vt:lpstr>Tmon몬소리 Black</vt:lpstr>
      <vt:lpstr>맑은 고딕</vt:lpstr>
      <vt:lpstr>Arial</vt:lpstr>
      <vt:lpstr>3_Office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현석 조</dc:creator>
  <cp:lastModifiedBy>현석 조</cp:lastModifiedBy>
  <cp:revision>3</cp:revision>
  <dcterms:created xsi:type="dcterms:W3CDTF">2026-05-18T21:58:00Z</dcterms:created>
  <dcterms:modified xsi:type="dcterms:W3CDTF">2026-05-18T22:15:24Z</dcterms:modified>
</cp:coreProperties>
</file>