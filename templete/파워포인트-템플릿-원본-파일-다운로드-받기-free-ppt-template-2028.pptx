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haansoftxlsx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010" r:id="rId2"/>
    <p:sldId id="3015" r:id="rId3"/>
    <p:sldId id="3011" r:id="rId4"/>
    <p:sldId id="3012" r:id="rId5"/>
    <p:sldId id="3013" r:id="rId6"/>
    <p:sldId id="3014" r:id="rId7"/>
    <p:sldId id="2719" r:id="rId8"/>
    <p:sldId id="309" r:id="rId9"/>
    <p:sldId id="260" r:id="rId10"/>
    <p:sldId id="26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8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393939393939394040404040414141414141414141424242424242424343474747393939393939393939393939393939393939393939393939393939393939393939393939393939393939393939393939393939393939393939393939393939393939393939393939393939393939393939393939393939393939393939393911116811211181811183444444444555555555555555555566666666666667788888899999991010101010101010101010101010101010101011111112121212121313131313131313131313131313141414141414141414151515151515151515151616161616161616161616161616161616114111111111111111122233444555566677777778888888810101010101010101010101010111111111213131313131314141414141415151515151515151515151515151515151516161616161616171717171114111110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888888888888111811111151111111111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12579356017142"/>
          <c:y val="8.7595414309898922E-2"/>
          <c:w val="0.67748412879657161"/>
          <c:h val="0.8615076780960091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solidFill>
              <a:srgbClr val="FF3584"/>
            </a:solidFill>
            <a:ln>
              <a:noFill/>
            </a:ln>
          </c:spPr>
          <c:dPt>
            <c:idx val="0"/>
            <c:bubble3D val="0"/>
            <c:spPr>
              <a:solidFill>
                <a:srgbClr val="6C53E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360-48A9-8945-1C425AA361C0}"/>
              </c:ext>
            </c:extLst>
          </c:dPt>
          <c:dPt>
            <c:idx val="1"/>
            <c:bubble3D val="0"/>
            <c:spPr>
              <a:solidFill>
                <a:srgbClr val="A089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360-48A9-8945-1C425AA361C0}"/>
              </c:ext>
            </c:extLst>
          </c:dPt>
          <c:dPt>
            <c:idx val="2"/>
            <c:bubble3D val="0"/>
            <c:spPr>
              <a:solidFill>
                <a:srgbClr val="D6BBEB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360-48A9-8945-1C425AA361C0}"/>
              </c:ext>
            </c:extLst>
          </c:dPt>
          <c:dPt>
            <c:idx val="3"/>
            <c:bubble3D val="0"/>
            <c:spPr>
              <a:solidFill>
                <a:schemeClr val="bg1">
                  <a:lumMod val="9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360-48A9-8945-1C425AA361C0}"/>
              </c:ext>
            </c:extLst>
          </c:dPt>
          <c:dLbls>
            <c:dLbl>
              <c:idx val="0"/>
              <c:layout>
                <c:manualLayout>
                  <c:x val="0.1330182939431227"/>
                  <c:y val="0.1268623241729570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+mn-ea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360-48A9-8945-1C425AA361C0}"/>
                </c:ext>
              </c:extLst>
            </c:dLbl>
            <c:dLbl>
              <c:idx val="1"/>
              <c:layout>
                <c:manualLayout>
                  <c:x val="-0.1520209073635688"/>
                  <c:y val="-0.1178007295891744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360-48A9-8945-1C425AA361C0}"/>
                </c:ext>
              </c:extLst>
            </c:dLbl>
            <c:dLbl>
              <c:idx val="2"/>
              <c:layout>
                <c:manualLayout>
                  <c:x val="-4.5131206873559489E-2"/>
                  <c:y val="-0.1510265763963774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360-48A9-8945-1C425AA361C0}"/>
                </c:ext>
              </c:extLst>
            </c:dLbl>
            <c:dLbl>
              <c:idx val="3"/>
              <c:layout>
                <c:manualLayout>
                  <c:x val="-4.7506533551116125E-3"/>
                  <c:y val="-0.1601207546667212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360-48A9-8945-1C425AA361C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제품 '가'</c:v>
                </c:pt>
                <c:pt idx="1">
                  <c:v>제품 '나'</c:v>
                </c:pt>
                <c:pt idx="2">
                  <c:v>제품 '다'</c:v>
                </c:pt>
                <c:pt idx="3">
                  <c:v>ETC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0.69</c:v>
                </c:pt>
                <c:pt idx="1">
                  <c:v>0.25</c:v>
                </c:pt>
                <c:pt idx="2" formatCode="0%">
                  <c:v>0.04</c:v>
                </c:pt>
                <c:pt idx="3" formatCode="0%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360-48A9-8945-1C425AA361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214867"/>
            </a:solidFill>
            <a:ln w="19050" cap="rnd">
              <a:noFill/>
              <a:round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3D5EDF"/>
              </a:solidFill>
              <a:ln w="1905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E5D6-465A-9D77-475DEEB6EBA3}"/>
              </c:ext>
            </c:extLst>
          </c:dPt>
          <c:dLbls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100" b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E5D6-465A-9D77-475DEEB6EBA3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b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E5D6-465A-9D77-475DEEB6EBA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tx1">
                        <a:lumMod val="65000"/>
                        <a:lumOff val="35000"/>
                      </a:schemeClr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Sheet1!$B$2:$B$13</c:f>
              <c:numCache>
                <c:formatCode>0%</c:formatCode>
                <c:ptCount val="12"/>
                <c:pt idx="0">
                  <c:v>0.3</c:v>
                </c:pt>
                <c:pt idx="1">
                  <c:v>0.2</c:v>
                </c:pt>
                <c:pt idx="2">
                  <c:v>0.5</c:v>
                </c:pt>
                <c:pt idx="3">
                  <c:v>0.6</c:v>
                </c:pt>
                <c:pt idx="4">
                  <c:v>0.7</c:v>
                </c:pt>
                <c:pt idx="5">
                  <c:v>0.88</c:v>
                </c:pt>
                <c:pt idx="6">
                  <c:v>0.6</c:v>
                </c:pt>
                <c:pt idx="7">
                  <c:v>0.42</c:v>
                </c:pt>
                <c:pt idx="8">
                  <c:v>0.52</c:v>
                </c:pt>
                <c:pt idx="9">
                  <c:v>0.65</c:v>
                </c:pt>
                <c:pt idx="10">
                  <c:v>0.32</c:v>
                </c:pt>
                <c:pt idx="11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5D6-465A-9D77-475DEEB6EBA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axId val="-1089279280"/>
        <c:axId val="-1089279824"/>
      </c:barChart>
      <c:catAx>
        <c:axId val="-1089279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1089279824"/>
        <c:crosses val="autoZero"/>
        <c:auto val="1"/>
        <c:lblAlgn val="ctr"/>
        <c:lblOffset val="100"/>
        <c:noMultiLvlLbl val="0"/>
      </c:catAx>
      <c:valAx>
        <c:axId val="-1089279824"/>
        <c:scaling>
          <c:orientation val="minMax"/>
        </c:scaling>
        <c:delete val="1"/>
        <c:axPos val="l"/>
        <c:majorGridlines>
          <c:spPr>
            <a:ln w="3175">
              <a:solidFill>
                <a:srgbClr val="E3E5E9"/>
              </a:solidFill>
            </a:ln>
          </c:spPr>
        </c:majorGridlines>
        <c:numFmt formatCode="0%" sourceLinked="1"/>
        <c:majorTickMark val="none"/>
        <c:minorTickMark val="none"/>
        <c:tickLblPos val="nextTo"/>
        <c:crossAx val="-1089279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>
              <a:lumMod val="85000"/>
            </a:schemeClr>
          </a:solidFill>
        </a:defRPr>
      </a:pPr>
      <a:endParaRPr lang="ko-K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CC76A0-7A5A-4AE7-B46F-3A2F30B521A8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10D872-9618-4206-A541-0DC72F5D9B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795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https://noonnu.cc/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0685C8-D900-4E3F-ABCF-6430C28DE35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7DC61-091F-02A0-7161-18FAA16BF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8F6595-A14F-CD9F-E856-2060F2A54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5D0231-4934-3B91-34D2-D9520853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3D5AB-4943-7043-A26D-1B7A1AE0D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F3BC3D-3AC9-4BD4-CB38-5331DE27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757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32E2E-FFD9-6C8B-9810-66DA9C894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995E69-3EF3-2805-3061-D65F92CB9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9A6D3-C412-03E8-00AE-289ACC7C0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22542B-45F2-2B49-16A2-09793231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8A9EDD-A4E0-A1CA-A1D2-B6153803B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526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C9FB36-26F8-DE47-246F-465FA2A79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1236ED-8E4E-AB20-2DD4-98738E6C4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120AFA-A7F0-A2BE-C5A5-F95652B3B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981136-843A-1D46-7CAA-67DD007F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809A29-5CE3-1412-94AB-454CBD6B1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007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43D33-62DB-22BC-D44D-59E544287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718455-A7CC-DDEB-22CB-3FB26310D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039C46-BC33-DE7E-BB16-3362234DD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11B4D8-A584-65A6-6BB1-B485C74F3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BBD4C6-6DDB-D1F9-CA9D-500CD04A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80798C-9DA5-37B6-96B9-D3CA3D58D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657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CF0DA-77D9-866A-D9F4-18751BDB1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5C672C-5B16-4835-0BAF-52210465F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BCAFBE-D8B2-B05D-C389-F57A8DC31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0BB961-D4BE-DB96-9BC8-3F628A8FC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AB1C07C-08B0-D364-1498-1C317E3117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2C4B300-4A21-05BB-9768-611D79CB1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BDB3C60-E533-52C0-463E-0199037DD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BF4D76-9411-F160-65D4-634C16A31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5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A16D1-7158-66D8-80B9-64847F2A8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E1E9A4-7D96-D381-FD9E-B9D94D570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3684A4-61D5-49D7-B261-D075D706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98A735-C3ED-1CB6-2444-264288628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326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5C2B7FD-10D0-0A2D-31C4-5EF487D6F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0EE45E-57C1-12CD-26D3-EAF50C183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17D219-49CE-1626-0727-5CAF0A0E0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665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13D87-FB2C-7349-C54C-549FEE60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A13D83-7941-7E79-0CD3-0AD6190CA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120C0-C333-71CC-F5D4-F8250B9E3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907B20-B889-7C8B-DBF8-0AD3833C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CBD19F-69E8-B81D-84FC-C9DF0C70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BCD24A-7A06-6415-1896-2258BBAF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907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CEC66-B560-9AA1-0A06-0F881417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1F5F2F-53AE-5ADE-8331-2AF4BAF60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7A8CAC-26D1-EC5B-4B05-5974B31B3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438989-E075-55A4-409B-842723474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E40B9C-2333-DAF8-BFF5-2B5B644C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B2BDA-77E1-ADE9-4429-CF72531E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316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A5098-C8C8-17A2-0CA8-22144F50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6A4AD3-2147-B4AA-4612-C8BF90875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266672-CA18-EAE2-64B2-0B5D41DE0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1AF6AE-5100-EDE6-E443-AC7F04B0D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605875-BD3B-E01F-DA13-62C9F340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58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135FEC-3ED9-85EC-EAEB-3B8C9BF65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77C6C8-4BCA-5599-2C98-49A21E99F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A72A0B-9260-AAAC-E3C3-9C0F4E7AF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8EF269-8EEC-FE9B-E139-AC144C6B1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5FFBD8-29CA-FE99-683A-6206D0D3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528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D4B5B9-93B7-DCB6-85A3-F738969F7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F60383-C5F4-0868-BD8E-5BC0D57F2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E859B1-D5D0-929E-B6AC-89C69EF66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BE7B6-A38B-417D-9EB5-A26D3C843B8F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79A4B2-C455-069A-A418-9AE2F3DD7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67F995-3DCC-C6E3-8570-8B37EEA4B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05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oonnu.cc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D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0BFB8D-8221-CC48-DA56-48579D9C6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6ACE8A8-F3CF-7851-88A5-76A6B67DA3ED}"/>
              </a:ext>
            </a:extLst>
          </p:cNvPr>
          <p:cNvGrpSpPr/>
          <p:nvPr/>
        </p:nvGrpSpPr>
        <p:grpSpPr>
          <a:xfrm>
            <a:off x="285750" y="200025"/>
            <a:ext cx="11906250" cy="6657975"/>
            <a:chOff x="285750" y="200025"/>
            <a:chExt cx="11906250" cy="6657975"/>
          </a:xfrm>
        </p:grpSpPr>
        <p:sp>
          <p:nvSpPr>
            <p:cNvPr id="4" name="사각형: 둥근 한쪽 모서리 3">
              <a:extLst>
                <a:ext uri="{FF2B5EF4-FFF2-40B4-BE49-F238E27FC236}">
                  <a16:creationId xmlns:a16="http://schemas.microsoft.com/office/drawing/2014/main" id="{0446CBF4-4395-6559-A4F4-9ED8152E3DCD}"/>
                </a:ext>
              </a:extLst>
            </p:cNvPr>
            <p:cNvSpPr/>
            <p:nvPr/>
          </p:nvSpPr>
          <p:spPr>
            <a:xfrm flipH="1">
              <a:off x="285750" y="200025"/>
              <a:ext cx="11906250" cy="6657975"/>
            </a:xfrm>
            <a:prstGeom prst="round1Rect">
              <a:avLst>
                <a:gd name="adj" fmla="val 1502"/>
              </a:avLst>
            </a:prstGeom>
            <a:gradFill>
              <a:gsLst>
                <a:gs pos="3000">
                  <a:schemeClr val="tx1">
                    <a:lumMod val="85000"/>
                    <a:lumOff val="15000"/>
                  </a:schemeClr>
                </a:gs>
                <a:gs pos="3000">
                  <a:schemeClr val="bg1"/>
                </a:gs>
              </a:gsLst>
              <a:lin ang="5400000" scaled="1"/>
            </a:gradFill>
            <a:ln w="28575">
              <a:noFill/>
              <a:round/>
            </a:ln>
            <a:effectLst>
              <a:outerShdw blurRad="190500" dist="139700" dir="13500000" algn="br" rotWithShape="0">
                <a:srgbClr val="6C53E3">
                  <a:alpha val="1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578E16B3-3C96-F096-7D0F-68F5C681FCC9}"/>
                </a:ext>
              </a:extLst>
            </p:cNvPr>
            <p:cNvGrpSpPr/>
            <p:nvPr/>
          </p:nvGrpSpPr>
          <p:grpSpPr>
            <a:xfrm>
              <a:off x="419100" y="252414"/>
              <a:ext cx="374407" cy="95250"/>
              <a:chOff x="419100" y="252414"/>
              <a:chExt cx="374407" cy="95250"/>
            </a:xfrm>
          </p:grpSpPr>
          <p:sp>
            <p:nvSpPr>
              <p:cNvPr id="5" name="타원 4">
                <a:extLst>
                  <a:ext uri="{FF2B5EF4-FFF2-40B4-BE49-F238E27FC236}">
                    <a16:creationId xmlns:a16="http://schemas.microsoft.com/office/drawing/2014/main" id="{5D27109C-0630-6E0F-721F-D4532FD663E6}"/>
                  </a:ext>
                </a:extLst>
              </p:cNvPr>
              <p:cNvSpPr/>
              <p:nvPr/>
            </p:nvSpPr>
            <p:spPr>
              <a:xfrm>
                <a:off x="419100" y="252414"/>
                <a:ext cx="95250" cy="95250"/>
              </a:xfrm>
              <a:prstGeom prst="ellipse">
                <a:avLst/>
              </a:prstGeom>
              <a:solidFill>
                <a:srgbClr val="F0654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1A738A89-1059-A7E4-9704-80C8C3B19522}"/>
                  </a:ext>
                </a:extLst>
              </p:cNvPr>
              <p:cNvSpPr/>
              <p:nvPr/>
            </p:nvSpPr>
            <p:spPr>
              <a:xfrm>
                <a:off x="558678" y="252414"/>
                <a:ext cx="95250" cy="952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8909FCFE-0899-8089-186B-6262E32FA699}"/>
                  </a:ext>
                </a:extLst>
              </p:cNvPr>
              <p:cNvSpPr/>
              <p:nvPr/>
            </p:nvSpPr>
            <p:spPr>
              <a:xfrm>
                <a:off x="698257" y="252414"/>
                <a:ext cx="95250" cy="9525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911391A-E47E-E62F-7463-56416A43BC02}"/>
                </a:ext>
              </a:extLst>
            </p:cNvPr>
            <p:cNvSpPr/>
            <p:nvPr/>
          </p:nvSpPr>
          <p:spPr>
            <a:xfrm>
              <a:off x="285750" y="400048"/>
              <a:ext cx="11906250" cy="490541"/>
            </a:xfrm>
            <a:prstGeom prst="rect">
              <a:avLst/>
            </a:prstGeom>
            <a:solidFill>
              <a:srgbClr val="A089FF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975" marR="0" lvl="2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0" normalizeH="0" baseline="0" noProof="0" dirty="0">
                  <a:ln w="107950">
                    <a:noFill/>
                  </a:ln>
                  <a:solidFill>
                    <a:srgbClr val="6C53E3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경영학과 </a:t>
              </a:r>
              <a:r>
                <a:rPr kumimoji="0" lang="en-US" altLang="ko-KR" sz="1400" b="0" i="0" u="none" strike="noStrike" kern="0" cap="none" spc="0" normalizeH="0" baseline="0" noProof="0" dirty="0">
                  <a:ln w="107950">
                    <a:noFill/>
                  </a:ln>
                  <a:solidFill>
                    <a:srgbClr val="6C53E3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201234567 </a:t>
              </a:r>
              <a:r>
                <a:rPr kumimoji="0" lang="ko-KR" altLang="en-US" sz="1400" b="0" i="0" u="none" strike="noStrike" kern="0" cap="none" spc="0" normalizeH="0" baseline="0" noProof="0" dirty="0">
                  <a:ln w="107950">
                    <a:noFill/>
                  </a:ln>
                  <a:solidFill>
                    <a:srgbClr val="6C53E3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조현석</a:t>
              </a: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C53E3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6A80B7C3-58B1-8404-D537-9AA7E8C88922}"/>
                </a:ext>
              </a:extLst>
            </p:cNvPr>
            <p:cNvSpPr/>
            <p:nvPr/>
          </p:nvSpPr>
          <p:spPr>
            <a:xfrm rot="9046626">
              <a:off x="5283369" y="2154492"/>
              <a:ext cx="316633" cy="343726"/>
            </a:xfrm>
            <a:custGeom>
              <a:avLst/>
              <a:gdLst>
                <a:gd name="connsiteX0" fmla="*/ 208899 w 452236"/>
                <a:gd name="connsiteY0" fmla="*/ 0 h 490933"/>
                <a:gd name="connsiteX1" fmla="*/ 226119 w 452236"/>
                <a:gd name="connsiteY1" fmla="*/ 470 h 490933"/>
                <a:gd name="connsiteX2" fmla="*/ 243338 w 452236"/>
                <a:gd name="connsiteY2" fmla="*/ 0 h 490933"/>
                <a:gd name="connsiteX3" fmla="*/ 263345 w 452236"/>
                <a:gd name="connsiteY3" fmla="*/ 18944 h 490933"/>
                <a:gd name="connsiteX4" fmla="*/ 451484 w 452236"/>
                <a:gd name="connsiteY4" fmla="*/ 440245 h 490933"/>
                <a:gd name="connsiteX5" fmla="*/ 451592 w 452236"/>
                <a:gd name="connsiteY5" fmla="*/ 444229 h 490933"/>
                <a:gd name="connsiteX6" fmla="*/ 451695 w 452236"/>
                <a:gd name="connsiteY6" fmla="*/ 444367 h 490933"/>
                <a:gd name="connsiteX7" fmla="*/ 451611 w 452236"/>
                <a:gd name="connsiteY7" fmla="*/ 444924 h 490933"/>
                <a:gd name="connsiteX8" fmla="*/ 452236 w 452236"/>
                <a:gd name="connsiteY8" fmla="*/ 467788 h 490933"/>
                <a:gd name="connsiteX9" fmla="*/ 433292 w 452236"/>
                <a:gd name="connsiteY9" fmla="*/ 487796 h 490933"/>
                <a:gd name="connsiteX10" fmla="*/ 405749 w 452236"/>
                <a:gd name="connsiteY10" fmla="*/ 488548 h 490933"/>
                <a:gd name="connsiteX11" fmla="*/ 401374 w 452236"/>
                <a:gd name="connsiteY11" fmla="*/ 484405 h 490933"/>
                <a:gd name="connsiteX12" fmla="*/ 398223 w 452236"/>
                <a:gd name="connsiteY12" fmla="*/ 483934 h 490933"/>
                <a:gd name="connsiteX13" fmla="*/ 226119 w 452236"/>
                <a:gd name="connsiteY13" fmla="*/ 380523 h 490933"/>
                <a:gd name="connsiteX14" fmla="*/ 54015 w 452236"/>
                <a:gd name="connsiteY14" fmla="*/ 483934 h 490933"/>
                <a:gd name="connsiteX15" fmla="*/ 50863 w 452236"/>
                <a:gd name="connsiteY15" fmla="*/ 484405 h 490933"/>
                <a:gd name="connsiteX16" fmla="*/ 46488 w 452236"/>
                <a:gd name="connsiteY16" fmla="*/ 488548 h 490933"/>
                <a:gd name="connsiteX17" fmla="*/ 18944 w 452236"/>
                <a:gd name="connsiteY17" fmla="*/ 487796 h 490933"/>
                <a:gd name="connsiteX18" fmla="*/ 0 w 452236"/>
                <a:gd name="connsiteY18" fmla="*/ 467788 h 490933"/>
                <a:gd name="connsiteX19" fmla="*/ 625 w 452236"/>
                <a:gd name="connsiteY19" fmla="*/ 444919 h 490933"/>
                <a:gd name="connsiteX20" fmla="*/ 542 w 452236"/>
                <a:gd name="connsiteY20" fmla="*/ 444367 h 490933"/>
                <a:gd name="connsiteX21" fmla="*/ 643 w 452236"/>
                <a:gd name="connsiteY21" fmla="*/ 444230 h 490933"/>
                <a:gd name="connsiteX22" fmla="*/ 752 w 452236"/>
                <a:gd name="connsiteY22" fmla="*/ 440245 h 490933"/>
                <a:gd name="connsiteX23" fmla="*/ 188891 w 452236"/>
                <a:gd name="connsiteY23" fmla="*/ 18944 h 490933"/>
                <a:gd name="connsiteX24" fmla="*/ 208899 w 452236"/>
                <a:gd name="connsiteY24" fmla="*/ 0 h 49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2236" h="490933">
                  <a:moveTo>
                    <a:pt x="208899" y="0"/>
                  </a:moveTo>
                  <a:lnTo>
                    <a:pt x="226119" y="470"/>
                  </a:lnTo>
                  <a:lnTo>
                    <a:pt x="243338" y="0"/>
                  </a:lnTo>
                  <a:cubicBezTo>
                    <a:pt x="251943" y="3293"/>
                    <a:pt x="259292" y="9867"/>
                    <a:pt x="263345" y="18944"/>
                  </a:cubicBezTo>
                  <a:lnTo>
                    <a:pt x="451484" y="440245"/>
                  </a:lnTo>
                  <a:lnTo>
                    <a:pt x="451592" y="444229"/>
                  </a:lnTo>
                  <a:lnTo>
                    <a:pt x="451695" y="444367"/>
                  </a:lnTo>
                  <a:lnTo>
                    <a:pt x="451611" y="444924"/>
                  </a:lnTo>
                  <a:lnTo>
                    <a:pt x="452236" y="467788"/>
                  </a:lnTo>
                  <a:cubicBezTo>
                    <a:pt x="448943" y="476393"/>
                    <a:pt x="442369" y="483742"/>
                    <a:pt x="433292" y="487796"/>
                  </a:cubicBezTo>
                  <a:cubicBezTo>
                    <a:pt x="424215" y="491849"/>
                    <a:pt x="414354" y="491840"/>
                    <a:pt x="405749" y="488548"/>
                  </a:cubicBezTo>
                  <a:lnTo>
                    <a:pt x="401374" y="484405"/>
                  </a:lnTo>
                  <a:lnTo>
                    <a:pt x="398223" y="483934"/>
                  </a:lnTo>
                  <a:lnTo>
                    <a:pt x="226119" y="380523"/>
                  </a:lnTo>
                  <a:lnTo>
                    <a:pt x="54015" y="483934"/>
                  </a:lnTo>
                  <a:lnTo>
                    <a:pt x="50863" y="484405"/>
                  </a:lnTo>
                  <a:lnTo>
                    <a:pt x="46488" y="488548"/>
                  </a:lnTo>
                  <a:cubicBezTo>
                    <a:pt x="37883" y="491840"/>
                    <a:pt x="28021" y="491849"/>
                    <a:pt x="18944" y="487796"/>
                  </a:cubicBezTo>
                  <a:cubicBezTo>
                    <a:pt x="9867" y="483742"/>
                    <a:pt x="3293" y="476393"/>
                    <a:pt x="0" y="467788"/>
                  </a:cubicBezTo>
                  <a:lnTo>
                    <a:pt x="625" y="444919"/>
                  </a:lnTo>
                  <a:lnTo>
                    <a:pt x="542" y="444367"/>
                  </a:lnTo>
                  <a:lnTo>
                    <a:pt x="643" y="444230"/>
                  </a:lnTo>
                  <a:lnTo>
                    <a:pt x="752" y="440245"/>
                  </a:lnTo>
                  <a:lnTo>
                    <a:pt x="188891" y="18944"/>
                  </a:lnTo>
                  <a:cubicBezTo>
                    <a:pt x="192945" y="9867"/>
                    <a:pt x="200294" y="3293"/>
                    <a:pt x="208899" y="0"/>
                  </a:cubicBezTo>
                  <a:close/>
                </a:path>
              </a:pathLst>
            </a:custGeom>
            <a:solidFill>
              <a:srgbClr val="A089FF"/>
            </a:solidFill>
            <a:ln w="19050">
              <a:solidFill>
                <a:srgbClr val="6C53E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CC42671-25B9-2C52-8B47-CE8663D96963}"/>
              </a:ext>
            </a:extLst>
          </p:cNvPr>
          <p:cNvSpPr txBox="1"/>
          <p:nvPr/>
        </p:nvSpPr>
        <p:spPr>
          <a:xfrm>
            <a:off x="3064933" y="2498748"/>
            <a:ext cx="6152444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2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0" i="1" u="none" strike="noStrike" kern="0" cap="none" spc="0" normalizeH="0" baseline="0" noProof="0" dirty="0">
                <a:ln w="107950">
                  <a:noFill/>
                </a:ln>
                <a:solidFill>
                  <a:srgbClr val="A089FF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PPT</a:t>
            </a:r>
            <a:endParaRPr kumimoji="0" lang="en-US" altLang="ko-KR" sz="5400" b="0" i="1" u="none" strike="noStrike" kern="0" cap="none" spc="0" normalizeH="0" baseline="0" noProof="0" dirty="0">
              <a:ln w="107950">
                <a:noFill/>
              </a:ln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Tmon몬소리 Black" panose="02000A03000000000000" pitchFamily="2" charset="-127"/>
              <a:ea typeface="Tmon몬소리 Black" panose="02000A03000000000000" pitchFamily="2" charset="-127"/>
              <a:cs typeface="+mn-cs"/>
            </a:endParaRPr>
          </a:p>
          <a:p>
            <a:pPr marL="0" marR="0" lvl="2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0" i="1" u="none" strike="noStrike" kern="0" cap="none" spc="0" normalizeH="0" baseline="0" noProof="0" dirty="0">
                <a:ln w="107950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PRESENTATION</a:t>
            </a:r>
          </a:p>
          <a:p>
            <a:pPr marL="0" marR="0" lvl="2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2772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D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692EC-234A-2B3E-FFA4-1A9C11535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DD1D7BA0-9997-927A-776D-1D1BC7FC79AD}"/>
              </a:ext>
            </a:extLst>
          </p:cNvPr>
          <p:cNvGrpSpPr/>
          <p:nvPr/>
        </p:nvGrpSpPr>
        <p:grpSpPr>
          <a:xfrm>
            <a:off x="221402" y="200025"/>
            <a:ext cx="11970598" cy="6657975"/>
            <a:chOff x="221402" y="200025"/>
            <a:chExt cx="11970598" cy="6657975"/>
          </a:xfrm>
        </p:grpSpPr>
        <p:sp>
          <p:nvSpPr>
            <p:cNvPr id="4" name="사각형: 둥근 한쪽 모서리 3">
              <a:extLst>
                <a:ext uri="{FF2B5EF4-FFF2-40B4-BE49-F238E27FC236}">
                  <a16:creationId xmlns:a16="http://schemas.microsoft.com/office/drawing/2014/main" id="{E54463D1-B73B-ECA2-753B-0E59465BF105}"/>
                </a:ext>
              </a:extLst>
            </p:cNvPr>
            <p:cNvSpPr/>
            <p:nvPr/>
          </p:nvSpPr>
          <p:spPr>
            <a:xfrm flipH="1">
              <a:off x="285750" y="200025"/>
              <a:ext cx="11906250" cy="6657975"/>
            </a:xfrm>
            <a:prstGeom prst="round1Rect">
              <a:avLst>
                <a:gd name="adj" fmla="val 1502"/>
              </a:avLst>
            </a:prstGeom>
            <a:gradFill>
              <a:gsLst>
                <a:gs pos="3000">
                  <a:schemeClr val="tx1">
                    <a:lumMod val="85000"/>
                    <a:lumOff val="15000"/>
                  </a:schemeClr>
                </a:gs>
                <a:gs pos="3000">
                  <a:schemeClr val="bg1"/>
                </a:gs>
              </a:gsLst>
              <a:lin ang="5400000" scaled="1"/>
            </a:gradFill>
            <a:ln w="28575">
              <a:noFill/>
              <a:round/>
            </a:ln>
            <a:effectLst>
              <a:outerShdw blurRad="190500" dist="139700" dir="13500000" algn="br" rotWithShape="0">
                <a:srgbClr val="6C53E3">
                  <a:alpha val="1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22A45BBE-88A2-407B-9770-2DC488B465E1}"/>
                </a:ext>
              </a:extLst>
            </p:cNvPr>
            <p:cNvGrpSpPr/>
            <p:nvPr/>
          </p:nvGrpSpPr>
          <p:grpSpPr>
            <a:xfrm>
              <a:off x="419100" y="252414"/>
              <a:ext cx="374407" cy="95250"/>
              <a:chOff x="419100" y="252414"/>
              <a:chExt cx="374407" cy="95250"/>
            </a:xfrm>
          </p:grpSpPr>
          <p:sp>
            <p:nvSpPr>
              <p:cNvPr id="5" name="타원 4">
                <a:extLst>
                  <a:ext uri="{FF2B5EF4-FFF2-40B4-BE49-F238E27FC236}">
                    <a16:creationId xmlns:a16="http://schemas.microsoft.com/office/drawing/2014/main" id="{B527701F-E6CA-51FA-0F7F-3D2ABFEEAED7}"/>
                  </a:ext>
                </a:extLst>
              </p:cNvPr>
              <p:cNvSpPr/>
              <p:nvPr/>
            </p:nvSpPr>
            <p:spPr>
              <a:xfrm>
                <a:off x="419100" y="252414"/>
                <a:ext cx="95250" cy="95250"/>
              </a:xfrm>
              <a:prstGeom prst="ellipse">
                <a:avLst/>
              </a:prstGeom>
              <a:solidFill>
                <a:srgbClr val="F0654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81167CF5-F10F-9BFB-69A0-697D64EC901F}"/>
                  </a:ext>
                </a:extLst>
              </p:cNvPr>
              <p:cNvSpPr/>
              <p:nvPr/>
            </p:nvSpPr>
            <p:spPr>
              <a:xfrm>
                <a:off x="558678" y="252414"/>
                <a:ext cx="95250" cy="952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AAE9C962-BC38-9F42-0904-90D0A1DE6A78}"/>
                  </a:ext>
                </a:extLst>
              </p:cNvPr>
              <p:cNvSpPr/>
              <p:nvPr/>
            </p:nvSpPr>
            <p:spPr>
              <a:xfrm>
                <a:off x="698257" y="252414"/>
                <a:ext cx="95250" cy="9525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2678174-A6F1-8958-C932-A6F448F51670}"/>
                </a:ext>
              </a:extLst>
            </p:cNvPr>
            <p:cNvSpPr/>
            <p:nvPr/>
          </p:nvSpPr>
          <p:spPr>
            <a:xfrm>
              <a:off x="285750" y="400048"/>
              <a:ext cx="11906250" cy="490541"/>
            </a:xfrm>
            <a:prstGeom prst="rect">
              <a:avLst/>
            </a:prstGeom>
            <a:solidFill>
              <a:srgbClr val="A089FF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975" marR="0" lvl="2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1" u="none" strike="noStrike" kern="0" cap="none" spc="0" normalizeH="0" baseline="0" noProof="0" dirty="0">
                  <a:ln w="107950">
                    <a:noFill/>
                  </a:ln>
                  <a:solidFill>
                    <a:srgbClr val="A089FF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PPT</a:t>
              </a:r>
              <a:r>
                <a:rPr kumimoji="0" lang="ko-KR" altLang="en-US" sz="2000" b="0" i="1" u="none" strike="noStrike" kern="0" cap="none" spc="0" normalizeH="0" baseline="0" noProof="0" dirty="0">
                  <a:ln w="107950">
                    <a:noFill/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 </a:t>
              </a:r>
              <a:r>
                <a:rPr kumimoji="0" lang="en-US" altLang="ko-KR" sz="2000" b="0" i="1" u="none" strike="noStrike" kern="0" cap="none" spc="0" normalizeH="0" baseline="0" noProof="0" dirty="0">
                  <a:ln w="107950"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PRESENTATION 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Enjoy your stylish business and campus life with BIZCAM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FEBE73EF-EB87-3CAF-C7E1-6F6DE900A09A}"/>
                </a:ext>
              </a:extLst>
            </p:cNvPr>
            <p:cNvSpPr/>
            <p:nvPr/>
          </p:nvSpPr>
          <p:spPr>
            <a:xfrm rot="9046626">
              <a:off x="221402" y="473950"/>
              <a:ext cx="204206" cy="221679"/>
            </a:xfrm>
            <a:custGeom>
              <a:avLst/>
              <a:gdLst>
                <a:gd name="connsiteX0" fmla="*/ 208899 w 452236"/>
                <a:gd name="connsiteY0" fmla="*/ 0 h 490933"/>
                <a:gd name="connsiteX1" fmla="*/ 226119 w 452236"/>
                <a:gd name="connsiteY1" fmla="*/ 470 h 490933"/>
                <a:gd name="connsiteX2" fmla="*/ 243338 w 452236"/>
                <a:gd name="connsiteY2" fmla="*/ 0 h 490933"/>
                <a:gd name="connsiteX3" fmla="*/ 263345 w 452236"/>
                <a:gd name="connsiteY3" fmla="*/ 18944 h 490933"/>
                <a:gd name="connsiteX4" fmla="*/ 451484 w 452236"/>
                <a:gd name="connsiteY4" fmla="*/ 440245 h 490933"/>
                <a:gd name="connsiteX5" fmla="*/ 451592 w 452236"/>
                <a:gd name="connsiteY5" fmla="*/ 444229 h 490933"/>
                <a:gd name="connsiteX6" fmla="*/ 451695 w 452236"/>
                <a:gd name="connsiteY6" fmla="*/ 444367 h 490933"/>
                <a:gd name="connsiteX7" fmla="*/ 451611 w 452236"/>
                <a:gd name="connsiteY7" fmla="*/ 444924 h 490933"/>
                <a:gd name="connsiteX8" fmla="*/ 452236 w 452236"/>
                <a:gd name="connsiteY8" fmla="*/ 467788 h 490933"/>
                <a:gd name="connsiteX9" fmla="*/ 433292 w 452236"/>
                <a:gd name="connsiteY9" fmla="*/ 487796 h 490933"/>
                <a:gd name="connsiteX10" fmla="*/ 405749 w 452236"/>
                <a:gd name="connsiteY10" fmla="*/ 488548 h 490933"/>
                <a:gd name="connsiteX11" fmla="*/ 401374 w 452236"/>
                <a:gd name="connsiteY11" fmla="*/ 484405 h 490933"/>
                <a:gd name="connsiteX12" fmla="*/ 398223 w 452236"/>
                <a:gd name="connsiteY12" fmla="*/ 483934 h 490933"/>
                <a:gd name="connsiteX13" fmla="*/ 226119 w 452236"/>
                <a:gd name="connsiteY13" fmla="*/ 380523 h 490933"/>
                <a:gd name="connsiteX14" fmla="*/ 54015 w 452236"/>
                <a:gd name="connsiteY14" fmla="*/ 483934 h 490933"/>
                <a:gd name="connsiteX15" fmla="*/ 50863 w 452236"/>
                <a:gd name="connsiteY15" fmla="*/ 484405 h 490933"/>
                <a:gd name="connsiteX16" fmla="*/ 46488 w 452236"/>
                <a:gd name="connsiteY16" fmla="*/ 488548 h 490933"/>
                <a:gd name="connsiteX17" fmla="*/ 18944 w 452236"/>
                <a:gd name="connsiteY17" fmla="*/ 487796 h 490933"/>
                <a:gd name="connsiteX18" fmla="*/ 0 w 452236"/>
                <a:gd name="connsiteY18" fmla="*/ 467788 h 490933"/>
                <a:gd name="connsiteX19" fmla="*/ 625 w 452236"/>
                <a:gd name="connsiteY19" fmla="*/ 444919 h 490933"/>
                <a:gd name="connsiteX20" fmla="*/ 542 w 452236"/>
                <a:gd name="connsiteY20" fmla="*/ 444367 h 490933"/>
                <a:gd name="connsiteX21" fmla="*/ 643 w 452236"/>
                <a:gd name="connsiteY21" fmla="*/ 444230 h 490933"/>
                <a:gd name="connsiteX22" fmla="*/ 752 w 452236"/>
                <a:gd name="connsiteY22" fmla="*/ 440245 h 490933"/>
                <a:gd name="connsiteX23" fmla="*/ 188891 w 452236"/>
                <a:gd name="connsiteY23" fmla="*/ 18944 h 490933"/>
                <a:gd name="connsiteX24" fmla="*/ 208899 w 452236"/>
                <a:gd name="connsiteY24" fmla="*/ 0 h 49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2236" h="490933">
                  <a:moveTo>
                    <a:pt x="208899" y="0"/>
                  </a:moveTo>
                  <a:lnTo>
                    <a:pt x="226119" y="470"/>
                  </a:lnTo>
                  <a:lnTo>
                    <a:pt x="243338" y="0"/>
                  </a:lnTo>
                  <a:cubicBezTo>
                    <a:pt x="251943" y="3293"/>
                    <a:pt x="259292" y="9867"/>
                    <a:pt x="263345" y="18944"/>
                  </a:cubicBezTo>
                  <a:lnTo>
                    <a:pt x="451484" y="440245"/>
                  </a:lnTo>
                  <a:lnTo>
                    <a:pt x="451592" y="444229"/>
                  </a:lnTo>
                  <a:lnTo>
                    <a:pt x="451695" y="444367"/>
                  </a:lnTo>
                  <a:lnTo>
                    <a:pt x="451611" y="444924"/>
                  </a:lnTo>
                  <a:lnTo>
                    <a:pt x="452236" y="467788"/>
                  </a:lnTo>
                  <a:cubicBezTo>
                    <a:pt x="448943" y="476393"/>
                    <a:pt x="442369" y="483742"/>
                    <a:pt x="433292" y="487796"/>
                  </a:cubicBezTo>
                  <a:cubicBezTo>
                    <a:pt x="424215" y="491849"/>
                    <a:pt x="414354" y="491840"/>
                    <a:pt x="405749" y="488548"/>
                  </a:cubicBezTo>
                  <a:lnTo>
                    <a:pt x="401374" y="484405"/>
                  </a:lnTo>
                  <a:lnTo>
                    <a:pt x="398223" y="483934"/>
                  </a:lnTo>
                  <a:lnTo>
                    <a:pt x="226119" y="380523"/>
                  </a:lnTo>
                  <a:lnTo>
                    <a:pt x="54015" y="483934"/>
                  </a:lnTo>
                  <a:lnTo>
                    <a:pt x="50863" y="484405"/>
                  </a:lnTo>
                  <a:lnTo>
                    <a:pt x="46488" y="488548"/>
                  </a:lnTo>
                  <a:cubicBezTo>
                    <a:pt x="37883" y="491840"/>
                    <a:pt x="28021" y="491849"/>
                    <a:pt x="18944" y="487796"/>
                  </a:cubicBezTo>
                  <a:cubicBezTo>
                    <a:pt x="9867" y="483742"/>
                    <a:pt x="3293" y="476393"/>
                    <a:pt x="0" y="467788"/>
                  </a:cubicBezTo>
                  <a:lnTo>
                    <a:pt x="625" y="444919"/>
                  </a:lnTo>
                  <a:lnTo>
                    <a:pt x="542" y="444367"/>
                  </a:lnTo>
                  <a:lnTo>
                    <a:pt x="643" y="444230"/>
                  </a:lnTo>
                  <a:lnTo>
                    <a:pt x="752" y="440245"/>
                  </a:lnTo>
                  <a:lnTo>
                    <a:pt x="188891" y="18944"/>
                  </a:lnTo>
                  <a:cubicBezTo>
                    <a:pt x="192945" y="9867"/>
                    <a:pt x="200294" y="3293"/>
                    <a:pt x="208899" y="0"/>
                  </a:cubicBezTo>
                  <a:close/>
                </a:path>
              </a:pathLst>
            </a:custGeom>
            <a:solidFill>
              <a:srgbClr val="A089FF"/>
            </a:solidFill>
            <a:ln w="19050">
              <a:solidFill>
                <a:srgbClr val="6C53E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" name="자유형 20">
            <a:extLst>
              <a:ext uri="{FF2B5EF4-FFF2-40B4-BE49-F238E27FC236}">
                <a16:creationId xmlns:a16="http://schemas.microsoft.com/office/drawing/2014/main" id="{177639D1-1207-0AFE-BDA6-C4E0DD5ADC3A}"/>
              </a:ext>
            </a:extLst>
          </p:cNvPr>
          <p:cNvSpPr/>
          <p:nvPr/>
        </p:nvSpPr>
        <p:spPr>
          <a:xfrm>
            <a:off x="5086579" y="4981605"/>
            <a:ext cx="747021" cy="455659"/>
          </a:xfrm>
          <a:custGeom>
            <a:avLst/>
            <a:gdLst>
              <a:gd name="connsiteX0" fmla="*/ 287915 w 747021"/>
              <a:gd name="connsiteY0" fmla="*/ 23839 h 455659"/>
              <a:gd name="connsiteX1" fmla="*/ 46615 w 747021"/>
              <a:gd name="connsiteY1" fmla="*/ 30189 h 455659"/>
              <a:gd name="connsiteX2" fmla="*/ 8515 w 747021"/>
              <a:gd name="connsiteY2" fmla="*/ 296889 h 455659"/>
              <a:gd name="connsiteX3" fmla="*/ 154565 w 747021"/>
              <a:gd name="connsiteY3" fmla="*/ 436589 h 455659"/>
              <a:gd name="connsiteX4" fmla="*/ 694315 w 747021"/>
              <a:gd name="connsiteY4" fmla="*/ 411189 h 455659"/>
              <a:gd name="connsiteX5" fmla="*/ 700665 w 747021"/>
              <a:gd name="connsiteY5" fmla="*/ 42889 h 455659"/>
              <a:gd name="connsiteX6" fmla="*/ 465715 w 747021"/>
              <a:gd name="connsiteY6" fmla="*/ 4789 h 455659"/>
              <a:gd name="connsiteX7" fmla="*/ 287915 w 747021"/>
              <a:gd name="connsiteY7" fmla="*/ 23839 h 455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021" h="455659">
                <a:moveTo>
                  <a:pt x="287915" y="23839"/>
                </a:moveTo>
                <a:cubicBezTo>
                  <a:pt x="218065" y="28072"/>
                  <a:pt x="93182" y="-15319"/>
                  <a:pt x="46615" y="30189"/>
                </a:cubicBezTo>
                <a:cubicBezTo>
                  <a:pt x="48" y="75697"/>
                  <a:pt x="-9477" y="229156"/>
                  <a:pt x="8515" y="296889"/>
                </a:cubicBezTo>
                <a:cubicBezTo>
                  <a:pt x="26507" y="364622"/>
                  <a:pt x="40265" y="417539"/>
                  <a:pt x="154565" y="436589"/>
                </a:cubicBezTo>
                <a:cubicBezTo>
                  <a:pt x="268865" y="455639"/>
                  <a:pt x="603299" y="476806"/>
                  <a:pt x="694315" y="411189"/>
                </a:cubicBezTo>
                <a:cubicBezTo>
                  <a:pt x="785331" y="345572"/>
                  <a:pt x="738765" y="110622"/>
                  <a:pt x="700665" y="42889"/>
                </a:cubicBezTo>
                <a:cubicBezTo>
                  <a:pt x="662565" y="-24844"/>
                  <a:pt x="530273" y="9022"/>
                  <a:pt x="465715" y="4789"/>
                </a:cubicBezTo>
                <a:cubicBezTo>
                  <a:pt x="401157" y="556"/>
                  <a:pt x="357765" y="19606"/>
                  <a:pt x="287915" y="23839"/>
                </a:cubicBezTo>
                <a:close/>
              </a:path>
            </a:pathLst>
          </a:custGeom>
          <a:solidFill>
            <a:srgbClr val="403F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439353F7-7CB7-849F-A7BE-DC6C57B48AD0}"/>
              </a:ext>
            </a:extLst>
          </p:cNvPr>
          <p:cNvGraphicFramePr/>
          <p:nvPr/>
        </p:nvGraphicFramePr>
        <p:xfrm>
          <a:off x="957307" y="1728569"/>
          <a:ext cx="5346633" cy="4204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54CC45B3-F549-B78A-32F7-0A10672B37CE}"/>
              </a:ext>
            </a:extLst>
          </p:cNvPr>
          <p:cNvSpPr/>
          <p:nvPr/>
        </p:nvSpPr>
        <p:spPr>
          <a:xfrm>
            <a:off x="2939536" y="3623836"/>
            <a:ext cx="1382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Product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1C21005-ED48-6B16-560D-085531469FDF}"/>
              </a:ext>
            </a:extLst>
          </p:cNvPr>
          <p:cNvSpPr/>
          <p:nvPr/>
        </p:nvSpPr>
        <p:spPr>
          <a:xfrm>
            <a:off x="6065750" y="4886603"/>
            <a:ext cx="4272459" cy="10465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PowerPoint is a computer program created by Microsoft Office</a:t>
            </a: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4DB35D2D-7976-CD43-9CFB-FDADC2F0D2F8}"/>
              </a:ext>
            </a:extLst>
          </p:cNvPr>
          <p:cNvSpPr/>
          <p:nvPr/>
        </p:nvSpPr>
        <p:spPr>
          <a:xfrm>
            <a:off x="6646225" y="2330550"/>
            <a:ext cx="1738241" cy="1738241"/>
          </a:xfrm>
          <a:prstGeom prst="arc">
            <a:avLst>
              <a:gd name="adj1" fmla="val 16096352"/>
              <a:gd name="adj2" fmla="val 10914666"/>
            </a:avLst>
          </a:prstGeom>
          <a:ln w="38100">
            <a:solidFill>
              <a:srgbClr val="6C53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16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22128F-8F9E-3773-F013-F8112ECA7817}"/>
              </a:ext>
            </a:extLst>
          </p:cNvPr>
          <p:cNvSpPr txBox="1"/>
          <p:nvPr/>
        </p:nvSpPr>
        <p:spPr>
          <a:xfrm>
            <a:off x="6646224" y="2114719"/>
            <a:ext cx="8691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6C53E3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75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6C53E3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%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6C53E3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FDEE0E-300E-49A3-7439-1795CB4A134F}"/>
              </a:ext>
            </a:extLst>
          </p:cNvPr>
          <p:cNvSpPr/>
          <p:nvPr/>
        </p:nvSpPr>
        <p:spPr>
          <a:xfrm>
            <a:off x="6782620" y="3042534"/>
            <a:ext cx="1465449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</p:txBody>
      </p:sp>
      <p:sp>
        <p:nvSpPr>
          <p:cNvPr id="15" name="원호 14">
            <a:extLst>
              <a:ext uri="{FF2B5EF4-FFF2-40B4-BE49-F238E27FC236}">
                <a16:creationId xmlns:a16="http://schemas.microsoft.com/office/drawing/2014/main" id="{F046996F-E088-E0BD-41E2-57C789DBA13F}"/>
              </a:ext>
            </a:extLst>
          </p:cNvPr>
          <p:cNvSpPr/>
          <p:nvPr/>
        </p:nvSpPr>
        <p:spPr>
          <a:xfrm>
            <a:off x="9126188" y="2330550"/>
            <a:ext cx="1738241" cy="1738241"/>
          </a:xfrm>
          <a:prstGeom prst="arc">
            <a:avLst>
              <a:gd name="adj1" fmla="val 16096352"/>
              <a:gd name="adj2" fmla="val 5986050"/>
            </a:avLst>
          </a:prstGeom>
          <a:ln w="38100">
            <a:solidFill>
              <a:srgbClr val="6C53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16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45DE17-A30E-299D-C697-3457B3544C80}"/>
              </a:ext>
            </a:extLst>
          </p:cNvPr>
          <p:cNvSpPr txBox="1"/>
          <p:nvPr/>
        </p:nvSpPr>
        <p:spPr>
          <a:xfrm>
            <a:off x="9126187" y="2114719"/>
            <a:ext cx="8691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6C53E3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52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6C53E3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%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6C53E3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E5419CF-77B6-7292-A7CB-F3469CE764F8}"/>
              </a:ext>
            </a:extLst>
          </p:cNvPr>
          <p:cNvSpPr/>
          <p:nvPr/>
        </p:nvSpPr>
        <p:spPr>
          <a:xfrm>
            <a:off x="9262583" y="3042534"/>
            <a:ext cx="1465449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</p:txBody>
      </p:sp>
      <p:cxnSp>
        <p:nvCxnSpPr>
          <p:cNvPr id="18" name="구부러진 연결선 40">
            <a:extLst>
              <a:ext uri="{FF2B5EF4-FFF2-40B4-BE49-F238E27FC236}">
                <a16:creationId xmlns:a16="http://schemas.microsoft.com/office/drawing/2014/main" id="{C8413F56-9B0C-640E-F93A-C2C30F896B16}"/>
              </a:ext>
            </a:extLst>
          </p:cNvPr>
          <p:cNvCxnSpPr/>
          <p:nvPr/>
        </p:nvCxnSpPr>
        <p:spPr>
          <a:xfrm rot="16200000" flipV="1">
            <a:off x="4971414" y="4427938"/>
            <a:ext cx="668833" cy="438501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23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D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D093C-283E-AA88-77C5-1F148A00E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7F007D9-36E8-CF81-5AF2-10907BE39334}"/>
              </a:ext>
            </a:extLst>
          </p:cNvPr>
          <p:cNvGrpSpPr/>
          <p:nvPr/>
        </p:nvGrpSpPr>
        <p:grpSpPr>
          <a:xfrm>
            <a:off x="221402" y="200025"/>
            <a:ext cx="11970598" cy="6657975"/>
            <a:chOff x="221402" y="200025"/>
            <a:chExt cx="11970598" cy="6657975"/>
          </a:xfrm>
        </p:grpSpPr>
        <p:sp>
          <p:nvSpPr>
            <p:cNvPr id="4" name="사각형: 둥근 한쪽 모서리 3">
              <a:extLst>
                <a:ext uri="{FF2B5EF4-FFF2-40B4-BE49-F238E27FC236}">
                  <a16:creationId xmlns:a16="http://schemas.microsoft.com/office/drawing/2014/main" id="{3117B1B4-AE24-ADBB-FA0A-FFB4F2093D12}"/>
                </a:ext>
              </a:extLst>
            </p:cNvPr>
            <p:cNvSpPr/>
            <p:nvPr/>
          </p:nvSpPr>
          <p:spPr>
            <a:xfrm flipH="1">
              <a:off x="285750" y="200025"/>
              <a:ext cx="11906250" cy="6657975"/>
            </a:xfrm>
            <a:prstGeom prst="round1Rect">
              <a:avLst>
                <a:gd name="adj" fmla="val 1502"/>
              </a:avLst>
            </a:prstGeom>
            <a:gradFill>
              <a:gsLst>
                <a:gs pos="3000">
                  <a:schemeClr val="tx1">
                    <a:lumMod val="85000"/>
                    <a:lumOff val="15000"/>
                  </a:schemeClr>
                </a:gs>
                <a:gs pos="3000">
                  <a:schemeClr val="bg1"/>
                </a:gs>
              </a:gsLst>
              <a:lin ang="5400000" scaled="1"/>
            </a:gradFill>
            <a:ln w="28575">
              <a:noFill/>
              <a:round/>
            </a:ln>
            <a:effectLst>
              <a:outerShdw blurRad="190500" dist="139700" dir="13500000" algn="br" rotWithShape="0">
                <a:srgbClr val="6C53E3">
                  <a:alpha val="1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A75CDA0-EBE6-74AF-6F29-8172CDAFBA54}"/>
                </a:ext>
              </a:extLst>
            </p:cNvPr>
            <p:cNvGrpSpPr/>
            <p:nvPr/>
          </p:nvGrpSpPr>
          <p:grpSpPr>
            <a:xfrm>
              <a:off x="419100" y="252414"/>
              <a:ext cx="374407" cy="95250"/>
              <a:chOff x="419100" y="252414"/>
              <a:chExt cx="374407" cy="95250"/>
            </a:xfrm>
          </p:grpSpPr>
          <p:sp>
            <p:nvSpPr>
              <p:cNvPr id="5" name="타원 4">
                <a:extLst>
                  <a:ext uri="{FF2B5EF4-FFF2-40B4-BE49-F238E27FC236}">
                    <a16:creationId xmlns:a16="http://schemas.microsoft.com/office/drawing/2014/main" id="{0D8DFB9F-C810-0C99-1494-83AAB2FB1602}"/>
                  </a:ext>
                </a:extLst>
              </p:cNvPr>
              <p:cNvSpPr/>
              <p:nvPr/>
            </p:nvSpPr>
            <p:spPr>
              <a:xfrm>
                <a:off x="419100" y="252414"/>
                <a:ext cx="95250" cy="95250"/>
              </a:xfrm>
              <a:prstGeom prst="ellipse">
                <a:avLst/>
              </a:prstGeom>
              <a:solidFill>
                <a:srgbClr val="F0654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D7DAC09E-32B6-0A66-4A13-BA04E54E00FF}"/>
                  </a:ext>
                </a:extLst>
              </p:cNvPr>
              <p:cNvSpPr/>
              <p:nvPr/>
            </p:nvSpPr>
            <p:spPr>
              <a:xfrm>
                <a:off x="558678" y="252414"/>
                <a:ext cx="95250" cy="952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365F004C-7FDB-6647-7B9F-CD87F5DFE515}"/>
                  </a:ext>
                </a:extLst>
              </p:cNvPr>
              <p:cNvSpPr/>
              <p:nvPr/>
            </p:nvSpPr>
            <p:spPr>
              <a:xfrm>
                <a:off x="698257" y="252414"/>
                <a:ext cx="95250" cy="9525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379E39F-0AC6-2725-8128-C9E4DAF55847}"/>
                </a:ext>
              </a:extLst>
            </p:cNvPr>
            <p:cNvSpPr/>
            <p:nvPr/>
          </p:nvSpPr>
          <p:spPr>
            <a:xfrm>
              <a:off x="285750" y="400048"/>
              <a:ext cx="11906250" cy="490541"/>
            </a:xfrm>
            <a:prstGeom prst="rect">
              <a:avLst/>
            </a:prstGeom>
            <a:solidFill>
              <a:srgbClr val="A089FF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975" marR="0" lvl="2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1" u="none" strike="noStrike" kern="0" cap="none" spc="0" normalizeH="0" baseline="0" noProof="0" dirty="0">
                  <a:ln w="107950">
                    <a:noFill/>
                  </a:ln>
                  <a:solidFill>
                    <a:srgbClr val="A089FF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PPT</a:t>
              </a:r>
              <a:r>
                <a:rPr kumimoji="0" lang="ko-KR" altLang="en-US" sz="2000" b="0" i="1" u="none" strike="noStrike" kern="0" cap="none" spc="0" normalizeH="0" baseline="0" noProof="0" dirty="0">
                  <a:ln w="107950">
                    <a:noFill/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 </a:t>
              </a:r>
              <a:r>
                <a:rPr kumimoji="0" lang="en-US" altLang="ko-KR" sz="2000" b="0" i="1" u="none" strike="noStrike" kern="0" cap="none" spc="0" normalizeH="0" baseline="0" noProof="0" dirty="0">
                  <a:ln w="107950"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PRESENTATION 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Enjoy your stylish business and campus life with BIZCAM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C87B024B-4AE7-DECE-78EF-AA5F3B427545}"/>
                </a:ext>
              </a:extLst>
            </p:cNvPr>
            <p:cNvSpPr/>
            <p:nvPr/>
          </p:nvSpPr>
          <p:spPr>
            <a:xfrm rot="9046626">
              <a:off x="221402" y="473950"/>
              <a:ext cx="204206" cy="221679"/>
            </a:xfrm>
            <a:custGeom>
              <a:avLst/>
              <a:gdLst>
                <a:gd name="connsiteX0" fmla="*/ 208899 w 452236"/>
                <a:gd name="connsiteY0" fmla="*/ 0 h 490933"/>
                <a:gd name="connsiteX1" fmla="*/ 226119 w 452236"/>
                <a:gd name="connsiteY1" fmla="*/ 470 h 490933"/>
                <a:gd name="connsiteX2" fmla="*/ 243338 w 452236"/>
                <a:gd name="connsiteY2" fmla="*/ 0 h 490933"/>
                <a:gd name="connsiteX3" fmla="*/ 263345 w 452236"/>
                <a:gd name="connsiteY3" fmla="*/ 18944 h 490933"/>
                <a:gd name="connsiteX4" fmla="*/ 451484 w 452236"/>
                <a:gd name="connsiteY4" fmla="*/ 440245 h 490933"/>
                <a:gd name="connsiteX5" fmla="*/ 451592 w 452236"/>
                <a:gd name="connsiteY5" fmla="*/ 444229 h 490933"/>
                <a:gd name="connsiteX6" fmla="*/ 451695 w 452236"/>
                <a:gd name="connsiteY6" fmla="*/ 444367 h 490933"/>
                <a:gd name="connsiteX7" fmla="*/ 451611 w 452236"/>
                <a:gd name="connsiteY7" fmla="*/ 444924 h 490933"/>
                <a:gd name="connsiteX8" fmla="*/ 452236 w 452236"/>
                <a:gd name="connsiteY8" fmla="*/ 467788 h 490933"/>
                <a:gd name="connsiteX9" fmla="*/ 433292 w 452236"/>
                <a:gd name="connsiteY9" fmla="*/ 487796 h 490933"/>
                <a:gd name="connsiteX10" fmla="*/ 405749 w 452236"/>
                <a:gd name="connsiteY10" fmla="*/ 488548 h 490933"/>
                <a:gd name="connsiteX11" fmla="*/ 401374 w 452236"/>
                <a:gd name="connsiteY11" fmla="*/ 484405 h 490933"/>
                <a:gd name="connsiteX12" fmla="*/ 398223 w 452236"/>
                <a:gd name="connsiteY12" fmla="*/ 483934 h 490933"/>
                <a:gd name="connsiteX13" fmla="*/ 226119 w 452236"/>
                <a:gd name="connsiteY13" fmla="*/ 380523 h 490933"/>
                <a:gd name="connsiteX14" fmla="*/ 54015 w 452236"/>
                <a:gd name="connsiteY14" fmla="*/ 483934 h 490933"/>
                <a:gd name="connsiteX15" fmla="*/ 50863 w 452236"/>
                <a:gd name="connsiteY15" fmla="*/ 484405 h 490933"/>
                <a:gd name="connsiteX16" fmla="*/ 46488 w 452236"/>
                <a:gd name="connsiteY16" fmla="*/ 488548 h 490933"/>
                <a:gd name="connsiteX17" fmla="*/ 18944 w 452236"/>
                <a:gd name="connsiteY17" fmla="*/ 487796 h 490933"/>
                <a:gd name="connsiteX18" fmla="*/ 0 w 452236"/>
                <a:gd name="connsiteY18" fmla="*/ 467788 h 490933"/>
                <a:gd name="connsiteX19" fmla="*/ 625 w 452236"/>
                <a:gd name="connsiteY19" fmla="*/ 444919 h 490933"/>
                <a:gd name="connsiteX20" fmla="*/ 542 w 452236"/>
                <a:gd name="connsiteY20" fmla="*/ 444367 h 490933"/>
                <a:gd name="connsiteX21" fmla="*/ 643 w 452236"/>
                <a:gd name="connsiteY21" fmla="*/ 444230 h 490933"/>
                <a:gd name="connsiteX22" fmla="*/ 752 w 452236"/>
                <a:gd name="connsiteY22" fmla="*/ 440245 h 490933"/>
                <a:gd name="connsiteX23" fmla="*/ 188891 w 452236"/>
                <a:gd name="connsiteY23" fmla="*/ 18944 h 490933"/>
                <a:gd name="connsiteX24" fmla="*/ 208899 w 452236"/>
                <a:gd name="connsiteY24" fmla="*/ 0 h 49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2236" h="490933">
                  <a:moveTo>
                    <a:pt x="208899" y="0"/>
                  </a:moveTo>
                  <a:lnTo>
                    <a:pt x="226119" y="470"/>
                  </a:lnTo>
                  <a:lnTo>
                    <a:pt x="243338" y="0"/>
                  </a:lnTo>
                  <a:cubicBezTo>
                    <a:pt x="251943" y="3293"/>
                    <a:pt x="259292" y="9867"/>
                    <a:pt x="263345" y="18944"/>
                  </a:cubicBezTo>
                  <a:lnTo>
                    <a:pt x="451484" y="440245"/>
                  </a:lnTo>
                  <a:lnTo>
                    <a:pt x="451592" y="444229"/>
                  </a:lnTo>
                  <a:lnTo>
                    <a:pt x="451695" y="444367"/>
                  </a:lnTo>
                  <a:lnTo>
                    <a:pt x="451611" y="444924"/>
                  </a:lnTo>
                  <a:lnTo>
                    <a:pt x="452236" y="467788"/>
                  </a:lnTo>
                  <a:cubicBezTo>
                    <a:pt x="448943" y="476393"/>
                    <a:pt x="442369" y="483742"/>
                    <a:pt x="433292" y="487796"/>
                  </a:cubicBezTo>
                  <a:cubicBezTo>
                    <a:pt x="424215" y="491849"/>
                    <a:pt x="414354" y="491840"/>
                    <a:pt x="405749" y="488548"/>
                  </a:cubicBezTo>
                  <a:lnTo>
                    <a:pt x="401374" y="484405"/>
                  </a:lnTo>
                  <a:lnTo>
                    <a:pt x="398223" y="483934"/>
                  </a:lnTo>
                  <a:lnTo>
                    <a:pt x="226119" y="380523"/>
                  </a:lnTo>
                  <a:lnTo>
                    <a:pt x="54015" y="483934"/>
                  </a:lnTo>
                  <a:lnTo>
                    <a:pt x="50863" y="484405"/>
                  </a:lnTo>
                  <a:lnTo>
                    <a:pt x="46488" y="488548"/>
                  </a:lnTo>
                  <a:cubicBezTo>
                    <a:pt x="37883" y="491840"/>
                    <a:pt x="28021" y="491849"/>
                    <a:pt x="18944" y="487796"/>
                  </a:cubicBezTo>
                  <a:cubicBezTo>
                    <a:pt x="9867" y="483742"/>
                    <a:pt x="3293" y="476393"/>
                    <a:pt x="0" y="467788"/>
                  </a:cubicBezTo>
                  <a:lnTo>
                    <a:pt x="625" y="444919"/>
                  </a:lnTo>
                  <a:lnTo>
                    <a:pt x="542" y="444367"/>
                  </a:lnTo>
                  <a:lnTo>
                    <a:pt x="643" y="444230"/>
                  </a:lnTo>
                  <a:lnTo>
                    <a:pt x="752" y="440245"/>
                  </a:lnTo>
                  <a:lnTo>
                    <a:pt x="188891" y="18944"/>
                  </a:lnTo>
                  <a:cubicBezTo>
                    <a:pt x="192945" y="9867"/>
                    <a:pt x="200294" y="3293"/>
                    <a:pt x="208899" y="0"/>
                  </a:cubicBezTo>
                  <a:close/>
                </a:path>
              </a:pathLst>
            </a:custGeom>
            <a:solidFill>
              <a:srgbClr val="A089FF"/>
            </a:solidFill>
            <a:ln w="19050">
              <a:solidFill>
                <a:srgbClr val="6C53E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7FFDBFC-5FC4-60EF-1EF3-2CFA9212FFFB}"/>
              </a:ext>
            </a:extLst>
          </p:cNvPr>
          <p:cNvSpPr/>
          <p:nvPr/>
        </p:nvSpPr>
        <p:spPr>
          <a:xfrm>
            <a:off x="686922" y="3458795"/>
            <a:ext cx="2839158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6C53E3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7A507BC-76AA-39E2-13AA-44BF14F3EF2C}"/>
              </a:ext>
            </a:extLst>
          </p:cNvPr>
          <p:cNvSpPr/>
          <p:nvPr/>
        </p:nvSpPr>
        <p:spPr>
          <a:xfrm>
            <a:off x="8654762" y="4898357"/>
            <a:ext cx="294901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DADD551-D8BA-F600-FA51-B95FC17B07AA}"/>
              </a:ext>
            </a:extLst>
          </p:cNvPr>
          <p:cNvSpPr/>
          <p:nvPr/>
        </p:nvSpPr>
        <p:spPr>
          <a:xfrm>
            <a:off x="5215969" y="2983865"/>
            <a:ext cx="1786545" cy="178654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0216F0-D676-4E05-2F2F-5C7C38C69946}"/>
              </a:ext>
            </a:extLst>
          </p:cNvPr>
          <p:cNvSpPr txBox="1"/>
          <p:nvPr/>
        </p:nvSpPr>
        <p:spPr>
          <a:xfrm>
            <a:off x="877006" y="2119625"/>
            <a:ext cx="2663524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srgbClr val="6C53E3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60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6C53E3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%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srgbClr val="6C53E3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●●●●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C53E3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● ●●●●●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4E4703-D268-9598-31C6-AC06059F7827}"/>
              </a:ext>
            </a:extLst>
          </p:cNvPr>
          <p:cNvSpPr txBox="1"/>
          <p:nvPr/>
        </p:nvSpPr>
        <p:spPr>
          <a:xfrm>
            <a:off x="8660579" y="3482099"/>
            <a:ext cx="2663524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30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%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●●●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●● ●●●●●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2A8CB5D-C936-DC06-EBEA-123040369289}"/>
              </a:ext>
            </a:extLst>
          </p:cNvPr>
          <p:cNvGrpSpPr/>
          <p:nvPr/>
        </p:nvGrpSpPr>
        <p:grpSpPr>
          <a:xfrm>
            <a:off x="3702020" y="2358566"/>
            <a:ext cx="514036" cy="514036"/>
            <a:chOff x="3694803" y="4399671"/>
            <a:chExt cx="514036" cy="514036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ECCC6EED-0607-6D0D-E9A3-5857DBE4D3BB}"/>
                </a:ext>
              </a:extLst>
            </p:cNvPr>
            <p:cNvSpPr/>
            <p:nvPr/>
          </p:nvSpPr>
          <p:spPr>
            <a:xfrm>
              <a:off x="3694803" y="4399671"/>
              <a:ext cx="514036" cy="51403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6C53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614D599B-D75D-0483-D181-097E6723DCBA}"/>
                </a:ext>
              </a:extLst>
            </p:cNvPr>
            <p:cNvSpPr>
              <a:spLocks/>
            </p:cNvSpPr>
            <p:nvPr/>
          </p:nvSpPr>
          <p:spPr bwMode="auto">
            <a:xfrm rot="10800000" flipH="1" flipV="1">
              <a:off x="3812692" y="4529291"/>
              <a:ext cx="287896" cy="255248"/>
            </a:xfrm>
            <a:custGeom>
              <a:avLst/>
              <a:gdLst>
                <a:gd name="T0" fmla="*/ 2689 w 3491"/>
                <a:gd name="T1" fmla="*/ 15 h 3097"/>
                <a:gd name="T2" fmla="*/ 2963 w 3491"/>
                <a:gd name="T3" fmla="*/ 108 h 3097"/>
                <a:gd name="T4" fmla="*/ 3204 w 3491"/>
                <a:gd name="T5" fmla="*/ 281 h 3097"/>
                <a:gd name="T6" fmla="*/ 3382 w 3491"/>
                <a:gd name="T7" fmla="*/ 518 h 3097"/>
                <a:gd name="T8" fmla="*/ 3475 w 3491"/>
                <a:gd name="T9" fmla="*/ 786 h 3097"/>
                <a:gd name="T10" fmla="*/ 3486 w 3491"/>
                <a:gd name="T11" fmla="*/ 1066 h 3097"/>
                <a:gd name="T12" fmla="*/ 3413 w 3491"/>
                <a:gd name="T13" fmla="*/ 1339 h 3097"/>
                <a:gd name="T14" fmla="*/ 3256 w 3491"/>
                <a:gd name="T15" fmla="*/ 1586 h 3097"/>
                <a:gd name="T16" fmla="*/ 1965 w 3491"/>
                <a:gd name="T17" fmla="*/ 2838 h 3097"/>
                <a:gd name="T18" fmla="*/ 1873 w 3491"/>
                <a:gd name="T19" fmla="*/ 2828 h 3097"/>
                <a:gd name="T20" fmla="*/ 1821 w 3491"/>
                <a:gd name="T21" fmla="*/ 2749 h 3097"/>
                <a:gd name="T22" fmla="*/ 1853 w 3491"/>
                <a:gd name="T23" fmla="*/ 2662 h 3097"/>
                <a:gd name="T24" fmla="*/ 3153 w 3491"/>
                <a:gd name="T25" fmla="*/ 1355 h 3097"/>
                <a:gd name="T26" fmla="*/ 3242 w 3491"/>
                <a:gd name="T27" fmla="*/ 1126 h 3097"/>
                <a:gd name="T28" fmla="*/ 3253 w 3491"/>
                <a:gd name="T29" fmla="*/ 885 h 3097"/>
                <a:gd name="T30" fmla="*/ 3183 w 3491"/>
                <a:gd name="T31" fmla="*/ 653 h 3097"/>
                <a:gd name="T32" fmla="*/ 3035 w 3491"/>
                <a:gd name="T33" fmla="*/ 448 h 3097"/>
                <a:gd name="T34" fmla="*/ 2825 w 3491"/>
                <a:gd name="T35" fmla="*/ 301 h 3097"/>
                <a:gd name="T36" fmla="*/ 2586 w 3491"/>
                <a:gd name="T37" fmla="*/ 234 h 3097"/>
                <a:gd name="T38" fmla="*/ 2340 w 3491"/>
                <a:gd name="T39" fmla="*/ 243 h 3097"/>
                <a:gd name="T40" fmla="*/ 2108 w 3491"/>
                <a:gd name="T41" fmla="*/ 331 h 3097"/>
                <a:gd name="T42" fmla="*/ 378 w 3491"/>
                <a:gd name="T43" fmla="*/ 1972 h 3097"/>
                <a:gd name="T44" fmla="*/ 258 w 3491"/>
                <a:gd name="T45" fmla="*/ 2149 h 3097"/>
                <a:gd name="T46" fmla="*/ 218 w 3491"/>
                <a:gd name="T47" fmla="*/ 2350 h 3097"/>
                <a:gd name="T48" fmla="*/ 258 w 3491"/>
                <a:gd name="T49" fmla="*/ 2551 h 3097"/>
                <a:gd name="T50" fmla="*/ 378 w 3491"/>
                <a:gd name="T51" fmla="*/ 2728 h 3097"/>
                <a:gd name="T52" fmla="*/ 558 w 3491"/>
                <a:gd name="T53" fmla="*/ 2846 h 3097"/>
                <a:gd name="T54" fmla="*/ 763 w 3491"/>
                <a:gd name="T55" fmla="*/ 2885 h 3097"/>
                <a:gd name="T56" fmla="*/ 968 w 3491"/>
                <a:gd name="T57" fmla="*/ 2846 h 3097"/>
                <a:gd name="T58" fmla="*/ 1149 w 3491"/>
                <a:gd name="T59" fmla="*/ 2728 h 3097"/>
                <a:gd name="T60" fmla="*/ 2809 w 3491"/>
                <a:gd name="T61" fmla="*/ 1091 h 3097"/>
                <a:gd name="T62" fmla="*/ 2837 w 3491"/>
                <a:gd name="T63" fmla="*/ 942 h 3097"/>
                <a:gd name="T64" fmla="*/ 2791 w 3491"/>
                <a:gd name="T65" fmla="*/ 797 h 3097"/>
                <a:gd name="T66" fmla="*/ 2677 w 3491"/>
                <a:gd name="T67" fmla="*/ 685 h 3097"/>
                <a:gd name="T68" fmla="*/ 2528 w 3491"/>
                <a:gd name="T69" fmla="*/ 641 h 3097"/>
                <a:gd name="T70" fmla="*/ 2377 w 3491"/>
                <a:gd name="T71" fmla="*/ 668 h 3097"/>
                <a:gd name="T72" fmla="*/ 1082 w 3491"/>
                <a:gd name="T73" fmla="*/ 1906 h 3097"/>
                <a:gd name="T74" fmla="*/ 992 w 3491"/>
                <a:gd name="T75" fmla="*/ 1937 h 3097"/>
                <a:gd name="T76" fmla="*/ 911 w 3491"/>
                <a:gd name="T77" fmla="*/ 1887 h 3097"/>
                <a:gd name="T78" fmla="*/ 900 w 3491"/>
                <a:gd name="T79" fmla="*/ 1796 h 3097"/>
                <a:gd name="T80" fmla="*/ 2165 w 3491"/>
                <a:gd name="T81" fmla="*/ 546 h 3097"/>
                <a:gd name="T82" fmla="*/ 2354 w 3491"/>
                <a:gd name="T83" fmla="*/ 449 h 3097"/>
                <a:gd name="T84" fmla="*/ 2562 w 3491"/>
                <a:gd name="T85" fmla="*/ 429 h 3097"/>
                <a:gd name="T86" fmla="*/ 2763 w 3491"/>
                <a:gd name="T87" fmla="*/ 488 h 3097"/>
                <a:gd name="T88" fmla="*/ 2932 w 3491"/>
                <a:gd name="T89" fmla="*/ 623 h 3097"/>
                <a:gd name="T90" fmla="*/ 3032 w 3491"/>
                <a:gd name="T91" fmla="*/ 809 h 3097"/>
                <a:gd name="T92" fmla="*/ 3053 w 3491"/>
                <a:gd name="T93" fmla="*/ 1012 h 3097"/>
                <a:gd name="T94" fmla="*/ 2993 w 3491"/>
                <a:gd name="T95" fmla="*/ 1209 h 3097"/>
                <a:gd name="T96" fmla="*/ 1303 w 3491"/>
                <a:gd name="T97" fmla="*/ 2879 h 3097"/>
                <a:gd name="T98" fmla="*/ 1094 w 3491"/>
                <a:gd name="T99" fmla="*/ 3025 h 3097"/>
                <a:gd name="T100" fmla="*/ 855 w 3491"/>
                <a:gd name="T101" fmla="*/ 3092 h 3097"/>
                <a:gd name="T102" fmla="*/ 609 w 3491"/>
                <a:gd name="T103" fmla="*/ 3083 h 3097"/>
                <a:gd name="T104" fmla="*/ 377 w 3491"/>
                <a:gd name="T105" fmla="*/ 2995 h 3097"/>
                <a:gd name="T106" fmla="*/ 178 w 3491"/>
                <a:gd name="T107" fmla="*/ 2832 h 3097"/>
                <a:gd name="T108" fmla="*/ 51 w 3491"/>
                <a:gd name="T109" fmla="*/ 2617 h 3097"/>
                <a:gd name="T110" fmla="*/ 0 w 3491"/>
                <a:gd name="T111" fmla="*/ 2381 h 3097"/>
                <a:gd name="T112" fmla="*/ 30 w 3491"/>
                <a:gd name="T113" fmla="*/ 2141 h 3097"/>
                <a:gd name="T114" fmla="*/ 139 w 3491"/>
                <a:gd name="T115" fmla="*/ 1920 h 3097"/>
                <a:gd name="T116" fmla="*/ 1872 w 3491"/>
                <a:gd name="T117" fmla="*/ 230 h 3097"/>
                <a:gd name="T118" fmla="*/ 2123 w 3491"/>
                <a:gd name="T119" fmla="*/ 76 h 3097"/>
                <a:gd name="T120" fmla="*/ 2402 w 3491"/>
                <a:gd name="T121" fmla="*/ 5 h 3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491" h="3097">
                  <a:moveTo>
                    <a:pt x="2474" y="0"/>
                  </a:moveTo>
                  <a:lnTo>
                    <a:pt x="2546" y="0"/>
                  </a:lnTo>
                  <a:lnTo>
                    <a:pt x="2618" y="5"/>
                  </a:lnTo>
                  <a:lnTo>
                    <a:pt x="2689" y="15"/>
                  </a:lnTo>
                  <a:lnTo>
                    <a:pt x="2758" y="31"/>
                  </a:lnTo>
                  <a:lnTo>
                    <a:pt x="2828" y="51"/>
                  </a:lnTo>
                  <a:lnTo>
                    <a:pt x="2896" y="76"/>
                  </a:lnTo>
                  <a:lnTo>
                    <a:pt x="2963" y="108"/>
                  </a:lnTo>
                  <a:lnTo>
                    <a:pt x="3026" y="143"/>
                  </a:lnTo>
                  <a:lnTo>
                    <a:pt x="3088" y="183"/>
                  </a:lnTo>
                  <a:lnTo>
                    <a:pt x="3147" y="230"/>
                  </a:lnTo>
                  <a:lnTo>
                    <a:pt x="3204" y="281"/>
                  </a:lnTo>
                  <a:lnTo>
                    <a:pt x="3256" y="336"/>
                  </a:lnTo>
                  <a:lnTo>
                    <a:pt x="3303" y="394"/>
                  </a:lnTo>
                  <a:lnTo>
                    <a:pt x="3345" y="455"/>
                  </a:lnTo>
                  <a:lnTo>
                    <a:pt x="3382" y="518"/>
                  </a:lnTo>
                  <a:lnTo>
                    <a:pt x="3413" y="582"/>
                  </a:lnTo>
                  <a:lnTo>
                    <a:pt x="3439" y="650"/>
                  </a:lnTo>
                  <a:lnTo>
                    <a:pt x="3460" y="717"/>
                  </a:lnTo>
                  <a:lnTo>
                    <a:pt x="3475" y="786"/>
                  </a:lnTo>
                  <a:lnTo>
                    <a:pt x="3486" y="856"/>
                  </a:lnTo>
                  <a:lnTo>
                    <a:pt x="3491" y="926"/>
                  </a:lnTo>
                  <a:lnTo>
                    <a:pt x="3491" y="996"/>
                  </a:lnTo>
                  <a:lnTo>
                    <a:pt x="3486" y="1066"/>
                  </a:lnTo>
                  <a:lnTo>
                    <a:pt x="3475" y="1136"/>
                  </a:lnTo>
                  <a:lnTo>
                    <a:pt x="3460" y="1205"/>
                  </a:lnTo>
                  <a:lnTo>
                    <a:pt x="3439" y="1273"/>
                  </a:lnTo>
                  <a:lnTo>
                    <a:pt x="3413" y="1339"/>
                  </a:lnTo>
                  <a:lnTo>
                    <a:pt x="3382" y="1404"/>
                  </a:lnTo>
                  <a:lnTo>
                    <a:pt x="3345" y="1467"/>
                  </a:lnTo>
                  <a:lnTo>
                    <a:pt x="3303" y="1528"/>
                  </a:lnTo>
                  <a:lnTo>
                    <a:pt x="3256" y="1586"/>
                  </a:lnTo>
                  <a:lnTo>
                    <a:pt x="3204" y="1641"/>
                  </a:lnTo>
                  <a:lnTo>
                    <a:pt x="2007" y="2813"/>
                  </a:lnTo>
                  <a:lnTo>
                    <a:pt x="1988" y="2828"/>
                  </a:lnTo>
                  <a:lnTo>
                    <a:pt x="1965" y="2838"/>
                  </a:lnTo>
                  <a:lnTo>
                    <a:pt x="1942" y="2844"/>
                  </a:lnTo>
                  <a:lnTo>
                    <a:pt x="1918" y="2844"/>
                  </a:lnTo>
                  <a:lnTo>
                    <a:pt x="1894" y="2838"/>
                  </a:lnTo>
                  <a:lnTo>
                    <a:pt x="1873" y="2828"/>
                  </a:lnTo>
                  <a:lnTo>
                    <a:pt x="1853" y="2813"/>
                  </a:lnTo>
                  <a:lnTo>
                    <a:pt x="1837" y="2793"/>
                  </a:lnTo>
                  <a:lnTo>
                    <a:pt x="1827" y="2772"/>
                  </a:lnTo>
                  <a:lnTo>
                    <a:pt x="1821" y="2749"/>
                  </a:lnTo>
                  <a:lnTo>
                    <a:pt x="1821" y="2726"/>
                  </a:lnTo>
                  <a:lnTo>
                    <a:pt x="1827" y="2703"/>
                  </a:lnTo>
                  <a:lnTo>
                    <a:pt x="1837" y="2681"/>
                  </a:lnTo>
                  <a:lnTo>
                    <a:pt x="1853" y="2662"/>
                  </a:lnTo>
                  <a:lnTo>
                    <a:pt x="3035" y="1505"/>
                  </a:lnTo>
                  <a:lnTo>
                    <a:pt x="3079" y="1458"/>
                  </a:lnTo>
                  <a:lnTo>
                    <a:pt x="3118" y="1407"/>
                  </a:lnTo>
                  <a:lnTo>
                    <a:pt x="3153" y="1355"/>
                  </a:lnTo>
                  <a:lnTo>
                    <a:pt x="3183" y="1300"/>
                  </a:lnTo>
                  <a:lnTo>
                    <a:pt x="3208" y="1243"/>
                  </a:lnTo>
                  <a:lnTo>
                    <a:pt x="3228" y="1185"/>
                  </a:lnTo>
                  <a:lnTo>
                    <a:pt x="3242" y="1126"/>
                  </a:lnTo>
                  <a:lnTo>
                    <a:pt x="3253" y="1066"/>
                  </a:lnTo>
                  <a:lnTo>
                    <a:pt x="3257" y="1006"/>
                  </a:lnTo>
                  <a:lnTo>
                    <a:pt x="3257" y="946"/>
                  </a:lnTo>
                  <a:lnTo>
                    <a:pt x="3253" y="885"/>
                  </a:lnTo>
                  <a:lnTo>
                    <a:pt x="3242" y="826"/>
                  </a:lnTo>
                  <a:lnTo>
                    <a:pt x="3228" y="766"/>
                  </a:lnTo>
                  <a:lnTo>
                    <a:pt x="3208" y="709"/>
                  </a:lnTo>
                  <a:lnTo>
                    <a:pt x="3183" y="653"/>
                  </a:lnTo>
                  <a:lnTo>
                    <a:pt x="3153" y="598"/>
                  </a:lnTo>
                  <a:lnTo>
                    <a:pt x="3118" y="545"/>
                  </a:lnTo>
                  <a:lnTo>
                    <a:pt x="3079" y="495"/>
                  </a:lnTo>
                  <a:lnTo>
                    <a:pt x="3035" y="448"/>
                  </a:lnTo>
                  <a:lnTo>
                    <a:pt x="2985" y="403"/>
                  </a:lnTo>
                  <a:lnTo>
                    <a:pt x="2935" y="364"/>
                  </a:lnTo>
                  <a:lnTo>
                    <a:pt x="2881" y="331"/>
                  </a:lnTo>
                  <a:lnTo>
                    <a:pt x="2825" y="301"/>
                  </a:lnTo>
                  <a:lnTo>
                    <a:pt x="2767" y="277"/>
                  </a:lnTo>
                  <a:lnTo>
                    <a:pt x="2708" y="258"/>
                  </a:lnTo>
                  <a:lnTo>
                    <a:pt x="2648" y="243"/>
                  </a:lnTo>
                  <a:lnTo>
                    <a:pt x="2586" y="234"/>
                  </a:lnTo>
                  <a:lnTo>
                    <a:pt x="2525" y="229"/>
                  </a:lnTo>
                  <a:lnTo>
                    <a:pt x="2464" y="229"/>
                  </a:lnTo>
                  <a:lnTo>
                    <a:pt x="2402" y="234"/>
                  </a:lnTo>
                  <a:lnTo>
                    <a:pt x="2340" y="243"/>
                  </a:lnTo>
                  <a:lnTo>
                    <a:pt x="2280" y="258"/>
                  </a:lnTo>
                  <a:lnTo>
                    <a:pt x="2221" y="277"/>
                  </a:lnTo>
                  <a:lnTo>
                    <a:pt x="2164" y="301"/>
                  </a:lnTo>
                  <a:lnTo>
                    <a:pt x="2108" y="331"/>
                  </a:lnTo>
                  <a:lnTo>
                    <a:pt x="2055" y="364"/>
                  </a:lnTo>
                  <a:lnTo>
                    <a:pt x="2003" y="403"/>
                  </a:lnTo>
                  <a:lnTo>
                    <a:pt x="1955" y="448"/>
                  </a:lnTo>
                  <a:lnTo>
                    <a:pt x="378" y="1972"/>
                  </a:lnTo>
                  <a:lnTo>
                    <a:pt x="341" y="2013"/>
                  </a:lnTo>
                  <a:lnTo>
                    <a:pt x="307" y="2057"/>
                  </a:lnTo>
                  <a:lnTo>
                    <a:pt x="280" y="2102"/>
                  </a:lnTo>
                  <a:lnTo>
                    <a:pt x="258" y="2149"/>
                  </a:lnTo>
                  <a:lnTo>
                    <a:pt x="241" y="2199"/>
                  </a:lnTo>
                  <a:lnTo>
                    <a:pt x="228" y="2248"/>
                  </a:lnTo>
                  <a:lnTo>
                    <a:pt x="220" y="2299"/>
                  </a:lnTo>
                  <a:lnTo>
                    <a:pt x="218" y="2350"/>
                  </a:lnTo>
                  <a:lnTo>
                    <a:pt x="220" y="2402"/>
                  </a:lnTo>
                  <a:lnTo>
                    <a:pt x="228" y="2452"/>
                  </a:lnTo>
                  <a:lnTo>
                    <a:pt x="241" y="2503"/>
                  </a:lnTo>
                  <a:lnTo>
                    <a:pt x="258" y="2551"/>
                  </a:lnTo>
                  <a:lnTo>
                    <a:pt x="280" y="2599"/>
                  </a:lnTo>
                  <a:lnTo>
                    <a:pt x="307" y="2644"/>
                  </a:lnTo>
                  <a:lnTo>
                    <a:pt x="341" y="2687"/>
                  </a:lnTo>
                  <a:lnTo>
                    <a:pt x="378" y="2728"/>
                  </a:lnTo>
                  <a:lnTo>
                    <a:pt x="419" y="2765"/>
                  </a:lnTo>
                  <a:lnTo>
                    <a:pt x="463" y="2796"/>
                  </a:lnTo>
                  <a:lnTo>
                    <a:pt x="509" y="2824"/>
                  </a:lnTo>
                  <a:lnTo>
                    <a:pt x="558" y="2846"/>
                  </a:lnTo>
                  <a:lnTo>
                    <a:pt x="608" y="2863"/>
                  </a:lnTo>
                  <a:lnTo>
                    <a:pt x="660" y="2874"/>
                  </a:lnTo>
                  <a:lnTo>
                    <a:pt x="711" y="2882"/>
                  </a:lnTo>
                  <a:lnTo>
                    <a:pt x="763" y="2885"/>
                  </a:lnTo>
                  <a:lnTo>
                    <a:pt x="816" y="2882"/>
                  </a:lnTo>
                  <a:lnTo>
                    <a:pt x="867" y="2874"/>
                  </a:lnTo>
                  <a:lnTo>
                    <a:pt x="919" y="2863"/>
                  </a:lnTo>
                  <a:lnTo>
                    <a:pt x="968" y="2846"/>
                  </a:lnTo>
                  <a:lnTo>
                    <a:pt x="1018" y="2824"/>
                  </a:lnTo>
                  <a:lnTo>
                    <a:pt x="1064" y="2796"/>
                  </a:lnTo>
                  <a:lnTo>
                    <a:pt x="1108" y="2765"/>
                  </a:lnTo>
                  <a:lnTo>
                    <a:pt x="1149" y="2728"/>
                  </a:lnTo>
                  <a:lnTo>
                    <a:pt x="2741" y="1187"/>
                  </a:lnTo>
                  <a:lnTo>
                    <a:pt x="2768" y="1158"/>
                  </a:lnTo>
                  <a:lnTo>
                    <a:pt x="2791" y="1125"/>
                  </a:lnTo>
                  <a:lnTo>
                    <a:pt x="2809" y="1091"/>
                  </a:lnTo>
                  <a:lnTo>
                    <a:pt x="2823" y="1055"/>
                  </a:lnTo>
                  <a:lnTo>
                    <a:pt x="2831" y="1018"/>
                  </a:lnTo>
                  <a:lnTo>
                    <a:pt x="2837" y="980"/>
                  </a:lnTo>
                  <a:lnTo>
                    <a:pt x="2837" y="942"/>
                  </a:lnTo>
                  <a:lnTo>
                    <a:pt x="2831" y="904"/>
                  </a:lnTo>
                  <a:lnTo>
                    <a:pt x="2823" y="867"/>
                  </a:lnTo>
                  <a:lnTo>
                    <a:pt x="2809" y="832"/>
                  </a:lnTo>
                  <a:lnTo>
                    <a:pt x="2791" y="797"/>
                  </a:lnTo>
                  <a:lnTo>
                    <a:pt x="2768" y="764"/>
                  </a:lnTo>
                  <a:lnTo>
                    <a:pt x="2741" y="734"/>
                  </a:lnTo>
                  <a:lnTo>
                    <a:pt x="2710" y="707"/>
                  </a:lnTo>
                  <a:lnTo>
                    <a:pt x="2677" y="685"/>
                  </a:lnTo>
                  <a:lnTo>
                    <a:pt x="2642" y="668"/>
                  </a:lnTo>
                  <a:lnTo>
                    <a:pt x="2605" y="654"/>
                  </a:lnTo>
                  <a:lnTo>
                    <a:pt x="2567" y="645"/>
                  </a:lnTo>
                  <a:lnTo>
                    <a:pt x="2528" y="641"/>
                  </a:lnTo>
                  <a:lnTo>
                    <a:pt x="2490" y="641"/>
                  </a:lnTo>
                  <a:lnTo>
                    <a:pt x="2452" y="645"/>
                  </a:lnTo>
                  <a:lnTo>
                    <a:pt x="2415" y="654"/>
                  </a:lnTo>
                  <a:lnTo>
                    <a:pt x="2377" y="668"/>
                  </a:lnTo>
                  <a:lnTo>
                    <a:pt x="2343" y="685"/>
                  </a:lnTo>
                  <a:lnTo>
                    <a:pt x="2309" y="707"/>
                  </a:lnTo>
                  <a:lnTo>
                    <a:pt x="2278" y="734"/>
                  </a:lnTo>
                  <a:lnTo>
                    <a:pt x="1082" y="1906"/>
                  </a:lnTo>
                  <a:lnTo>
                    <a:pt x="1062" y="1922"/>
                  </a:lnTo>
                  <a:lnTo>
                    <a:pt x="1040" y="1931"/>
                  </a:lnTo>
                  <a:lnTo>
                    <a:pt x="1017" y="1937"/>
                  </a:lnTo>
                  <a:lnTo>
                    <a:pt x="992" y="1937"/>
                  </a:lnTo>
                  <a:lnTo>
                    <a:pt x="969" y="1931"/>
                  </a:lnTo>
                  <a:lnTo>
                    <a:pt x="947" y="1922"/>
                  </a:lnTo>
                  <a:lnTo>
                    <a:pt x="927" y="1906"/>
                  </a:lnTo>
                  <a:lnTo>
                    <a:pt x="911" y="1887"/>
                  </a:lnTo>
                  <a:lnTo>
                    <a:pt x="900" y="1865"/>
                  </a:lnTo>
                  <a:lnTo>
                    <a:pt x="896" y="1842"/>
                  </a:lnTo>
                  <a:lnTo>
                    <a:pt x="896" y="1819"/>
                  </a:lnTo>
                  <a:lnTo>
                    <a:pt x="900" y="1796"/>
                  </a:lnTo>
                  <a:lnTo>
                    <a:pt x="911" y="1775"/>
                  </a:lnTo>
                  <a:lnTo>
                    <a:pt x="927" y="1755"/>
                  </a:lnTo>
                  <a:lnTo>
                    <a:pt x="2123" y="583"/>
                  </a:lnTo>
                  <a:lnTo>
                    <a:pt x="2165" y="546"/>
                  </a:lnTo>
                  <a:lnTo>
                    <a:pt x="2209" y="515"/>
                  </a:lnTo>
                  <a:lnTo>
                    <a:pt x="2255" y="488"/>
                  </a:lnTo>
                  <a:lnTo>
                    <a:pt x="2304" y="465"/>
                  </a:lnTo>
                  <a:lnTo>
                    <a:pt x="2354" y="449"/>
                  </a:lnTo>
                  <a:lnTo>
                    <a:pt x="2405" y="436"/>
                  </a:lnTo>
                  <a:lnTo>
                    <a:pt x="2457" y="429"/>
                  </a:lnTo>
                  <a:lnTo>
                    <a:pt x="2509" y="427"/>
                  </a:lnTo>
                  <a:lnTo>
                    <a:pt x="2562" y="429"/>
                  </a:lnTo>
                  <a:lnTo>
                    <a:pt x="2613" y="436"/>
                  </a:lnTo>
                  <a:lnTo>
                    <a:pt x="2665" y="449"/>
                  </a:lnTo>
                  <a:lnTo>
                    <a:pt x="2714" y="465"/>
                  </a:lnTo>
                  <a:lnTo>
                    <a:pt x="2763" y="488"/>
                  </a:lnTo>
                  <a:lnTo>
                    <a:pt x="2810" y="515"/>
                  </a:lnTo>
                  <a:lnTo>
                    <a:pt x="2854" y="546"/>
                  </a:lnTo>
                  <a:lnTo>
                    <a:pt x="2895" y="583"/>
                  </a:lnTo>
                  <a:lnTo>
                    <a:pt x="2932" y="623"/>
                  </a:lnTo>
                  <a:lnTo>
                    <a:pt x="2965" y="666"/>
                  </a:lnTo>
                  <a:lnTo>
                    <a:pt x="2993" y="713"/>
                  </a:lnTo>
                  <a:lnTo>
                    <a:pt x="3015" y="760"/>
                  </a:lnTo>
                  <a:lnTo>
                    <a:pt x="3032" y="809"/>
                  </a:lnTo>
                  <a:lnTo>
                    <a:pt x="3045" y="859"/>
                  </a:lnTo>
                  <a:lnTo>
                    <a:pt x="3053" y="910"/>
                  </a:lnTo>
                  <a:lnTo>
                    <a:pt x="3055" y="961"/>
                  </a:lnTo>
                  <a:lnTo>
                    <a:pt x="3053" y="1012"/>
                  </a:lnTo>
                  <a:lnTo>
                    <a:pt x="3045" y="1063"/>
                  </a:lnTo>
                  <a:lnTo>
                    <a:pt x="3032" y="1113"/>
                  </a:lnTo>
                  <a:lnTo>
                    <a:pt x="3015" y="1162"/>
                  </a:lnTo>
                  <a:lnTo>
                    <a:pt x="2993" y="1209"/>
                  </a:lnTo>
                  <a:lnTo>
                    <a:pt x="2965" y="1255"/>
                  </a:lnTo>
                  <a:lnTo>
                    <a:pt x="2932" y="1298"/>
                  </a:lnTo>
                  <a:lnTo>
                    <a:pt x="2895" y="1339"/>
                  </a:lnTo>
                  <a:lnTo>
                    <a:pt x="1303" y="2879"/>
                  </a:lnTo>
                  <a:lnTo>
                    <a:pt x="1255" y="2923"/>
                  </a:lnTo>
                  <a:lnTo>
                    <a:pt x="1203" y="2962"/>
                  </a:lnTo>
                  <a:lnTo>
                    <a:pt x="1150" y="2995"/>
                  </a:lnTo>
                  <a:lnTo>
                    <a:pt x="1094" y="3025"/>
                  </a:lnTo>
                  <a:lnTo>
                    <a:pt x="1036" y="3049"/>
                  </a:lnTo>
                  <a:lnTo>
                    <a:pt x="977" y="3068"/>
                  </a:lnTo>
                  <a:lnTo>
                    <a:pt x="917" y="3083"/>
                  </a:lnTo>
                  <a:lnTo>
                    <a:pt x="855" y="3092"/>
                  </a:lnTo>
                  <a:lnTo>
                    <a:pt x="794" y="3097"/>
                  </a:lnTo>
                  <a:lnTo>
                    <a:pt x="733" y="3097"/>
                  </a:lnTo>
                  <a:lnTo>
                    <a:pt x="671" y="3092"/>
                  </a:lnTo>
                  <a:lnTo>
                    <a:pt x="609" y="3083"/>
                  </a:lnTo>
                  <a:lnTo>
                    <a:pt x="549" y="3068"/>
                  </a:lnTo>
                  <a:lnTo>
                    <a:pt x="490" y="3049"/>
                  </a:lnTo>
                  <a:lnTo>
                    <a:pt x="433" y="3025"/>
                  </a:lnTo>
                  <a:lnTo>
                    <a:pt x="377" y="2995"/>
                  </a:lnTo>
                  <a:lnTo>
                    <a:pt x="323" y="2962"/>
                  </a:lnTo>
                  <a:lnTo>
                    <a:pt x="272" y="2923"/>
                  </a:lnTo>
                  <a:lnTo>
                    <a:pt x="224" y="2879"/>
                  </a:lnTo>
                  <a:lnTo>
                    <a:pt x="178" y="2832"/>
                  </a:lnTo>
                  <a:lnTo>
                    <a:pt x="139" y="2782"/>
                  </a:lnTo>
                  <a:lnTo>
                    <a:pt x="104" y="2729"/>
                  </a:lnTo>
                  <a:lnTo>
                    <a:pt x="75" y="2674"/>
                  </a:lnTo>
                  <a:lnTo>
                    <a:pt x="51" y="2617"/>
                  </a:lnTo>
                  <a:lnTo>
                    <a:pt x="30" y="2560"/>
                  </a:lnTo>
                  <a:lnTo>
                    <a:pt x="15" y="2501"/>
                  </a:lnTo>
                  <a:lnTo>
                    <a:pt x="5" y="2441"/>
                  </a:lnTo>
                  <a:lnTo>
                    <a:pt x="0" y="2381"/>
                  </a:lnTo>
                  <a:lnTo>
                    <a:pt x="0" y="2321"/>
                  </a:lnTo>
                  <a:lnTo>
                    <a:pt x="5" y="2260"/>
                  </a:lnTo>
                  <a:lnTo>
                    <a:pt x="15" y="2200"/>
                  </a:lnTo>
                  <a:lnTo>
                    <a:pt x="30" y="2141"/>
                  </a:lnTo>
                  <a:lnTo>
                    <a:pt x="51" y="2083"/>
                  </a:lnTo>
                  <a:lnTo>
                    <a:pt x="75" y="2027"/>
                  </a:lnTo>
                  <a:lnTo>
                    <a:pt x="104" y="1972"/>
                  </a:lnTo>
                  <a:lnTo>
                    <a:pt x="139" y="1920"/>
                  </a:lnTo>
                  <a:lnTo>
                    <a:pt x="178" y="1869"/>
                  </a:lnTo>
                  <a:lnTo>
                    <a:pt x="224" y="1822"/>
                  </a:lnTo>
                  <a:lnTo>
                    <a:pt x="1815" y="281"/>
                  </a:lnTo>
                  <a:lnTo>
                    <a:pt x="1872" y="230"/>
                  </a:lnTo>
                  <a:lnTo>
                    <a:pt x="1931" y="183"/>
                  </a:lnTo>
                  <a:lnTo>
                    <a:pt x="1992" y="143"/>
                  </a:lnTo>
                  <a:lnTo>
                    <a:pt x="2057" y="108"/>
                  </a:lnTo>
                  <a:lnTo>
                    <a:pt x="2123" y="76"/>
                  </a:lnTo>
                  <a:lnTo>
                    <a:pt x="2191" y="51"/>
                  </a:lnTo>
                  <a:lnTo>
                    <a:pt x="2261" y="31"/>
                  </a:lnTo>
                  <a:lnTo>
                    <a:pt x="2331" y="15"/>
                  </a:lnTo>
                  <a:lnTo>
                    <a:pt x="2402" y="5"/>
                  </a:lnTo>
                  <a:lnTo>
                    <a:pt x="2474" y="0"/>
                  </a:lnTo>
                  <a:close/>
                </a:path>
              </a:pathLst>
            </a:custGeom>
            <a:solidFill>
              <a:srgbClr val="6C53E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3F28E15-33BB-B075-4CED-33756CDF83B7}"/>
              </a:ext>
            </a:extLst>
          </p:cNvPr>
          <p:cNvGrpSpPr/>
          <p:nvPr/>
        </p:nvGrpSpPr>
        <p:grpSpPr>
          <a:xfrm rot="19800000">
            <a:off x="4681320" y="1927773"/>
            <a:ext cx="2870732" cy="3935959"/>
            <a:chOff x="4782285" y="1559966"/>
            <a:chExt cx="2870732" cy="3935959"/>
          </a:xfrm>
          <a:effectLst/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B9819949-1D73-9977-D44B-BF40110DE6D3}"/>
                </a:ext>
              </a:extLst>
            </p:cNvPr>
            <p:cNvGrpSpPr/>
            <p:nvPr/>
          </p:nvGrpSpPr>
          <p:grpSpPr>
            <a:xfrm>
              <a:off x="4873279" y="2183570"/>
              <a:ext cx="2688751" cy="3312355"/>
              <a:chOff x="4873279" y="2183570"/>
              <a:chExt cx="2688751" cy="3312355"/>
            </a:xfrm>
          </p:grpSpPr>
          <p:sp>
            <p:nvSpPr>
              <p:cNvPr id="36" name="원호 35">
                <a:extLst>
                  <a:ext uri="{FF2B5EF4-FFF2-40B4-BE49-F238E27FC236}">
                    <a16:creationId xmlns:a16="http://schemas.microsoft.com/office/drawing/2014/main" id="{815E0C50-AB25-E29D-0DC7-D9BAB03BDFAC}"/>
                  </a:ext>
                </a:extLst>
              </p:cNvPr>
              <p:cNvSpPr/>
              <p:nvPr/>
            </p:nvSpPr>
            <p:spPr>
              <a:xfrm rot="19800000">
                <a:off x="4873279" y="2183570"/>
                <a:ext cx="2688751" cy="2688751"/>
              </a:xfrm>
              <a:prstGeom prst="arc">
                <a:avLst>
                  <a:gd name="adj1" fmla="val 16498352"/>
                  <a:gd name="adj2" fmla="val 5414193"/>
                </a:avLst>
              </a:prstGeom>
              <a:noFill/>
              <a:ln w="25400"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298FFB2E-8CF7-2B34-292D-042748D271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74878" y="4689995"/>
                <a:ext cx="459372" cy="805930"/>
              </a:xfrm>
              <a:prstGeom prst="line">
                <a:avLst/>
              </a:prstGeom>
              <a:ln w="25400">
                <a:solidFill>
                  <a:schemeClr val="tx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C3D0D78C-2FE6-40D0-9CBC-EB2CAEC5DCCC}"/>
                </a:ext>
              </a:extLst>
            </p:cNvPr>
            <p:cNvGrpSpPr/>
            <p:nvPr/>
          </p:nvGrpSpPr>
          <p:grpSpPr>
            <a:xfrm rot="10800000">
              <a:off x="4873277" y="1559966"/>
              <a:ext cx="2688751" cy="3312355"/>
              <a:chOff x="4873278" y="2183570"/>
              <a:chExt cx="2688751" cy="3312355"/>
            </a:xfrm>
          </p:grpSpPr>
          <p:sp>
            <p:nvSpPr>
              <p:cNvPr id="34" name="원호 33">
                <a:extLst>
                  <a:ext uri="{FF2B5EF4-FFF2-40B4-BE49-F238E27FC236}">
                    <a16:creationId xmlns:a16="http://schemas.microsoft.com/office/drawing/2014/main" id="{9C356D50-BE13-D860-879B-F44A25B70D74}"/>
                  </a:ext>
                </a:extLst>
              </p:cNvPr>
              <p:cNvSpPr/>
              <p:nvPr/>
            </p:nvSpPr>
            <p:spPr>
              <a:xfrm rot="19800000">
                <a:off x="4873278" y="2183570"/>
                <a:ext cx="2688751" cy="2688751"/>
              </a:xfrm>
              <a:prstGeom prst="arc">
                <a:avLst>
                  <a:gd name="adj1" fmla="val 16511169"/>
                  <a:gd name="adj2" fmla="val 5414193"/>
                </a:avLst>
              </a:prstGeom>
              <a:noFill/>
              <a:ln w="25400">
                <a:solidFill>
                  <a:srgbClr val="6C53E3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76EA248C-6748-ABF3-F00C-848C7EC188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74878" y="4689995"/>
                <a:ext cx="459372" cy="805930"/>
              </a:xfrm>
              <a:prstGeom prst="line">
                <a:avLst/>
              </a:prstGeom>
              <a:ln w="25400">
                <a:solidFill>
                  <a:srgbClr val="6C53E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원호 31">
              <a:extLst>
                <a:ext uri="{FF2B5EF4-FFF2-40B4-BE49-F238E27FC236}">
                  <a16:creationId xmlns:a16="http://schemas.microsoft.com/office/drawing/2014/main" id="{9927284A-6AFF-C8E7-EFAC-D50663021D00}"/>
                </a:ext>
              </a:extLst>
            </p:cNvPr>
            <p:cNvSpPr/>
            <p:nvPr/>
          </p:nvSpPr>
          <p:spPr>
            <a:xfrm rot="19800000">
              <a:off x="4782286" y="2092579"/>
              <a:ext cx="2870731" cy="2870731"/>
            </a:xfrm>
            <a:prstGeom prst="arc">
              <a:avLst>
                <a:gd name="adj1" fmla="val 16498352"/>
                <a:gd name="adj2" fmla="val 5133702"/>
              </a:avLst>
            </a:prstGeom>
            <a:noFill/>
            <a:ln w="25400"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원호 32">
              <a:extLst>
                <a:ext uri="{FF2B5EF4-FFF2-40B4-BE49-F238E27FC236}">
                  <a16:creationId xmlns:a16="http://schemas.microsoft.com/office/drawing/2014/main" id="{1DE02D1E-5A12-67C4-9BFF-B811A68BC9C6}"/>
                </a:ext>
              </a:extLst>
            </p:cNvPr>
            <p:cNvSpPr/>
            <p:nvPr/>
          </p:nvSpPr>
          <p:spPr>
            <a:xfrm rot="9000000">
              <a:off x="4782285" y="2085345"/>
              <a:ext cx="2870731" cy="2870731"/>
            </a:xfrm>
            <a:prstGeom prst="arc">
              <a:avLst>
                <a:gd name="adj1" fmla="val 16498352"/>
                <a:gd name="adj2" fmla="val 5133702"/>
              </a:avLst>
            </a:prstGeom>
            <a:noFill/>
            <a:ln w="25400">
              <a:solidFill>
                <a:srgbClr val="6C53E3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BD7E53A-D250-C5B0-E705-B8609CC329EE}"/>
              </a:ext>
            </a:extLst>
          </p:cNvPr>
          <p:cNvGrpSpPr/>
          <p:nvPr/>
        </p:nvGrpSpPr>
        <p:grpSpPr>
          <a:xfrm>
            <a:off x="8017319" y="4890197"/>
            <a:ext cx="514036" cy="514036"/>
            <a:chOff x="9215214" y="2068825"/>
            <a:chExt cx="514036" cy="51403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3A260145-093B-44AF-FB22-D808375C2CCB}"/>
                </a:ext>
              </a:extLst>
            </p:cNvPr>
            <p:cNvSpPr/>
            <p:nvPr/>
          </p:nvSpPr>
          <p:spPr>
            <a:xfrm>
              <a:off x="9215214" y="2068825"/>
              <a:ext cx="514036" cy="51403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" name="자유형 23">
              <a:extLst>
                <a:ext uri="{FF2B5EF4-FFF2-40B4-BE49-F238E27FC236}">
                  <a16:creationId xmlns:a16="http://schemas.microsoft.com/office/drawing/2014/main" id="{B3480377-99A7-57F8-A0B5-94EB360EB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29773" y="2201163"/>
              <a:ext cx="284918" cy="249359"/>
            </a:xfrm>
            <a:custGeom>
              <a:avLst/>
              <a:gdLst>
                <a:gd name="connsiteX0" fmla="*/ 149021 w 448462"/>
                <a:gd name="connsiteY0" fmla="*/ 328125 h 392491"/>
                <a:gd name="connsiteX1" fmla="*/ 210588 w 448462"/>
                <a:gd name="connsiteY1" fmla="*/ 357224 h 392491"/>
                <a:gd name="connsiteX2" fmla="*/ 160375 w 448462"/>
                <a:gd name="connsiteY2" fmla="*/ 391211 h 392491"/>
                <a:gd name="connsiteX3" fmla="*/ 158502 w 448462"/>
                <a:gd name="connsiteY3" fmla="*/ 392025 h 392491"/>
                <a:gd name="connsiteX4" fmla="*/ 156629 w 448462"/>
                <a:gd name="connsiteY4" fmla="*/ 392491 h 392491"/>
                <a:gd name="connsiteX5" fmla="*/ 154757 w 448462"/>
                <a:gd name="connsiteY5" fmla="*/ 392375 h 392491"/>
                <a:gd name="connsiteX6" fmla="*/ 153001 w 448462"/>
                <a:gd name="connsiteY6" fmla="*/ 391676 h 392491"/>
                <a:gd name="connsiteX7" fmla="*/ 151362 w 448462"/>
                <a:gd name="connsiteY7" fmla="*/ 390396 h 392491"/>
                <a:gd name="connsiteX8" fmla="*/ 150075 w 448462"/>
                <a:gd name="connsiteY8" fmla="*/ 388883 h 392491"/>
                <a:gd name="connsiteX9" fmla="*/ 149255 w 448462"/>
                <a:gd name="connsiteY9" fmla="*/ 387137 h 392491"/>
                <a:gd name="connsiteX10" fmla="*/ 149021 w 448462"/>
                <a:gd name="connsiteY10" fmla="*/ 385158 h 392491"/>
                <a:gd name="connsiteX11" fmla="*/ 441235 w 448462"/>
                <a:gd name="connsiteY11" fmla="*/ 0 h 392491"/>
                <a:gd name="connsiteX12" fmla="*/ 442983 w 448462"/>
                <a:gd name="connsiteY12" fmla="*/ 233 h 392491"/>
                <a:gd name="connsiteX13" fmla="*/ 444615 w 448462"/>
                <a:gd name="connsiteY13" fmla="*/ 816 h 392491"/>
                <a:gd name="connsiteX14" fmla="*/ 446131 w 448462"/>
                <a:gd name="connsiteY14" fmla="*/ 1866 h 392491"/>
                <a:gd name="connsiteX15" fmla="*/ 447530 w 448462"/>
                <a:gd name="connsiteY15" fmla="*/ 3615 h 392491"/>
                <a:gd name="connsiteX16" fmla="*/ 448346 w 448462"/>
                <a:gd name="connsiteY16" fmla="*/ 5714 h 392491"/>
                <a:gd name="connsiteX17" fmla="*/ 448462 w 448462"/>
                <a:gd name="connsiteY17" fmla="*/ 7696 h 392491"/>
                <a:gd name="connsiteX18" fmla="*/ 447879 w 448462"/>
                <a:gd name="connsiteY18" fmla="*/ 9911 h 392491"/>
                <a:gd name="connsiteX19" fmla="*/ 307990 w 448462"/>
                <a:gd name="connsiteY19" fmla="*/ 362641 h 392491"/>
                <a:gd name="connsiteX20" fmla="*/ 306708 w 448462"/>
                <a:gd name="connsiteY20" fmla="*/ 364973 h 392491"/>
                <a:gd name="connsiteX21" fmla="*/ 305076 w 448462"/>
                <a:gd name="connsiteY21" fmla="*/ 366955 h 392491"/>
                <a:gd name="connsiteX22" fmla="*/ 303094 w 448462"/>
                <a:gd name="connsiteY22" fmla="*/ 368588 h 392491"/>
                <a:gd name="connsiteX23" fmla="*/ 300646 w 448462"/>
                <a:gd name="connsiteY23" fmla="*/ 369870 h 392491"/>
                <a:gd name="connsiteX24" fmla="*/ 298314 w 448462"/>
                <a:gd name="connsiteY24" fmla="*/ 370570 h 392491"/>
                <a:gd name="connsiteX25" fmla="*/ 295983 w 448462"/>
                <a:gd name="connsiteY25" fmla="*/ 370803 h 392491"/>
                <a:gd name="connsiteX26" fmla="*/ 293068 w 448462"/>
                <a:gd name="connsiteY26" fmla="*/ 370453 h 392491"/>
                <a:gd name="connsiteX27" fmla="*/ 290387 w 448462"/>
                <a:gd name="connsiteY27" fmla="*/ 369404 h 392491"/>
                <a:gd name="connsiteX28" fmla="*/ 148982 w 448462"/>
                <a:gd name="connsiteY28" fmla="*/ 302123 h 392491"/>
                <a:gd name="connsiteX29" fmla="*/ 347858 w 448462"/>
                <a:gd name="connsiteY29" fmla="*/ 102379 h 392491"/>
                <a:gd name="connsiteX30" fmla="*/ 120771 w 448462"/>
                <a:gd name="connsiteY30" fmla="*/ 288830 h 392491"/>
                <a:gd name="connsiteX31" fmla="*/ 7344 w 448462"/>
                <a:gd name="connsiteY31" fmla="*/ 234842 h 392491"/>
                <a:gd name="connsiteX32" fmla="*/ 4896 w 448462"/>
                <a:gd name="connsiteY32" fmla="*/ 233209 h 392491"/>
                <a:gd name="connsiteX33" fmla="*/ 2798 w 448462"/>
                <a:gd name="connsiteY33" fmla="*/ 231227 h 392491"/>
                <a:gd name="connsiteX34" fmla="*/ 1282 w 448462"/>
                <a:gd name="connsiteY34" fmla="*/ 228895 h 392491"/>
                <a:gd name="connsiteX35" fmla="*/ 349 w 448462"/>
                <a:gd name="connsiteY35" fmla="*/ 226213 h 392491"/>
                <a:gd name="connsiteX36" fmla="*/ 0 w 448462"/>
                <a:gd name="connsiteY36" fmla="*/ 223298 h 392491"/>
                <a:gd name="connsiteX37" fmla="*/ 233 w 448462"/>
                <a:gd name="connsiteY37" fmla="*/ 220499 h 392491"/>
                <a:gd name="connsiteX38" fmla="*/ 1165 w 448462"/>
                <a:gd name="connsiteY38" fmla="*/ 217701 h 392491"/>
                <a:gd name="connsiteX39" fmla="*/ 2681 w 448462"/>
                <a:gd name="connsiteY39" fmla="*/ 215252 h 392491"/>
                <a:gd name="connsiteX40" fmla="*/ 4779 w 448462"/>
                <a:gd name="connsiteY40" fmla="*/ 213270 h 392491"/>
                <a:gd name="connsiteX41" fmla="*/ 7227 w 448462"/>
                <a:gd name="connsiteY41" fmla="*/ 211754 h 392491"/>
                <a:gd name="connsiteX42" fmla="*/ 437971 w 448462"/>
                <a:gd name="connsiteY42" fmla="*/ 583 h 392491"/>
                <a:gd name="connsiteX43" fmla="*/ 439603 w 448462"/>
                <a:gd name="connsiteY43" fmla="*/ 117 h 39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48462" h="392491">
                  <a:moveTo>
                    <a:pt x="149021" y="328125"/>
                  </a:moveTo>
                  <a:lnTo>
                    <a:pt x="210588" y="357224"/>
                  </a:lnTo>
                  <a:lnTo>
                    <a:pt x="160375" y="391211"/>
                  </a:lnTo>
                  <a:lnTo>
                    <a:pt x="158502" y="392025"/>
                  </a:lnTo>
                  <a:lnTo>
                    <a:pt x="156629" y="392491"/>
                  </a:lnTo>
                  <a:lnTo>
                    <a:pt x="154757" y="392375"/>
                  </a:lnTo>
                  <a:lnTo>
                    <a:pt x="153001" y="391676"/>
                  </a:lnTo>
                  <a:lnTo>
                    <a:pt x="151362" y="390396"/>
                  </a:lnTo>
                  <a:lnTo>
                    <a:pt x="150075" y="388883"/>
                  </a:lnTo>
                  <a:lnTo>
                    <a:pt x="149255" y="387137"/>
                  </a:lnTo>
                  <a:lnTo>
                    <a:pt x="149021" y="385158"/>
                  </a:lnTo>
                  <a:close/>
                  <a:moveTo>
                    <a:pt x="441235" y="0"/>
                  </a:moveTo>
                  <a:lnTo>
                    <a:pt x="442983" y="233"/>
                  </a:lnTo>
                  <a:lnTo>
                    <a:pt x="444615" y="816"/>
                  </a:lnTo>
                  <a:lnTo>
                    <a:pt x="446131" y="1866"/>
                  </a:lnTo>
                  <a:lnTo>
                    <a:pt x="447530" y="3615"/>
                  </a:lnTo>
                  <a:lnTo>
                    <a:pt x="448346" y="5714"/>
                  </a:lnTo>
                  <a:lnTo>
                    <a:pt x="448462" y="7696"/>
                  </a:lnTo>
                  <a:lnTo>
                    <a:pt x="447879" y="9911"/>
                  </a:lnTo>
                  <a:lnTo>
                    <a:pt x="307990" y="362641"/>
                  </a:lnTo>
                  <a:lnTo>
                    <a:pt x="306708" y="364973"/>
                  </a:lnTo>
                  <a:lnTo>
                    <a:pt x="305076" y="366955"/>
                  </a:lnTo>
                  <a:lnTo>
                    <a:pt x="303094" y="368588"/>
                  </a:lnTo>
                  <a:lnTo>
                    <a:pt x="300646" y="369870"/>
                  </a:lnTo>
                  <a:lnTo>
                    <a:pt x="298314" y="370570"/>
                  </a:lnTo>
                  <a:lnTo>
                    <a:pt x="295983" y="370803"/>
                  </a:lnTo>
                  <a:lnTo>
                    <a:pt x="293068" y="370453"/>
                  </a:lnTo>
                  <a:lnTo>
                    <a:pt x="290387" y="369404"/>
                  </a:lnTo>
                  <a:lnTo>
                    <a:pt x="148982" y="302123"/>
                  </a:lnTo>
                  <a:lnTo>
                    <a:pt x="347858" y="102379"/>
                  </a:lnTo>
                  <a:lnTo>
                    <a:pt x="120771" y="288830"/>
                  </a:lnTo>
                  <a:lnTo>
                    <a:pt x="7344" y="234842"/>
                  </a:lnTo>
                  <a:lnTo>
                    <a:pt x="4896" y="233209"/>
                  </a:lnTo>
                  <a:lnTo>
                    <a:pt x="2798" y="231227"/>
                  </a:lnTo>
                  <a:lnTo>
                    <a:pt x="1282" y="228895"/>
                  </a:lnTo>
                  <a:lnTo>
                    <a:pt x="349" y="226213"/>
                  </a:lnTo>
                  <a:lnTo>
                    <a:pt x="0" y="223298"/>
                  </a:lnTo>
                  <a:lnTo>
                    <a:pt x="233" y="220499"/>
                  </a:lnTo>
                  <a:lnTo>
                    <a:pt x="1165" y="217701"/>
                  </a:lnTo>
                  <a:lnTo>
                    <a:pt x="2681" y="215252"/>
                  </a:lnTo>
                  <a:lnTo>
                    <a:pt x="4779" y="213270"/>
                  </a:lnTo>
                  <a:lnTo>
                    <a:pt x="7227" y="211754"/>
                  </a:lnTo>
                  <a:lnTo>
                    <a:pt x="437971" y="583"/>
                  </a:lnTo>
                  <a:lnTo>
                    <a:pt x="439603" y="117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41" name="그림 40">
            <a:extLst>
              <a:ext uri="{FF2B5EF4-FFF2-40B4-BE49-F238E27FC236}">
                <a16:creationId xmlns:a16="http://schemas.microsoft.com/office/drawing/2014/main" id="{B7E292FA-061C-B7C7-E9E6-28693B007A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7866" y="3395475"/>
            <a:ext cx="957638" cy="95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120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D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697BE-92ED-1CD2-96D4-14E9B0CDE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29899EDC-66E3-D301-897B-242EA38E1EA0}"/>
              </a:ext>
            </a:extLst>
          </p:cNvPr>
          <p:cNvGrpSpPr/>
          <p:nvPr/>
        </p:nvGrpSpPr>
        <p:grpSpPr>
          <a:xfrm>
            <a:off x="221402" y="200025"/>
            <a:ext cx="11970598" cy="6657975"/>
            <a:chOff x="221402" y="200025"/>
            <a:chExt cx="11970598" cy="6657975"/>
          </a:xfrm>
        </p:grpSpPr>
        <p:sp>
          <p:nvSpPr>
            <p:cNvPr id="4" name="사각형: 둥근 한쪽 모서리 3">
              <a:extLst>
                <a:ext uri="{FF2B5EF4-FFF2-40B4-BE49-F238E27FC236}">
                  <a16:creationId xmlns:a16="http://schemas.microsoft.com/office/drawing/2014/main" id="{B4F13C2B-15C9-A739-B294-4CB9CB7A4E4A}"/>
                </a:ext>
              </a:extLst>
            </p:cNvPr>
            <p:cNvSpPr/>
            <p:nvPr/>
          </p:nvSpPr>
          <p:spPr>
            <a:xfrm flipH="1">
              <a:off x="285750" y="200025"/>
              <a:ext cx="11906250" cy="6657975"/>
            </a:xfrm>
            <a:prstGeom prst="round1Rect">
              <a:avLst>
                <a:gd name="adj" fmla="val 1502"/>
              </a:avLst>
            </a:prstGeom>
            <a:gradFill>
              <a:gsLst>
                <a:gs pos="3000">
                  <a:schemeClr val="tx1">
                    <a:lumMod val="85000"/>
                    <a:lumOff val="15000"/>
                  </a:schemeClr>
                </a:gs>
                <a:gs pos="3000">
                  <a:schemeClr val="bg1"/>
                </a:gs>
              </a:gsLst>
              <a:lin ang="5400000" scaled="1"/>
            </a:gradFill>
            <a:ln w="28575">
              <a:noFill/>
              <a:round/>
            </a:ln>
            <a:effectLst>
              <a:outerShdw blurRad="190500" dist="139700" dir="13500000" algn="br" rotWithShape="0">
                <a:srgbClr val="6C53E3">
                  <a:alpha val="1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96B69E94-960D-5BF6-6836-10944E300F9D}"/>
                </a:ext>
              </a:extLst>
            </p:cNvPr>
            <p:cNvGrpSpPr/>
            <p:nvPr/>
          </p:nvGrpSpPr>
          <p:grpSpPr>
            <a:xfrm>
              <a:off x="419100" y="252414"/>
              <a:ext cx="374407" cy="95250"/>
              <a:chOff x="419100" y="252414"/>
              <a:chExt cx="374407" cy="95250"/>
            </a:xfrm>
          </p:grpSpPr>
          <p:sp>
            <p:nvSpPr>
              <p:cNvPr id="5" name="타원 4">
                <a:extLst>
                  <a:ext uri="{FF2B5EF4-FFF2-40B4-BE49-F238E27FC236}">
                    <a16:creationId xmlns:a16="http://schemas.microsoft.com/office/drawing/2014/main" id="{B003C8FC-BE79-F67E-6D2E-B6427B91D2F2}"/>
                  </a:ext>
                </a:extLst>
              </p:cNvPr>
              <p:cNvSpPr/>
              <p:nvPr/>
            </p:nvSpPr>
            <p:spPr>
              <a:xfrm>
                <a:off x="419100" y="252414"/>
                <a:ext cx="95250" cy="95250"/>
              </a:xfrm>
              <a:prstGeom prst="ellipse">
                <a:avLst/>
              </a:prstGeom>
              <a:solidFill>
                <a:srgbClr val="F0654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76250518-DB8D-4700-2E1A-9EE7EA6D3D69}"/>
                  </a:ext>
                </a:extLst>
              </p:cNvPr>
              <p:cNvSpPr/>
              <p:nvPr/>
            </p:nvSpPr>
            <p:spPr>
              <a:xfrm>
                <a:off x="558678" y="252414"/>
                <a:ext cx="95250" cy="952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3B171E47-DE9D-3751-9C10-3D94CCA713EB}"/>
                  </a:ext>
                </a:extLst>
              </p:cNvPr>
              <p:cNvSpPr/>
              <p:nvPr/>
            </p:nvSpPr>
            <p:spPr>
              <a:xfrm>
                <a:off x="698257" y="252414"/>
                <a:ext cx="95250" cy="9525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7CAFF79-E2F5-FB64-F184-28A20878AC9A}"/>
                </a:ext>
              </a:extLst>
            </p:cNvPr>
            <p:cNvSpPr/>
            <p:nvPr/>
          </p:nvSpPr>
          <p:spPr>
            <a:xfrm>
              <a:off x="285750" y="400048"/>
              <a:ext cx="11906250" cy="490541"/>
            </a:xfrm>
            <a:prstGeom prst="rect">
              <a:avLst/>
            </a:prstGeom>
            <a:solidFill>
              <a:srgbClr val="A089FF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975" marR="0" lvl="2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1" u="none" strike="noStrike" kern="0" cap="none" spc="0" normalizeH="0" baseline="0" noProof="0" dirty="0">
                  <a:ln w="107950">
                    <a:noFill/>
                  </a:ln>
                  <a:solidFill>
                    <a:srgbClr val="A089FF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PPT</a:t>
              </a:r>
              <a:r>
                <a:rPr kumimoji="0" lang="ko-KR" altLang="en-US" sz="2000" b="0" i="1" u="none" strike="noStrike" kern="0" cap="none" spc="0" normalizeH="0" baseline="0" noProof="0" dirty="0">
                  <a:ln w="107950">
                    <a:noFill/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 </a:t>
              </a:r>
              <a:r>
                <a:rPr kumimoji="0" lang="en-US" altLang="ko-KR" sz="2000" b="0" i="1" u="none" strike="noStrike" kern="0" cap="none" spc="0" normalizeH="0" baseline="0" noProof="0" dirty="0">
                  <a:ln w="107950"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PRESENTATION 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Enjoy your stylish business and campus life with BIZCAM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0BF19081-93A8-43A0-63EB-F00CED447AE9}"/>
                </a:ext>
              </a:extLst>
            </p:cNvPr>
            <p:cNvSpPr/>
            <p:nvPr/>
          </p:nvSpPr>
          <p:spPr>
            <a:xfrm rot="9046626">
              <a:off x="221402" y="473950"/>
              <a:ext cx="204206" cy="221679"/>
            </a:xfrm>
            <a:custGeom>
              <a:avLst/>
              <a:gdLst>
                <a:gd name="connsiteX0" fmla="*/ 208899 w 452236"/>
                <a:gd name="connsiteY0" fmla="*/ 0 h 490933"/>
                <a:gd name="connsiteX1" fmla="*/ 226119 w 452236"/>
                <a:gd name="connsiteY1" fmla="*/ 470 h 490933"/>
                <a:gd name="connsiteX2" fmla="*/ 243338 w 452236"/>
                <a:gd name="connsiteY2" fmla="*/ 0 h 490933"/>
                <a:gd name="connsiteX3" fmla="*/ 263345 w 452236"/>
                <a:gd name="connsiteY3" fmla="*/ 18944 h 490933"/>
                <a:gd name="connsiteX4" fmla="*/ 451484 w 452236"/>
                <a:gd name="connsiteY4" fmla="*/ 440245 h 490933"/>
                <a:gd name="connsiteX5" fmla="*/ 451592 w 452236"/>
                <a:gd name="connsiteY5" fmla="*/ 444229 h 490933"/>
                <a:gd name="connsiteX6" fmla="*/ 451695 w 452236"/>
                <a:gd name="connsiteY6" fmla="*/ 444367 h 490933"/>
                <a:gd name="connsiteX7" fmla="*/ 451611 w 452236"/>
                <a:gd name="connsiteY7" fmla="*/ 444924 h 490933"/>
                <a:gd name="connsiteX8" fmla="*/ 452236 w 452236"/>
                <a:gd name="connsiteY8" fmla="*/ 467788 h 490933"/>
                <a:gd name="connsiteX9" fmla="*/ 433292 w 452236"/>
                <a:gd name="connsiteY9" fmla="*/ 487796 h 490933"/>
                <a:gd name="connsiteX10" fmla="*/ 405749 w 452236"/>
                <a:gd name="connsiteY10" fmla="*/ 488548 h 490933"/>
                <a:gd name="connsiteX11" fmla="*/ 401374 w 452236"/>
                <a:gd name="connsiteY11" fmla="*/ 484405 h 490933"/>
                <a:gd name="connsiteX12" fmla="*/ 398223 w 452236"/>
                <a:gd name="connsiteY12" fmla="*/ 483934 h 490933"/>
                <a:gd name="connsiteX13" fmla="*/ 226119 w 452236"/>
                <a:gd name="connsiteY13" fmla="*/ 380523 h 490933"/>
                <a:gd name="connsiteX14" fmla="*/ 54015 w 452236"/>
                <a:gd name="connsiteY14" fmla="*/ 483934 h 490933"/>
                <a:gd name="connsiteX15" fmla="*/ 50863 w 452236"/>
                <a:gd name="connsiteY15" fmla="*/ 484405 h 490933"/>
                <a:gd name="connsiteX16" fmla="*/ 46488 w 452236"/>
                <a:gd name="connsiteY16" fmla="*/ 488548 h 490933"/>
                <a:gd name="connsiteX17" fmla="*/ 18944 w 452236"/>
                <a:gd name="connsiteY17" fmla="*/ 487796 h 490933"/>
                <a:gd name="connsiteX18" fmla="*/ 0 w 452236"/>
                <a:gd name="connsiteY18" fmla="*/ 467788 h 490933"/>
                <a:gd name="connsiteX19" fmla="*/ 625 w 452236"/>
                <a:gd name="connsiteY19" fmla="*/ 444919 h 490933"/>
                <a:gd name="connsiteX20" fmla="*/ 542 w 452236"/>
                <a:gd name="connsiteY20" fmla="*/ 444367 h 490933"/>
                <a:gd name="connsiteX21" fmla="*/ 643 w 452236"/>
                <a:gd name="connsiteY21" fmla="*/ 444230 h 490933"/>
                <a:gd name="connsiteX22" fmla="*/ 752 w 452236"/>
                <a:gd name="connsiteY22" fmla="*/ 440245 h 490933"/>
                <a:gd name="connsiteX23" fmla="*/ 188891 w 452236"/>
                <a:gd name="connsiteY23" fmla="*/ 18944 h 490933"/>
                <a:gd name="connsiteX24" fmla="*/ 208899 w 452236"/>
                <a:gd name="connsiteY24" fmla="*/ 0 h 49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2236" h="490933">
                  <a:moveTo>
                    <a:pt x="208899" y="0"/>
                  </a:moveTo>
                  <a:lnTo>
                    <a:pt x="226119" y="470"/>
                  </a:lnTo>
                  <a:lnTo>
                    <a:pt x="243338" y="0"/>
                  </a:lnTo>
                  <a:cubicBezTo>
                    <a:pt x="251943" y="3293"/>
                    <a:pt x="259292" y="9867"/>
                    <a:pt x="263345" y="18944"/>
                  </a:cubicBezTo>
                  <a:lnTo>
                    <a:pt x="451484" y="440245"/>
                  </a:lnTo>
                  <a:lnTo>
                    <a:pt x="451592" y="444229"/>
                  </a:lnTo>
                  <a:lnTo>
                    <a:pt x="451695" y="444367"/>
                  </a:lnTo>
                  <a:lnTo>
                    <a:pt x="451611" y="444924"/>
                  </a:lnTo>
                  <a:lnTo>
                    <a:pt x="452236" y="467788"/>
                  </a:lnTo>
                  <a:cubicBezTo>
                    <a:pt x="448943" y="476393"/>
                    <a:pt x="442369" y="483742"/>
                    <a:pt x="433292" y="487796"/>
                  </a:cubicBezTo>
                  <a:cubicBezTo>
                    <a:pt x="424215" y="491849"/>
                    <a:pt x="414354" y="491840"/>
                    <a:pt x="405749" y="488548"/>
                  </a:cubicBezTo>
                  <a:lnTo>
                    <a:pt x="401374" y="484405"/>
                  </a:lnTo>
                  <a:lnTo>
                    <a:pt x="398223" y="483934"/>
                  </a:lnTo>
                  <a:lnTo>
                    <a:pt x="226119" y="380523"/>
                  </a:lnTo>
                  <a:lnTo>
                    <a:pt x="54015" y="483934"/>
                  </a:lnTo>
                  <a:lnTo>
                    <a:pt x="50863" y="484405"/>
                  </a:lnTo>
                  <a:lnTo>
                    <a:pt x="46488" y="488548"/>
                  </a:lnTo>
                  <a:cubicBezTo>
                    <a:pt x="37883" y="491840"/>
                    <a:pt x="28021" y="491849"/>
                    <a:pt x="18944" y="487796"/>
                  </a:cubicBezTo>
                  <a:cubicBezTo>
                    <a:pt x="9867" y="483742"/>
                    <a:pt x="3293" y="476393"/>
                    <a:pt x="0" y="467788"/>
                  </a:cubicBezTo>
                  <a:lnTo>
                    <a:pt x="625" y="444919"/>
                  </a:lnTo>
                  <a:lnTo>
                    <a:pt x="542" y="444367"/>
                  </a:lnTo>
                  <a:lnTo>
                    <a:pt x="643" y="444230"/>
                  </a:lnTo>
                  <a:lnTo>
                    <a:pt x="752" y="440245"/>
                  </a:lnTo>
                  <a:lnTo>
                    <a:pt x="188891" y="18944"/>
                  </a:lnTo>
                  <a:cubicBezTo>
                    <a:pt x="192945" y="9867"/>
                    <a:pt x="200294" y="3293"/>
                    <a:pt x="208899" y="0"/>
                  </a:cubicBezTo>
                  <a:close/>
                </a:path>
              </a:pathLst>
            </a:custGeom>
            <a:solidFill>
              <a:srgbClr val="A089FF"/>
            </a:solidFill>
            <a:ln w="19050">
              <a:solidFill>
                <a:srgbClr val="6C53E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4BCDB5D2-C846-ECBC-2817-C1CA731CA8BB}"/>
              </a:ext>
            </a:extLst>
          </p:cNvPr>
          <p:cNvGraphicFramePr/>
          <p:nvPr/>
        </p:nvGraphicFramePr>
        <p:xfrm>
          <a:off x="1023453" y="2478969"/>
          <a:ext cx="10145093" cy="3649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3155E9E7-FA2B-7BF4-E73A-3ECA3469F1E8}"/>
              </a:ext>
            </a:extLst>
          </p:cNvPr>
          <p:cNvSpPr/>
          <p:nvPr/>
        </p:nvSpPr>
        <p:spPr>
          <a:xfrm>
            <a:off x="5352116" y="2577011"/>
            <a:ext cx="656345" cy="3631366"/>
          </a:xfrm>
          <a:prstGeom prst="rect">
            <a:avLst/>
          </a:prstGeom>
          <a:noFill/>
          <a:ln w="9525">
            <a:solidFill>
              <a:srgbClr val="6C53E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0" name="꺾인 연결선 12">
            <a:extLst>
              <a:ext uri="{FF2B5EF4-FFF2-40B4-BE49-F238E27FC236}">
                <a16:creationId xmlns:a16="http://schemas.microsoft.com/office/drawing/2014/main" id="{2234A4A5-A31B-CA0B-F030-AB039ADFA285}"/>
              </a:ext>
            </a:extLst>
          </p:cNvPr>
          <p:cNvCxnSpPr>
            <a:stCxn id="12" idx="1"/>
            <a:endCxn id="9" idx="0"/>
          </p:cNvCxnSpPr>
          <p:nvPr/>
        </p:nvCxnSpPr>
        <p:spPr>
          <a:xfrm rot="10800000" flipV="1">
            <a:off x="5680290" y="1969065"/>
            <a:ext cx="1412361" cy="607945"/>
          </a:xfrm>
          <a:prstGeom prst="bentConnector2">
            <a:avLst/>
          </a:prstGeom>
          <a:ln>
            <a:solidFill>
              <a:srgbClr val="6C53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2E249B-9C63-0390-E5A8-48AA03D81E4A}"/>
              </a:ext>
            </a:extLst>
          </p:cNvPr>
          <p:cNvSpPr/>
          <p:nvPr/>
        </p:nvSpPr>
        <p:spPr>
          <a:xfrm>
            <a:off x="5361641" y="2559449"/>
            <a:ext cx="656345" cy="360000"/>
          </a:xfrm>
          <a:prstGeom prst="rect">
            <a:avLst/>
          </a:prstGeom>
          <a:solidFill>
            <a:srgbClr val="A089FF"/>
          </a:solidFill>
          <a:ln>
            <a:solidFill>
              <a:srgbClr val="3D5ED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88%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ECC356E-07D6-3312-DE6E-9E154CDC1F57}"/>
              </a:ext>
            </a:extLst>
          </p:cNvPr>
          <p:cNvSpPr/>
          <p:nvPr/>
        </p:nvSpPr>
        <p:spPr>
          <a:xfrm>
            <a:off x="7092650" y="1540212"/>
            <a:ext cx="4272459" cy="8577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6C53E3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8808D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srgbClr val="78808D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78808D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PowerPoint is a computer program created by Microsoft Office</a:t>
            </a:r>
          </a:p>
        </p:txBody>
      </p:sp>
    </p:spTree>
    <p:extLst>
      <p:ext uri="{BB962C8B-B14F-4D97-AF65-F5344CB8AC3E}">
        <p14:creationId xmlns:p14="http://schemas.microsoft.com/office/powerpoint/2010/main" val="1438374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D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70F25F-812D-DC88-ADF1-C690B50AC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7450921F-0C07-A311-A031-88C4321BA5BE}"/>
              </a:ext>
            </a:extLst>
          </p:cNvPr>
          <p:cNvGrpSpPr/>
          <p:nvPr/>
        </p:nvGrpSpPr>
        <p:grpSpPr>
          <a:xfrm>
            <a:off x="221402" y="200025"/>
            <a:ext cx="11970598" cy="6657975"/>
            <a:chOff x="221402" y="200025"/>
            <a:chExt cx="11970598" cy="6657975"/>
          </a:xfrm>
        </p:grpSpPr>
        <p:sp>
          <p:nvSpPr>
            <p:cNvPr id="4" name="사각형: 둥근 한쪽 모서리 3">
              <a:extLst>
                <a:ext uri="{FF2B5EF4-FFF2-40B4-BE49-F238E27FC236}">
                  <a16:creationId xmlns:a16="http://schemas.microsoft.com/office/drawing/2014/main" id="{38AF3500-C170-1DB5-0275-5D04931D7EF7}"/>
                </a:ext>
              </a:extLst>
            </p:cNvPr>
            <p:cNvSpPr/>
            <p:nvPr/>
          </p:nvSpPr>
          <p:spPr>
            <a:xfrm flipH="1">
              <a:off x="285750" y="200025"/>
              <a:ext cx="11906250" cy="6657975"/>
            </a:xfrm>
            <a:prstGeom prst="round1Rect">
              <a:avLst>
                <a:gd name="adj" fmla="val 1502"/>
              </a:avLst>
            </a:prstGeom>
            <a:gradFill>
              <a:gsLst>
                <a:gs pos="3000">
                  <a:schemeClr val="tx1">
                    <a:lumMod val="85000"/>
                    <a:lumOff val="15000"/>
                  </a:schemeClr>
                </a:gs>
                <a:gs pos="3000">
                  <a:schemeClr val="bg1"/>
                </a:gs>
              </a:gsLst>
              <a:lin ang="5400000" scaled="1"/>
            </a:gradFill>
            <a:ln w="28575">
              <a:noFill/>
              <a:round/>
            </a:ln>
            <a:effectLst>
              <a:outerShdw blurRad="190500" dist="139700" dir="13500000" algn="br" rotWithShape="0">
                <a:srgbClr val="6C53E3">
                  <a:alpha val="1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99777566-623F-C4B0-7193-D54354F96107}"/>
                </a:ext>
              </a:extLst>
            </p:cNvPr>
            <p:cNvGrpSpPr/>
            <p:nvPr/>
          </p:nvGrpSpPr>
          <p:grpSpPr>
            <a:xfrm>
              <a:off x="419100" y="252414"/>
              <a:ext cx="374407" cy="95250"/>
              <a:chOff x="419100" y="252414"/>
              <a:chExt cx="374407" cy="95250"/>
            </a:xfrm>
          </p:grpSpPr>
          <p:sp>
            <p:nvSpPr>
              <p:cNvPr id="5" name="타원 4">
                <a:extLst>
                  <a:ext uri="{FF2B5EF4-FFF2-40B4-BE49-F238E27FC236}">
                    <a16:creationId xmlns:a16="http://schemas.microsoft.com/office/drawing/2014/main" id="{31BDB1D2-CD5F-DF1B-D3EB-C684128D6601}"/>
                  </a:ext>
                </a:extLst>
              </p:cNvPr>
              <p:cNvSpPr/>
              <p:nvPr/>
            </p:nvSpPr>
            <p:spPr>
              <a:xfrm>
                <a:off x="419100" y="252414"/>
                <a:ext cx="95250" cy="95250"/>
              </a:xfrm>
              <a:prstGeom prst="ellipse">
                <a:avLst/>
              </a:prstGeom>
              <a:solidFill>
                <a:srgbClr val="F0654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996938FC-13FB-FC30-6A16-22B0F809982F}"/>
                  </a:ext>
                </a:extLst>
              </p:cNvPr>
              <p:cNvSpPr/>
              <p:nvPr/>
            </p:nvSpPr>
            <p:spPr>
              <a:xfrm>
                <a:off x="558678" y="252414"/>
                <a:ext cx="95250" cy="952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BF48D4DA-5E00-1A9A-0B0B-43E89EF264F4}"/>
                  </a:ext>
                </a:extLst>
              </p:cNvPr>
              <p:cNvSpPr/>
              <p:nvPr/>
            </p:nvSpPr>
            <p:spPr>
              <a:xfrm>
                <a:off x="698257" y="252414"/>
                <a:ext cx="95250" cy="9525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5F4DC86-FADE-DC44-17C0-7EDCDA182088}"/>
                </a:ext>
              </a:extLst>
            </p:cNvPr>
            <p:cNvSpPr/>
            <p:nvPr/>
          </p:nvSpPr>
          <p:spPr>
            <a:xfrm>
              <a:off x="285750" y="400048"/>
              <a:ext cx="11906250" cy="490541"/>
            </a:xfrm>
            <a:prstGeom prst="rect">
              <a:avLst/>
            </a:prstGeom>
            <a:solidFill>
              <a:srgbClr val="A089FF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975" marR="0" lvl="2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1" u="none" strike="noStrike" kern="0" cap="none" spc="0" normalizeH="0" baseline="0" noProof="0" dirty="0">
                  <a:ln w="107950">
                    <a:noFill/>
                  </a:ln>
                  <a:solidFill>
                    <a:srgbClr val="A089FF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PPT</a:t>
              </a:r>
              <a:r>
                <a:rPr kumimoji="0" lang="ko-KR" altLang="en-US" sz="2000" b="0" i="1" u="none" strike="noStrike" kern="0" cap="none" spc="0" normalizeH="0" baseline="0" noProof="0" dirty="0">
                  <a:ln w="107950">
                    <a:noFill/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 </a:t>
              </a:r>
              <a:r>
                <a:rPr kumimoji="0" lang="en-US" altLang="ko-KR" sz="2000" b="0" i="1" u="none" strike="noStrike" kern="0" cap="none" spc="0" normalizeH="0" baseline="0" noProof="0" dirty="0">
                  <a:ln w="107950"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PRESENTATION 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Enjoy your stylish business and campus life with BIZCAM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5225B9FA-54E6-58A3-D6F6-39306AD0EFD4}"/>
                </a:ext>
              </a:extLst>
            </p:cNvPr>
            <p:cNvSpPr/>
            <p:nvPr/>
          </p:nvSpPr>
          <p:spPr>
            <a:xfrm rot="9046626">
              <a:off x="221402" y="473950"/>
              <a:ext cx="204206" cy="221679"/>
            </a:xfrm>
            <a:custGeom>
              <a:avLst/>
              <a:gdLst>
                <a:gd name="connsiteX0" fmla="*/ 208899 w 452236"/>
                <a:gd name="connsiteY0" fmla="*/ 0 h 490933"/>
                <a:gd name="connsiteX1" fmla="*/ 226119 w 452236"/>
                <a:gd name="connsiteY1" fmla="*/ 470 h 490933"/>
                <a:gd name="connsiteX2" fmla="*/ 243338 w 452236"/>
                <a:gd name="connsiteY2" fmla="*/ 0 h 490933"/>
                <a:gd name="connsiteX3" fmla="*/ 263345 w 452236"/>
                <a:gd name="connsiteY3" fmla="*/ 18944 h 490933"/>
                <a:gd name="connsiteX4" fmla="*/ 451484 w 452236"/>
                <a:gd name="connsiteY4" fmla="*/ 440245 h 490933"/>
                <a:gd name="connsiteX5" fmla="*/ 451592 w 452236"/>
                <a:gd name="connsiteY5" fmla="*/ 444229 h 490933"/>
                <a:gd name="connsiteX6" fmla="*/ 451695 w 452236"/>
                <a:gd name="connsiteY6" fmla="*/ 444367 h 490933"/>
                <a:gd name="connsiteX7" fmla="*/ 451611 w 452236"/>
                <a:gd name="connsiteY7" fmla="*/ 444924 h 490933"/>
                <a:gd name="connsiteX8" fmla="*/ 452236 w 452236"/>
                <a:gd name="connsiteY8" fmla="*/ 467788 h 490933"/>
                <a:gd name="connsiteX9" fmla="*/ 433292 w 452236"/>
                <a:gd name="connsiteY9" fmla="*/ 487796 h 490933"/>
                <a:gd name="connsiteX10" fmla="*/ 405749 w 452236"/>
                <a:gd name="connsiteY10" fmla="*/ 488548 h 490933"/>
                <a:gd name="connsiteX11" fmla="*/ 401374 w 452236"/>
                <a:gd name="connsiteY11" fmla="*/ 484405 h 490933"/>
                <a:gd name="connsiteX12" fmla="*/ 398223 w 452236"/>
                <a:gd name="connsiteY12" fmla="*/ 483934 h 490933"/>
                <a:gd name="connsiteX13" fmla="*/ 226119 w 452236"/>
                <a:gd name="connsiteY13" fmla="*/ 380523 h 490933"/>
                <a:gd name="connsiteX14" fmla="*/ 54015 w 452236"/>
                <a:gd name="connsiteY14" fmla="*/ 483934 h 490933"/>
                <a:gd name="connsiteX15" fmla="*/ 50863 w 452236"/>
                <a:gd name="connsiteY15" fmla="*/ 484405 h 490933"/>
                <a:gd name="connsiteX16" fmla="*/ 46488 w 452236"/>
                <a:gd name="connsiteY16" fmla="*/ 488548 h 490933"/>
                <a:gd name="connsiteX17" fmla="*/ 18944 w 452236"/>
                <a:gd name="connsiteY17" fmla="*/ 487796 h 490933"/>
                <a:gd name="connsiteX18" fmla="*/ 0 w 452236"/>
                <a:gd name="connsiteY18" fmla="*/ 467788 h 490933"/>
                <a:gd name="connsiteX19" fmla="*/ 625 w 452236"/>
                <a:gd name="connsiteY19" fmla="*/ 444919 h 490933"/>
                <a:gd name="connsiteX20" fmla="*/ 542 w 452236"/>
                <a:gd name="connsiteY20" fmla="*/ 444367 h 490933"/>
                <a:gd name="connsiteX21" fmla="*/ 643 w 452236"/>
                <a:gd name="connsiteY21" fmla="*/ 444230 h 490933"/>
                <a:gd name="connsiteX22" fmla="*/ 752 w 452236"/>
                <a:gd name="connsiteY22" fmla="*/ 440245 h 490933"/>
                <a:gd name="connsiteX23" fmla="*/ 188891 w 452236"/>
                <a:gd name="connsiteY23" fmla="*/ 18944 h 490933"/>
                <a:gd name="connsiteX24" fmla="*/ 208899 w 452236"/>
                <a:gd name="connsiteY24" fmla="*/ 0 h 49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2236" h="490933">
                  <a:moveTo>
                    <a:pt x="208899" y="0"/>
                  </a:moveTo>
                  <a:lnTo>
                    <a:pt x="226119" y="470"/>
                  </a:lnTo>
                  <a:lnTo>
                    <a:pt x="243338" y="0"/>
                  </a:lnTo>
                  <a:cubicBezTo>
                    <a:pt x="251943" y="3293"/>
                    <a:pt x="259292" y="9867"/>
                    <a:pt x="263345" y="18944"/>
                  </a:cubicBezTo>
                  <a:lnTo>
                    <a:pt x="451484" y="440245"/>
                  </a:lnTo>
                  <a:lnTo>
                    <a:pt x="451592" y="444229"/>
                  </a:lnTo>
                  <a:lnTo>
                    <a:pt x="451695" y="444367"/>
                  </a:lnTo>
                  <a:lnTo>
                    <a:pt x="451611" y="444924"/>
                  </a:lnTo>
                  <a:lnTo>
                    <a:pt x="452236" y="467788"/>
                  </a:lnTo>
                  <a:cubicBezTo>
                    <a:pt x="448943" y="476393"/>
                    <a:pt x="442369" y="483742"/>
                    <a:pt x="433292" y="487796"/>
                  </a:cubicBezTo>
                  <a:cubicBezTo>
                    <a:pt x="424215" y="491849"/>
                    <a:pt x="414354" y="491840"/>
                    <a:pt x="405749" y="488548"/>
                  </a:cubicBezTo>
                  <a:lnTo>
                    <a:pt x="401374" y="484405"/>
                  </a:lnTo>
                  <a:lnTo>
                    <a:pt x="398223" y="483934"/>
                  </a:lnTo>
                  <a:lnTo>
                    <a:pt x="226119" y="380523"/>
                  </a:lnTo>
                  <a:lnTo>
                    <a:pt x="54015" y="483934"/>
                  </a:lnTo>
                  <a:lnTo>
                    <a:pt x="50863" y="484405"/>
                  </a:lnTo>
                  <a:lnTo>
                    <a:pt x="46488" y="488548"/>
                  </a:lnTo>
                  <a:cubicBezTo>
                    <a:pt x="37883" y="491840"/>
                    <a:pt x="28021" y="491849"/>
                    <a:pt x="18944" y="487796"/>
                  </a:cubicBezTo>
                  <a:cubicBezTo>
                    <a:pt x="9867" y="483742"/>
                    <a:pt x="3293" y="476393"/>
                    <a:pt x="0" y="467788"/>
                  </a:cubicBezTo>
                  <a:lnTo>
                    <a:pt x="625" y="444919"/>
                  </a:lnTo>
                  <a:lnTo>
                    <a:pt x="542" y="444367"/>
                  </a:lnTo>
                  <a:lnTo>
                    <a:pt x="643" y="444230"/>
                  </a:lnTo>
                  <a:lnTo>
                    <a:pt x="752" y="440245"/>
                  </a:lnTo>
                  <a:lnTo>
                    <a:pt x="188891" y="18944"/>
                  </a:lnTo>
                  <a:cubicBezTo>
                    <a:pt x="192945" y="9867"/>
                    <a:pt x="200294" y="3293"/>
                    <a:pt x="208899" y="0"/>
                  </a:cubicBezTo>
                  <a:close/>
                </a:path>
              </a:pathLst>
            </a:custGeom>
            <a:solidFill>
              <a:srgbClr val="A089FF"/>
            </a:solidFill>
            <a:ln w="19050">
              <a:solidFill>
                <a:srgbClr val="6C53E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F4848F1-8142-A385-ED4B-6415A7EB536C}"/>
              </a:ext>
            </a:extLst>
          </p:cNvPr>
          <p:cNvGraphicFramePr>
            <a:graphicFrameLocks noGrp="1"/>
          </p:cNvGraphicFramePr>
          <p:nvPr/>
        </p:nvGraphicFramePr>
        <p:xfrm>
          <a:off x="1070927" y="2805426"/>
          <a:ext cx="9948545" cy="3072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7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0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66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1684">
                <a:tc>
                  <a:txBody>
                    <a:bodyPr/>
                    <a:lstStyle/>
                    <a:p>
                      <a:pPr lvl="0" algn="ctr" latinLnBrk="1"/>
                      <a:endParaRPr lang="en-US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CONTENTS</a:t>
                      </a: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CONTENTS</a:t>
                      </a: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CONTENTS</a:t>
                      </a: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CONTENTS</a:t>
                      </a: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컨텐츠에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대한 내용을 적어요</a:t>
                      </a: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en-US" altLang="ko-KR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en-US" altLang="ko-KR" sz="2400" dirty="0">
                        <a:solidFill>
                          <a:srgbClr val="FF9999"/>
                        </a:solidFill>
                      </a:endParaRP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CONTENTS</a:t>
                      </a: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컨텐츠에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대한 내용을 적어요</a:t>
                      </a: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en-US" altLang="ko-KR" sz="2400" dirty="0">
                        <a:solidFill>
                          <a:srgbClr val="FF9999"/>
                        </a:solidFill>
                      </a:endParaRP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CONTENTS</a:t>
                      </a: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컨텐츠에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대한 내용을 적어요</a:t>
                      </a: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en-US" altLang="ko-KR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CONTENTS</a:t>
                      </a: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컨텐츠에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대한 내용을 적어요</a:t>
                      </a: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en-US" altLang="ko-KR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216000" anchor="ctr">
                    <a:lnL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B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C88DF935-2A6C-BF2D-597D-CF6DB283EEE1}"/>
              </a:ext>
            </a:extLst>
          </p:cNvPr>
          <p:cNvGrpSpPr/>
          <p:nvPr/>
        </p:nvGrpSpPr>
        <p:grpSpPr>
          <a:xfrm>
            <a:off x="10234962" y="3544682"/>
            <a:ext cx="473676" cy="210065"/>
            <a:chOff x="9786551" y="2302476"/>
            <a:chExt cx="808035" cy="358346"/>
          </a:xfrm>
        </p:grpSpPr>
        <p:sp>
          <p:nvSpPr>
            <p:cNvPr id="10" name="모서리가 둥근 직사각형 44">
              <a:extLst>
                <a:ext uri="{FF2B5EF4-FFF2-40B4-BE49-F238E27FC236}">
                  <a16:creationId xmlns:a16="http://schemas.microsoft.com/office/drawing/2014/main" id="{3C887975-BB25-A326-1AAC-6AF85B1B7A40}"/>
                </a:ext>
              </a:extLst>
            </p:cNvPr>
            <p:cNvSpPr/>
            <p:nvPr/>
          </p:nvSpPr>
          <p:spPr>
            <a:xfrm>
              <a:off x="9786551" y="2302476"/>
              <a:ext cx="808035" cy="35834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143170B-131F-033B-6C40-A9D449360803}"/>
                </a:ext>
              </a:extLst>
            </p:cNvPr>
            <p:cNvSpPr/>
            <p:nvPr/>
          </p:nvSpPr>
          <p:spPr>
            <a:xfrm>
              <a:off x="9853226" y="2355649"/>
              <a:ext cx="252000" cy="25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C695215-DFF4-224F-4AD7-3ADE31AF8244}"/>
              </a:ext>
            </a:extLst>
          </p:cNvPr>
          <p:cNvGrpSpPr/>
          <p:nvPr/>
        </p:nvGrpSpPr>
        <p:grpSpPr>
          <a:xfrm>
            <a:off x="10234962" y="4174517"/>
            <a:ext cx="473676" cy="210065"/>
            <a:chOff x="9786551" y="2302476"/>
            <a:chExt cx="808035" cy="358346"/>
          </a:xfrm>
        </p:grpSpPr>
        <p:sp>
          <p:nvSpPr>
            <p:cNvPr id="13" name="모서리가 둥근 직사각형 47">
              <a:extLst>
                <a:ext uri="{FF2B5EF4-FFF2-40B4-BE49-F238E27FC236}">
                  <a16:creationId xmlns:a16="http://schemas.microsoft.com/office/drawing/2014/main" id="{41E17EA4-9A06-DAF8-EE4B-F3749CE3FC77}"/>
                </a:ext>
              </a:extLst>
            </p:cNvPr>
            <p:cNvSpPr/>
            <p:nvPr/>
          </p:nvSpPr>
          <p:spPr>
            <a:xfrm>
              <a:off x="9786551" y="2302476"/>
              <a:ext cx="808035" cy="358346"/>
            </a:xfrm>
            <a:prstGeom prst="roundRect">
              <a:avLst>
                <a:gd name="adj" fmla="val 50000"/>
              </a:avLst>
            </a:prstGeom>
            <a:solidFill>
              <a:srgbClr val="A08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6F3A6216-96BA-4053-B880-2DCB665C9A60}"/>
                </a:ext>
              </a:extLst>
            </p:cNvPr>
            <p:cNvSpPr/>
            <p:nvPr/>
          </p:nvSpPr>
          <p:spPr>
            <a:xfrm>
              <a:off x="10230191" y="2355648"/>
              <a:ext cx="252000" cy="25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E565CDF-7725-50FA-8DA8-8542466F09A2}"/>
              </a:ext>
            </a:extLst>
          </p:cNvPr>
          <p:cNvGrpSpPr/>
          <p:nvPr/>
        </p:nvGrpSpPr>
        <p:grpSpPr>
          <a:xfrm>
            <a:off x="10234962" y="4804352"/>
            <a:ext cx="473676" cy="210065"/>
            <a:chOff x="9786551" y="2302476"/>
            <a:chExt cx="808035" cy="358346"/>
          </a:xfrm>
        </p:grpSpPr>
        <p:sp>
          <p:nvSpPr>
            <p:cNvPr id="16" name="모서리가 둥근 직사각형 50">
              <a:extLst>
                <a:ext uri="{FF2B5EF4-FFF2-40B4-BE49-F238E27FC236}">
                  <a16:creationId xmlns:a16="http://schemas.microsoft.com/office/drawing/2014/main" id="{113AC3F0-78C1-B774-C9FD-3C6A87B9E51A}"/>
                </a:ext>
              </a:extLst>
            </p:cNvPr>
            <p:cNvSpPr/>
            <p:nvPr/>
          </p:nvSpPr>
          <p:spPr>
            <a:xfrm>
              <a:off x="9786551" y="2302476"/>
              <a:ext cx="808035" cy="358346"/>
            </a:xfrm>
            <a:prstGeom prst="roundRect">
              <a:avLst>
                <a:gd name="adj" fmla="val 50000"/>
              </a:avLst>
            </a:prstGeom>
            <a:solidFill>
              <a:srgbClr val="A08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CE1080A-C6F7-05F3-3408-57A08A7D2E9F}"/>
                </a:ext>
              </a:extLst>
            </p:cNvPr>
            <p:cNvSpPr/>
            <p:nvPr/>
          </p:nvSpPr>
          <p:spPr>
            <a:xfrm>
              <a:off x="10256189" y="2355648"/>
              <a:ext cx="252000" cy="25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1E50906-9F1A-1B02-382E-B1845C3647AF}"/>
              </a:ext>
            </a:extLst>
          </p:cNvPr>
          <p:cNvGrpSpPr/>
          <p:nvPr/>
        </p:nvGrpSpPr>
        <p:grpSpPr>
          <a:xfrm>
            <a:off x="10234962" y="5434187"/>
            <a:ext cx="473676" cy="210065"/>
            <a:chOff x="9786551" y="2302476"/>
            <a:chExt cx="808035" cy="358346"/>
          </a:xfrm>
        </p:grpSpPr>
        <p:sp>
          <p:nvSpPr>
            <p:cNvPr id="19" name="모서리가 둥근 직사각형 53">
              <a:extLst>
                <a:ext uri="{FF2B5EF4-FFF2-40B4-BE49-F238E27FC236}">
                  <a16:creationId xmlns:a16="http://schemas.microsoft.com/office/drawing/2014/main" id="{91786325-9E23-001B-0F1C-E225FB184A27}"/>
                </a:ext>
              </a:extLst>
            </p:cNvPr>
            <p:cNvSpPr/>
            <p:nvPr/>
          </p:nvSpPr>
          <p:spPr>
            <a:xfrm>
              <a:off x="9786551" y="2302476"/>
              <a:ext cx="808035" cy="35834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086F7091-C1EC-79BE-EDA7-77FC782CCD4F}"/>
                </a:ext>
              </a:extLst>
            </p:cNvPr>
            <p:cNvSpPr/>
            <p:nvPr/>
          </p:nvSpPr>
          <p:spPr>
            <a:xfrm>
              <a:off x="9853226" y="2355649"/>
              <a:ext cx="252000" cy="25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C8D6A78-77A3-EFAA-153E-460331BFFB62}"/>
              </a:ext>
            </a:extLst>
          </p:cNvPr>
          <p:cNvCxnSpPr/>
          <p:nvPr/>
        </p:nvCxnSpPr>
        <p:spPr>
          <a:xfrm>
            <a:off x="6045198" y="3649714"/>
            <a:ext cx="3352802" cy="0"/>
          </a:xfrm>
          <a:prstGeom prst="line">
            <a:avLst/>
          </a:prstGeom>
          <a:ln w="31750" cap="rnd">
            <a:solidFill>
              <a:srgbClr val="ADB5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>
            <a:extLst>
              <a:ext uri="{FF2B5EF4-FFF2-40B4-BE49-F238E27FC236}">
                <a16:creationId xmlns:a16="http://schemas.microsoft.com/office/drawing/2014/main" id="{6DBCFF8C-2C26-93F2-5BE7-AE36F9F54217}"/>
              </a:ext>
            </a:extLst>
          </p:cNvPr>
          <p:cNvSpPr/>
          <p:nvPr/>
        </p:nvSpPr>
        <p:spPr>
          <a:xfrm>
            <a:off x="8069010" y="3544682"/>
            <a:ext cx="214566" cy="21456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7AB9275-B373-D6DF-53ED-DE766541C981}"/>
              </a:ext>
            </a:extLst>
          </p:cNvPr>
          <p:cNvCxnSpPr/>
          <p:nvPr/>
        </p:nvCxnSpPr>
        <p:spPr>
          <a:xfrm>
            <a:off x="6050470" y="4243877"/>
            <a:ext cx="3352802" cy="0"/>
          </a:xfrm>
          <a:prstGeom prst="line">
            <a:avLst/>
          </a:prstGeom>
          <a:ln w="31750" cap="rnd">
            <a:solidFill>
              <a:srgbClr val="ADB5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9D453F4F-C3D7-BCA0-565C-ECEAEE4EAF89}"/>
              </a:ext>
            </a:extLst>
          </p:cNvPr>
          <p:cNvSpPr/>
          <p:nvPr/>
        </p:nvSpPr>
        <p:spPr>
          <a:xfrm>
            <a:off x="8588632" y="4138845"/>
            <a:ext cx="214566" cy="214566"/>
          </a:xfrm>
          <a:prstGeom prst="ellipse">
            <a:avLst/>
          </a:prstGeom>
          <a:solidFill>
            <a:srgbClr val="A08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27DAE6B-3A76-2F08-61A3-C1ABAC4D346E}"/>
              </a:ext>
            </a:extLst>
          </p:cNvPr>
          <p:cNvCxnSpPr/>
          <p:nvPr/>
        </p:nvCxnSpPr>
        <p:spPr>
          <a:xfrm>
            <a:off x="6045198" y="4909384"/>
            <a:ext cx="3352802" cy="0"/>
          </a:xfrm>
          <a:prstGeom prst="line">
            <a:avLst/>
          </a:prstGeom>
          <a:ln w="31750" cap="rnd">
            <a:solidFill>
              <a:srgbClr val="ADB5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>
            <a:extLst>
              <a:ext uri="{FF2B5EF4-FFF2-40B4-BE49-F238E27FC236}">
                <a16:creationId xmlns:a16="http://schemas.microsoft.com/office/drawing/2014/main" id="{DE1E1E8D-359E-B14B-0847-477FAFC88BE7}"/>
              </a:ext>
            </a:extLst>
          </p:cNvPr>
          <p:cNvSpPr/>
          <p:nvPr/>
        </p:nvSpPr>
        <p:spPr>
          <a:xfrm>
            <a:off x="8230935" y="4804352"/>
            <a:ext cx="214566" cy="214566"/>
          </a:xfrm>
          <a:prstGeom prst="ellipse">
            <a:avLst/>
          </a:prstGeom>
          <a:solidFill>
            <a:srgbClr val="A08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FEFC046-C8E1-9EE4-9963-2B091DC3CE28}"/>
              </a:ext>
            </a:extLst>
          </p:cNvPr>
          <p:cNvCxnSpPr/>
          <p:nvPr/>
        </p:nvCxnSpPr>
        <p:spPr>
          <a:xfrm>
            <a:off x="6055233" y="5539219"/>
            <a:ext cx="3352802" cy="0"/>
          </a:xfrm>
          <a:prstGeom prst="line">
            <a:avLst/>
          </a:prstGeom>
          <a:ln w="31750" cap="rnd">
            <a:solidFill>
              <a:srgbClr val="ADB5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3E7D21CA-4B17-CD6F-B5FB-8310103C36F8}"/>
              </a:ext>
            </a:extLst>
          </p:cNvPr>
          <p:cNvSpPr/>
          <p:nvPr/>
        </p:nvSpPr>
        <p:spPr>
          <a:xfrm>
            <a:off x="8793420" y="5434187"/>
            <a:ext cx="214566" cy="21456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D5BDC87B-CCBC-DD46-925A-B5D9A6BDD5A0}"/>
              </a:ext>
            </a:extLst>
          </p:cNvPr>
          <p:cNvSpPr/>
          <p:nvPr/>
        </p:nvSpPr>
        <p:spPr>
          <a:xfrm>
            <a:off x="6794070" y="6122779"/>
            <a:ext cx="946280" cy="270964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 여성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X</a:t>
            </a:r>
          </a:p>
        </p:txBody>
      </p:sp>
      <p:sp>
        <p:nvSpPr>
          <p:cNvPr id="32" name="모서리가 둥근 직사각형 10">
            <a:extLst>
              <a:ext uri="{FF2B5EF4-FFF2-40B4-BE49-F238E27FC236}">
                <a16:creationId xmlns:a16="http://schemas.microsoft.com/office/drawing/2014/main" id="{235D726A-56B9-6E58-0169-C508F5C736BA}"/>
              </a:ext>
            </a:extLst>
          </p:cNvPr>
          <p:cNvSpPr/>
          <p:nvPr/>
        </p:nvSpPr>
        <p:spPr>
          <a:xfrm>
            <a:off x="7946531" y="6122779"/>
            <a:ext cx="946280" cy="270964"/>
          </a:xfrm>
          <a:prstGeom prst="roundRect">
            <a:avLst>
              <a:gd name="adj" fmla="val 50000"/>
            </a:avLst>
          </a:prstGeom>
          <a:solidFill>
            <a:srgbClr val="A08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 남성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X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186502F5-AEE2-A98E-4290-FA976A772E76}"/>
              </a:ext>
            </a:extLst>
          </p:cNvPr>
          <p:cNvSpPr/>
          <p:nvPr/>
        </p:nvSpPr>
        <p:spPr>
          <a:xfrm>
            <a:off x="7644392" y="3544682"/>
            <a:ext cx="214566" cy="214566"/>
          </a:xfrm>
          <a:prstGeom prst="ellipse">
            <a:avLst/>
          </a:prstGeom>
          <a:solidFill>
            <a:srgbClr val="A08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463CF00-51E8-4092-4456-5F338C990119}"/>
              </a:ext>
            </a:extLst>
          </p:cNvPr>
          <p:cNvSpPr/>
          <p:nvPr/>
        </p:nvSpPr>
        <p:spPr>
          <a:xfrm>
            <a:off x="7477845" y="4123079"/>
            <a:ext cx="214566" cy="21456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B8F1BD3A-8490-F5C7-3C33-EA5739A598FA}"/>
              </a:ext>
            </a:extLst>
          </p:cNvPr>
          <p:cNvSpPr/>
          <p:nvPr/>
        </p:nvSpPr>
        <p:spPr>
          <a:xfrm>
            <a:off x="6468195" y="4785574"/>
            <a:ext cx="214566" cy="21456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E6A64F57-C594-6028-22B4-31050F6C44D2}"/>
              </a:ext>
            </a:extLst>
          </p:cNvPr>
          <p:cNvSpPr/>
          <p:nvPr/>
        </p:nvSpPr>
        <p:spPr>
          <a:xfrm>
            <a:off x="7709409" y="5438363"/>
            <a:ext cx="214566" cy="214566"/>
          </a:xfrm>
          <a:prstGeom prst="ellipse">
            <a:avLst/>
          </a:prstGeom>
          <a:solidFill>
            <a:srgbClr val="A08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A2B5263-A15A-D353-4711-839D18D97060}"/>
              </a:ext>
            </a:extLst>
          </p:cNvPr>
          <p:cNvSpPr/>
          <p:nvPr/>
        </p:nvSpPr>
        <p:spPr>
          <a:xfrm>
            <a:off x="1070927" y="1455525"/>
            <a:ext cx="6096000" cy="117724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대한 내용을 적어요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PowerPoint is a computer program created by Microsoft Office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Microsoft Office PowerPoint is the presentation program used the most in the world.</a:t>
            </a:r>
          </a:p>
        </p:txBody>
      </p:sp>
    </p:spTree>
    <p:extLst>
      <p:ext uri="{BB962C8B-B14F-4D97-AF65-F5344CB8AC3E}">
        <p14:creationId xmlns:p14="http://schemas.microsoft.com/office/powerpoint/2010/main" val="3391187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D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29006-0AB0-EBA9-22E8-A4E27BDC9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7ADF5E2-1D2C-193A-089E-E6B72D9B0245}"/>
              </a:ext>
            </a:extLst>
          </p:cNvPr>
          <p:cNvGrpSpPr/>
          <p:nvPr/>
        </p:nvGrpSpPr>
        <p:grpSpPr>
          <a:xfrm>
            <a:off x="221402" y="200025"/>
            <a:ext cx="11970598" cy="6657975"/>
            <a:chOff x="221402" y="200025"/>
            <a:chExt cx="11970598" cy="6657975"/>
          </a:xfrm>
        </p:grpSpPr>
        <p:sp>
          <p:nvSpPr>
            <p:cNvPr id="4" name="사각형: 둥근 한쪽 모서리 3">
              <a:extLst>
                <a:ext uri="{FF2B5EF4-FFF2-40B4-BE49-F238E27FC236}">
                  <a16:creationId xmlns:a16="http://schemas.microsoft.com/office/drawing/2014/main" id="{9540E9ED-FEF7-8227-C3BA-27091D8F3595}"/>
                </a:ext>
              </a:extLst>
            </p:cNvPr>
            <p:cNvSpPr/>
            <p:nvPr/>
          </p:nvSpPr>
          <p:spPr>
            <a:xfrm flipH="1">
              <a:off x="285750" y="200025"/>
              <a:ext cx="11906250" cy="6657975"/>
            </a:xfrm>
            <a:prstGeom prst="round1Rect">
              <a:avLst>
                <a:gd name="adj" fmla="val 1502"/>
              </a:avLst>
            </a:prstGeom>
            <a:gradFill>
              <a:gsLst>
                <a:gs pos="3000">
                  <a:schemeClr val="tx1">
                    <a:lumMod val="85000"/>
                    <a:lumOff val="15000"/>
                  </a:schemeClr>
                </a:gs>
                <a:gs pos="3000">
                  <a:schemeClr val="bg1"/>
                </a:gs>
              </a:gsLst>
              <a:lin ang="5400000" scaled="1"/>
            </a:gradFill>
            <a:ln w="28575">
              <a:noFill/>
              <a:round/>
            </a:ln>
            <a:effectLst>
              <a:outerShdw blurRad="190500" dist="139700" dir="13500000" algn="br" rotWithShape="0">
                <a:srgbClr val="6C53E3">
                  <a:alpha val="1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E0C93B2D-A1B4-BD89-8AC3-418FB1AC6CC3}"/>
                </a:ext>
              </a:extLst>
            </p:cNvPr>
            <p:cNvGrpSpPr/>
            <p:nvPr/>
          </p:nvGrpSpPr>
          <p:grpSpPr>
            <a:xfrm>
              <a:off x="419100" y="252414"/>
              <a:ext cx="374407" cy="95250"/>
              <a:chOff x="419100" y="252414"/>
              <a:chExt cx="374407" cy="95250"/>
            </a:xfrm>
          </p:grpSpPr>
          <p:sp>
            <p:nvSpPr>
              <p:cNvPr id="5" name="타원 4">
                <a:extLst>
                  <a:ext uri="{FF2B5EF4-FFF2-40B4-BE49-F238E27FC236}">
                    <a16:creationId xmlns:a16="http://schemas.microsoft.com/office/drawing/2014/main" id="{815013F1-B7C2-780C-0B7D-906BEE608542}"/>
                  </a:ext>
                </a:extLst>
              </p:cNvPr>
              <p:cNvSpPr/>
              <p:nvPr/>
            </p:nvSpPr>
            <p:spPr>
              <a:xfrm>
                <a:off x="419100" y="252414"/>
                <a:ext cx="95250" cy="95250"/>
              </a:xfrm>
              <a:prstGeom prst="ellipse">
                <a:avLst/>
              </a:prstGeom>
              <a:solidFill>
                <a:srgbClr val="F0654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BAB5DEF5-A6B5-B4C5-7F26-7C413E7411B3}"/>
                  </a:ext>
                </a:extLst>
              </p:cNvPr>
              <p:cNvSpPr/>
              <p:nvPr/>
            </p:nvSpPr>
            <p:spPr>
              <a:xfrm>
                <a:off x="558678" y="252414"/>
                <a:ext cx="95250" cy="952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BE2D2E45-38F2-2ADA-C524-F06158710F98}"/>
                  </a:ext>
                </a:extLst>
              </p:cNvPr>
              <p:cNvSpPr/>
              <p:nvPr/>
            </p:nvSpPr>
            <p:spPr>
              <a:xfrm>
                <a:off x="698257" y="252414"/>
                <a:ext cx="95250" cy="9525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5B749FF7-AA6B-1FB3-C9A0-8C19390C6F77}"/>
                </a:ext>
              </a:extLst>
            </p:cNvPr>
            <p:cNvSpPr/>
            <p:nvPr/>
          </p:nvSpPr>
          <p:spPr>
            <a:xfrm>
              <a:off x="285750" y="400048"/>
              <a:ext cx="11906250" cy="490541"/>
            </a:xfrm>
            <a:prstGeom prst="rect">
              <a:avLst/>
            </a:prstGeom>
            <a:solidFill>
              <a:srgbClr val="A089FF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975" marR="0" lvl="2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1" u="none" strike="noStrike" kern="0" cap="none" spc="0" normalizeH="0" baseline="0" noProof="0" dirty="0">
                  <a:ln w="107950">
                    <a:noFill/>
                  </a:ln>
                  <a:solidFill>
                    <a:srgbClr val="A089FF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PPT</a:t>
              </a:r>
              <a:r>
                <a:rPr kumimoji="0" lang="ko-KR" altLang="en-US" sz="2000" b="0" i="1" u="none" strike="noStrike" kern="0" cap="none" spc="0" normalizeH="0" baseline="0" noProof="0" dirty="0">
                  <a:ln w="107950">
                    <a:noFill/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 </a:t>
              </a:r>
              <a:r>
                <a:rPr kumimoji="0" lang="en-US" altLang="ko-KR" sz="2000" b="0" i="1" u="none" strike="noStrike" kern="0" cap="none" spc="0" normalizeH="0" baseline="0" noProof="0" dirty="0">
                  <a:ln w="107950"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PRESENTATION 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Enjoy your stylish business and campus life with BIZCAM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CC86A692-A294-5678-FDCF-869F57510F82}"/>
                </a:ext>
              </a:extLst>
            </p:cNvPr>
            <p:cNvSpPr/>
            <p:nvPr/>
          </p:nvSpPr>
          <p:spPr>
            <a:xfrm rot="9046626">
              <a:off x="221402" y="473950"/>
              <a:ext cx="204206" cy="221679"/>
            </a:xfrm>
            <a:custGeom>
              <a:avLst/>
              <a:gdLst>
                <a:gd name="connsiteX0" fmla="*/ 208899 w 452236"/>
                <a:gd name="connsiteY0" fmla="*/ 0 h 490933"/>
                <a:gd name="connsiteX1" fmla="*/ 226119 w 452236"/>
                <a:gd name="connsiteY1" fmla="*/ 470 h 490933"/>
                <a:gd name="connsiteX2" fmla="*/ 243338 w 452236"/>
                <a:gd name="connsiteY2" fmla="*/ 0 h 490933"/>
                <a:gd name="connsiteX3" fmla="*/ 263345 w 452236"/>
                <a:gd name="connsiteY3" fmla="*/ 18944 h 490933"/>
                <a:gd name="connsiteX4" fmla="*/ 451484 w 452236"/>
                <a:gd name="connsiteY4" fmla="*/ 440245 h 490933"/>
                <a:gd name="connsiteX5" fmla="*/ 451592 w 452236"/>
                <a:gd name="connsiteY5" fmla="*/ 444229 h 490933"/>
                <a:gd name="connsiteX6" fmla="*/ 451695 w 452236"/>
                <a:gd name="connsiteY6" fmla="*/ 444367 h 490933"/>
                <a:gd name="connsiteX7" fmla="*/ 451611 w 452236"/>
                <a:gd name="connsiteY7" fmla="*/ 444924 h 490933"/>
                <a:gd name="connsiteX8" fmla="*/ 452236 w 452236"/>
                <a:gd name="connsiteY8" fmla="*/ 467788 h 490933"/>
                <a:gd name="connsiteX9" fmla="*/ 433292 w 452236"/>
                <a:gd name="connsiteY9" fmla="*/ 487796 h 490933"/>
                <a:gd name="connsiteX10" fmla="*/ 405749 w 452236"/>
                <a:gd name="connsiteY10" fmla="*/ 488548 h 490933"/>
                <a:gd name="connsiteX11" fmla="*/ 401374 w 452236"/>
                <a:gd name="connsiteY11" fmla="*/ 484405 h 490933"/>
                <a:gd name="connsiteX12" fmla="*/ 398223 w 452236"/>
                <a:gd name="connsiteY12" fmla="*/ 483934 h 490933"/>
                <a:gd name="connsiteX13" fmla="*/ 226119 w 452236"/>
                <a:gd name="connsiteY13" fmla="*/ 380523 h 490933"/>
                <a:gd name="connsiteX14" fmla="*/ 54015 w 452236"/>
                <a:gd name="connsiteY14" fmla="*/ 483934 h 490933"/>
                <a:gd name="connsiteX15" fmla="*/ 50863 w 452236"/>
                <a:gd name="connsiteY15" fmla="*/ 484405 h 490933"/>
                <a:gd name="connsiteX16" fmla="*/ 46488 w 452236"/>
                <a:gd name="connsiteY16" fmla="*/ 488548 h 490933"/>
                <a:gd name="connsiteX17" fmla="*/ 18944 w 452236"/>
                <a:gd name="connsiteY17" fmla="*/ 487796 h 490933"/>
                <a:gd name="connsiteX18" fmla="*/ 0 w 452236"/>
                <a:gd name="connsiteY18" fmla="*/ 467788 h 490933"/>
                <a:gd name="connsiteX19" fmla="*/ 625 w 452236"/>
                <a:gd name="connsiteY19" fmla="*/ 444919 h 490933"/>
                <a:gd name="connsiteX20" fmla="*/ 542 w 452236"/>
                <a:gd name="connsiteY20" fmla="*/ 444367 h 490933"/>
                <a:gd name="connsiteX21" fmla="*/ 643 w 452236"/>
                <a:gd name="connsiteY21" fmla="*/ 444230 h 490933"/>
                <a:gd name="connsiteX22" fmla="*/ 752 w 452236"/>
                <a:gd name="connsiteY22" fmla="*/ 440245 h 490933"/>
                <a:gd name="connsiteX23" fmla="*/ 188891 w 452236"/>
                <a:gd name="connsiteY23" fmla="*/ 18944 h 490933"/>
                <a:gd name="connsiteX24" fmla="*/ 208899 w 452236"/>
                <a:gd name="connsiteY24" fmla="*/ 0 h 49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2236" h="490933">
                  <a:moveTo>
                    <a:pt x="208899" y="0"/>
                  </a:moveTo>
                  <a:lnTo>
                    <a:pt x="226119" y="470"/>
                  </a:lnTo>
                  <a:lnTo>
                    <a:pt x="243338" y="0"/>
                  </a:lnTo>
                  <a:cubicBezTo>
                    <a:pt x="251943" y="3293"/>
                    <a:pt x="259292" y="9867"/>
                    <a:pt x="263345" y="18944"/>
                  </a:cubicBezTo>
                  <a:lnTo>
                    <a:pt x="451484" y="440245"/>
                  </a:lnTo>
                  <a:lnTo>
                    <a:pt x="451592" y="444229"/>
                  </a:lnTo>
                  <a:lnTo>
                    <a:pt x="451695" y="444367"/>
                  </a:lnTo>
                  <a:lnTo>
                    <a:pt x="451611" y="444924"/>
                  </a:lnTo>
                  <a:lnTo>
                    <a:pt x="452236" y="467788"/>
                  </a:lnTo>
                  <a:cubicBezTo>
                    <a:pt x="448943" y="476393"/>
                    <a:pt x="442369" y="483742"/>
                    <a:pt x="433292" y="487796"/>
                  </a:cubicBezTo>
                  <a:cubicBezTo>
                    <a:pt x="424215" y="491849"/>
                    <a:pt x="414354" y="491840"/>
                    <a:pt x="405749" y="488548"/>
                  </a:cubicBezTo>
                  <a:lnTo>
                    <a:pt x="401374" y="484405"/>
                  </a:lnTo>
                  <a:lnTo>
                    <a:pt x="398223" y="483934"/>
                  </a:lnTo>
                  <a:lnTo>
                    <a:pt x="226119" y="380523"/>
                  </a:lnTo>
                  <a:lnTo>
                    <a:pt x="54015" y="483934"/>
                  </a:lnTo>
                  <a:lnTo>
                    <a:pt x="50863" y="484405"/>
                  </a:lnTo>
                  <a:lnTo>
                    <a:pt x="46488" y="488548"/>
                  </a:lnTo>
                  <a:cubicBezTo>
                    <a:pt x="37883" y="491840"/>
                    <a:pt x="28021" y="491849"/>
                    <a:pt x="18944" y="487796"/>
                  </a:cubicBezTo>
                  <a:cubicBezTo>
                    <a:pt x="9867" y="483742"/>
                    <a:pt x="3293" y="476393"/>
                    <a:pt x="0" y="467788"/>
                  </a:cubicBezTo>
                  <a:lnTo>
                    <a:pt x="625" y="444919"/>
                  </a:lnTo>
                  <a:lnTo>
                    <a:pt x="542" y="444367"/>
                  </a:lnTo>
                  <a:lnTo>
                    <a:pt x="643" y="444230"/>
                  </a:lnTo>
                  <a:lnTo>
                    <a:pt x="752" y="440245"/>
                  </a:lnTo>
                  <a:lnTo>
                    <a:pt x="188891" y="18944"/>
                  </a:lnTo>
                  <a:cubicBezTo>
                    <a:pt x="192945" y="9867"/>
                    <a:pt x="200294" y="3293"/>
                    <a:pt x="208899" y="0"/>
                  </a:cubicBezTo>
                  <a:close/>
                </a:path>
              </a:pathLst>
            </a:custGeom>
            <a:solidFill>
              <a:srgbClr val="A089FF"/>
            </a:solidFill>
            <a:ln w="19050">
              <a:solidFill>
                <a:srgbClr val="6C53E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" name="현 2">
            <a:extLst>
              <a:ext uri="{FF2B5EF4-FFF2-40B4-BE49-F238E27FC236}">
                <a16:creationId xmlns:a16="http://schemas.microsoft.com/office/drawing/2014/main" id="{08307656-462A-5076-0AC8-4314E466DD09}"/>
              </a:ext>
            </a:extLst>
          </p:cNvPr>
          <p:cNvSpPr/>
          <p:nvPr/>
        </p:nvSpPr>
        <p:spPr>
          <a:xfrm>
            <a:off x="1765941" y="1609097"/>
            <a:ext cx="1678730" cy="1678730"/>
          </a:xfrm>
          <a:prstGeom prst="chord">
            <a:avLst>
              <a:gd name="adj1" fmla="val 5401788"/>
              <a:gd name="adj2" fmla="val 16200000"/>
            </a:avLst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사각형: 둥근 대각선 방향 모서리 3">
            <a:extLst>
              <a:ext uri="{FF2B5EF4-FFF2-40B4-BE49-F238E27FC236}">
                <a16:creationId xmlns:a16="http://schemas.microsoft.com/office/drawing/2014/main" id="{7FCEB02D-B3E5-FEB2-148B-66DF5EDB2E49}"/>
              </a:ext>
            </a:extLst>
          </p:cNvPr>
          <p:cNvSpPr/>
          <p:nvPr/>
        </p:nvSpPr>
        <p:spPr>
          <a:xfrm>
            <a:off x="1759200" y="2595447"/>
            <a:ext cx="1611086" cy="3714639"/>
          </a:xfrm>
          <a:prstGeom prst="round2DiagRect">
            <a:avLst>
              <a:gd name="adj1" fmla="val 22973"/>
              <a:gd name="adj2" fmla="val 0"/>
            </a:avLst>
          </a:prstGeom>
          <a:solidFill>
            <a:schemeClr val="bg1"/>
          </a:solidFill>
          <a:ln w="28575">
            <a:solidFill>
              <a:schemeClr val="bg1"/>
            </a:solidFill>
          </a:ln>
          <a:effectLst>
            <a:outerShdw blurRad="558800" dist="266700" dir="5400000" sx="91000" sy="91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</a:p>
        </p:txBody>
      </p:sp>
      <p:sp>
        <p:nvSpPr>
          <p:cNvPr id="10" name="현 9">
            <a:extLst>
              <a:ext uri="{FF2B5EF4-FFF2-40B4-BE49-F238E27FC236}">
                <a16:creationId xmlns:a16="http://schemas.microsoft.com/office/drawing/2014/main" id="{64394247-D1EB-8238-FB53-09F00BEC58DF}"/>
              </a:ext>
            </a:extLst>
          </p:cNvPr>
          <p:cNvSpPr/>
          <p:nvPr/>
        </p:nvSpPr>
        <p:spPr>
          <a:xfrm rot="10800000">
            <a:off x="1759200" y="1609096"/>
            <a:ext cx="1678730" cy="1678730"/>
          </a:xfrm>
          <a:prstGeom prst="chord">
            <a:avLst>
              <a:gd name="adj1" fmla="val 5401788"/>
              <a:gd name="adj2" fmla="val 1620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76E7BF-3195-C622-8B77-5CEFE0AB1918}"/>
              </a:ext>
            </a:extLst>
          </p:cNvPr>
          <p:cNvSpPr/>
          <p:nvPr/>
        </p:nvSpPr>
        <p:spPr>
          <a:xfrm>
            <a:off x="2063651" y="1994169"/>
            <a:ext cx="401072" cy="5749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</a:t>
            </a:r>
          </a:p>
        </p:txBody>
      </p:sp>
      <p:sp>
        <p:nvSpPr>
          <p:cNvPr id="12" name="현 11">
            <a:extLst>
              <a:ext uri="{FF2B5EF4-FFF2-40B4-BE49-F238E27FC236}">
                <a16:creationId xmlns:a16="http://schemas.microsoft.com/office/drawing/2014/main" id="{E2EBA0A7-EE49-446B-4EAA-25ADE9BC5837}"/>
              </a:ext>
            </a:extLst>
          </p:cNvPr>
          <p:cNvSpPr/>
          <p:nvPr/>
        </p:nvSpPr>
        <p:spPr>
          <a:xfrm>
            <a:off x="4269655" y="1609098"/>
            <a:ext cx="1678730" cy="1678730"/>
          </a:xfrm>
          <a:prstGeom prst="chord">
            <a:avLst>
              <a:gd name="adj1" fmla="val 5401788"/>
              <a:gd name="adj2" fmla="val 16200000"/>
            </a:avLst>
          </a:prstGeom>
          <a:gradFill flip="none" rotWithShape="1">
            <a:gsLst>
              <a:gs pos="0">
                <a:srgbClr val="A089FF">
                  <a:shade val="30000"/>
                  <a:satMod val="115000"/>
                </a:srgbClr>
              </a:gs>
              <a:gs pos="50000">
                <a:srgbClr val="A089FF">
                  <a:shade val="67500"/>
                  <a:satMod val="115000"/>
                </a:srgbClr>
              </a:gs>
              <a:gs pos="100000">
                <a:srgbClr val="A089F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사각형: 둥근 대각선 방향 모서리 3">
            <a:extLst>
              <a:ext uri="{FF2B5EF4-FFF2-40B4-BE49-F238E27FC236}">
                <a16:creationId xmlns:a16="http://schemas.microsoft.com/office/drawing/2014/main" id="{7B278B87-B333-159B-673E-3F97B32D3345}"/>
              </a:ext>
            </a:extLst>
          </p:cNvPr>
          <p:cNvSpPr/>
          <p:nvPr/>
        </p:nvSpPr>
        <p:spPr>
          <a:xfrm>
            <a:off x="4262914" y="2595448"/>
            <a:ext cx="1611086" cy="3714639"/>
          </a:xfrm>
          <a:prstGeom prst="round2DiagRect">
            <a:avLst>
              <a:gd name="adj1" fmla="val 22973"/>
              <a:gd name="adj2" fmla="val 0"/>
            </a:avLst>
          </a:prstGeom>
          <a:solidFill>
            <a:schemeClr val="bg1"/>
          </a:solidFill>
          <a:ln w="28575">
            <a:solidFill>
              <a:schemeClr val="bg1"/>
            </a:solidFill>
          </a:ln>
          <a:effectLst>
            <a:outerShdw blurRad="558800" dist="266700" dir="5400000" sx="91000" sy="91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</a:p>
        </p:txBody>
      </p:sp>
      <p:sp>
        <p:nvSpPr>
          <p:cNvPr id="14" name="현 13">
            <a:extLst>
              <a:ext uri="{FF2B5EF4-FFF2-40B4-BE49-F238E27FC236}">
                <a16:creationId xmlns:a16="http://schemas.microsoft.com/office/drawing/2014/main" id="{CBB6CD6F-9465-CCD5-0D66-69751595F123}"/>
              </a:ext>
            </a:extLst>
          </p:cNvPr>
          <p:cNvSpPr/>
          <p:nvPr/>
        </p:nvSpPr>
        <p:spPr>
          <a:xfrm rot="10800000">
            <a:off x="4262914" y="1609097"/>
            <a:ext cx="1678730" cy="1678730"/>
          </a:xfrm>
          <a:prstGeom prst="chord">
            <a:avLst>
              <a:gd name="adj1" fmla="val 5401788"/>
              <a:gd name="adj2" fmla="val 16200000"/>
            </a:avLst>
          </a:prstGeom>
          <a:solidFill>
            <a:srgbClr val="A08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00756B-BE56-5EB5-2C1E-5ADF29E03EED}"/>
              </a:ext>
            </a:extLst>
          </p:cNvPr>
          <p:cNvSpPr/>
          <p:nvPr/>
        </p:nvSpPr>
        <p:spPr>
          <a:xfrm>
            <a:off x="4567365" y="1994170"/>
            <a:ext cx="401072" cy="5749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</a:t>
            </a:r>
          </a:p>
        </p:txBody>
      </p:sp>
      <p:sp>
        <p:nvSpPr>
          <p:cNvPr id="16" name="현 15">
            <a:extLst>
              <a:ext uri="{FF2B5EF4-FFF2-40B4-BE49-F238E27FC236}">
                <a16:creationId xmlns:a16="http://schemas.microsoft.com/office/drawing/2014/main" id="{0C7EE5A1-F6FA-4BB7-DFDA-1DB6E39999A3}"/>
              </a:ext>
            </a:extLst>
          </p:cNvPr>
          <p:cNvSpPr/>
          <p:nvPr/>
        </p:nvSpPr>
        <p:spPr>
          <a:xfrm>
            <a:off x="6773369" y="1609099"/>
            <a:ext cx="1678730" cy="1678730"/>
          </a:xfrm>
          <a:prstGeom prst="chord">
            <a:avLst>
              <a:gd name="adj1" fmla="val 5401788"/>
              <a:gd name="adj2" fmla="val 16200000"/>
            </a:avLst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사각형: 둥근 대각선 방향 모서리 3">
            <a:extLst>
              <a:ext uri="{FF2B5EF4-FFF2-40B4-BE49-F238E27FC236}">
                <a16:creationId xmlns:a16="http://schemas.microsoft.com/office/drawing/2014/main" id="{7C9346ED-538E-235E-DD66-D7A38D327CE6}"/>
              </a:ext>
            </a:extLst>
          </p:cNvPr>
          <p:cNvSpPr/>
          <p:nvPr/>
        </p:nvSpPr>
        <p:spPr>
          <a:xfrm>
            <a:off x="6766628" y="2595449"/>
            <a:ext cx="1611086" cy="3714639"/>
          </a:xfrm>
          <a:prstGeom prst="round2DiagRect">
            <a:avLst>
              <a:gd name="adj1" fmla="val 22973"/>
              <a:gd name="adj2" fmla="val 0"/>
            </a:avLst>
          </a:prstGeom>
          <a:solidFill>
            <a:schemeClr val="bg1"/>
          </a:solidFill>
          <a:ln w="28575">
            <a:solidFill>
              <a:schemeClr val="bg1"/>
            </a:solidFill>
          </a:ln>
          <a:effectLst>
            <a:outerShdw blurRad="558800" dist="266700" dir="5400000" sx="91000" sy="91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</a:p>
        </p:txBody>
      </p:sp>
      <p:sp>
        <p:nvSpPr>
          <p:cNvPr id="18" name="현 17">
            <a:extLst>
              <a:ext uri="{FF2B5EF4-FFF2-40B4-BE49-F238E27FC236}">
                <a16:creationId xmlns:a16="http://schemas.microsoft.com/office/drawing/2014/main" id="{451AD68E-38FB-0913-5127-2CA27E4CE104}"/>
              </a:ext>
            </a:extLst>
          </p:cNvPr>
          <p:cNvSpPr/>
          <p:nvPr/>
        </p:nvSpPr>
        <p:spPr>
          <a:xfrm rot="10800000">
            <a:off x="6766628" y="1609098"/>
            <a:ext cx="1678730" cy="1678730"/>
          </a:xfrm>
          <a:prstGeom prst="chord">
            <a:avLst>
              <a:gd name="adj1" fmla="val 5401788"/>
              <a:gd name="adj2" fmla="val 1620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2BB89D-914D-D359-1492-C674A1249650}"/>
              </a:ext>
            </a:extLst>
          </p:cNvPr>
          <p:cNvSpPr/>
          <p:nvPr/>
        </p:nvSpPr>
        <p:spPr>
          <a:xfrm>
            <a:off x="7071079" y="1994171"/>
            <a:ext cx="401072" cy="5749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</a:t>
            </a:r>
          </a:p>
        </p:txBody>
      </p:sp>
      <p:sp>
        <p:nvSpPr>
          <p:cNvPr id="20" name="현 19">
            <a:extLst>
              <a:ext uri="{FF2B5EF4-FFF2-40B4-BE49-F238E27FC236}">
                <a16:creationId xmlns:a16="http://schemas.microsoft.com/office/drawing/2014/main" id="{9F22AC3B-055B-0DB1-13BE-927CEB83D096}"/>
              </a:ext>
            </a:extLst>
          </p:cNvPr>
          <p:cNvSpPr/>
          <p:nvPr/>
        </p:nvSpPr>
        <p:spPr>
          <a:xfrm>
            <a:off x="9277083" y="1609100"/>
            <a:ext cx="1678730" cy="1678730"/>
          </a:xfrm>
          <a:prstGeom prst="chord">
            <a:avLst>
              <a:gd name="adj1" fmla="val 5401788"/>
              <a:gd name="adj2" fmla="val 16200000"/>
            </a:avLst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사각형: 둥근 대각선 방향 모서리 3">
            <a:extLst>
              <a:ext uri="{FF2B5EF4-FFF2-40B4-BE49-F238E27FC236}">
                <a16:creationId xmlns:a16="http://schemas.microsoft.com/office/drawing/2014/main" id="{43EC8090-DE6C-2F93-8B40-FDC903036F8B}"/>
              </a:ext>
            </a:extLst>
          </p:cNvPr>
          <p:cNvSpPr/>
          <p:nvPr/>
        </p:nvSpPr>
        <p:spPr>
          <a:xfrm>
            <a:off x="9270342" y="2595450"/>
            <a:ext cx="1611086" cy="3714639"/>
          </a:xfrm>
          <a:prstGeom prst="round2DiagRect">
            <a:avLst>
              <a:gd name="adj1" fmla="val 22973"/>
              <a:gd name="adj2" fmla="val 0"/>
            </a:avLst>
          </a:prstGeom>
          <a:solidFill>
            <a:schemeClr val="bg1"/>
          </a:solidFill>
          <a:ln w="28575">
            <a:solidFill>
              <a:schemeClr val="bg1"/>
            </a:solidFill>
          </a:ln>
          <a:effectLst>
            <a:outerShdw blurRad="558800" dist="266700" dir="5400000" sx="91000" sy="91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</a:p>
        </p:txBody>
      </p:sp>
      <p:sp>
        <p:nvSpPr>
          <p:cNvPr id="24" name="현 23">
            <a:extLst>
              <a:ext uri="{FF2B5EF4-FFF2-40B4-BE49-F238E27FC236}">
                <a16:creationId xmlns:a16="http://schemas.microsoft.com/office/drawing/2014/main" id="{A03AC1BB-83D8-AAFD-E3B1-7CD177C3B272}"/>
              </a:ext>
            </a:extLst>
          </p:cNvPr>
          <p:cNvSpPr/>
          <p:nvPr/>
        </p:nvSpPr>
        <p:spPr>
          <a:xfrm rot="10800000">
            <a:off x="9270342" y="1609099"/>
            <a:ext cx="1678730" cy="1678730"/>
          </a:xfrm>
          <a:prstGeom prst="chord">
            <a:avLst>
              <a:gd name="adj1" fmla="val 5401788"/>
              <a:gd name="adj2" fmla="val 1620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BBD79D-624C-50A6-763C-2567923F5BD1}"/>
              </a:ext>
            </a:extLst>
          </p:cNvPr>
          <p:cNvSpPr/>
          <p:nvPr/>
        </p:nvSpPr>
        <p:spPr>
          <a:xfrm>
            <a:off x="9574793" y="1994172"/>
            <a:ext cx="401072" cy="5749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437360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236153"/>
            <a:ext cx="12192000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공유 사이트 </a:t>
            </a:r>
            <a:endParaRPr kumimoji="0" lang="en-US" altLang="ko-KR" sz="6000" b="1" i="0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광고 보기 불편하시죠</a:t>
            </a:r>
            <a:r>
              <a:rPr kumimoji="0" lang="en-US" altLang="ko-KR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?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그래도 이해해 주세요</a:t>
            </a:r>
            <a:r>
              <a:rPr kumimoji="0" lang="en-US" altLang="ko-KR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~ ^^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600" b="1" i="0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사이트 웹 </a:t>
            </a:r>
            <a:r>
              <a:rPr kumimoji="0" lang="ko-KR" altLang="en-US" sz="4000" b="1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호스팅</a:t>
            </a:r>
            <a:r>
              <a:rPr kumimoji="0" lang="en-US" altLang="ko-KR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, </a:t>
            </a:r>
            <a:r>
              <a:rPr kumimoji="0" lang="ko-KR" altLang="en-US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무료 공유를 가능하게 하거든요</a:t>
            </a:r>
            <a:r>
              <a:rPr kumimoji="0" lang="en-US" altLang="ko-KR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800" b="0" i="1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mon몬소리 Black" panose="02000A03000000000000" pitchFamily="2" charset="-127"/>
              <a:ea typeface="Tmon몬소리 Black" panose="02000A03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PPTBIZCAM 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사이트는 자료 공유 특성상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상당한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트래픽이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발생합니다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웹호스팅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트래픽은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여러분들 핸드폰 데이터 같은 거에요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비즈캠은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달 거의 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800GB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가까운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트래픽이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발생하고 데이터 무제한 요금이라도 있는 핸드폰 요금과는 달리 </a:t>
            </a:r>
            <a:endParaRPr kumimoji="0" lang="en-US" altLang="ko-KR" sz="1600" b="0" i="0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웹호스팅은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그에 준하는 비용을 지불합니다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관심 있는 광고를 클릭하셨을 때 배분되는 수익이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웹호스팅을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가능하게 하니까요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이해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부탁드립니다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1748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4000" y="342900"/>
            <a:ext cx="118110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최근 저의 자료를 카페 등에 무단으로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재배포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하는 일이 자주 발생하고 있습니다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이에 대해 굉장히 심각한 문제로 받아 들이고 있으며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해당 문제가 반복될 경우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재배포한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자에 대해서는 그에 대한 책임을 반드시 물을 것입니다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저작권을 존중하지 않는 극히 소수의 사용자로 인해 다수가 피해를 보지 않도록 주의해 주시면 감사하겠으며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 자료가 업로드 된 곳이 있다면 저에게 알려주시면 감사하겠습니다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 자료를 소개하고자 할 경우에는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pptbizcam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사이트로의 링크 처리로만 가능하며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파일 자체를 업로드 하는 것은 불가한 점 유의해 주시면 감사하겠습니다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홍보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경제적 이익을 취하는 행위 또한 불가합니다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※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기타 활용 가능 범위는 공유 사이트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-&gt;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수다방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게시판 공지사항 참고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075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988947" y="461016"/>
            <a:ext cx="423684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오늘 사용한 색상은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456131" y="5277393"/>
            <a:ext cx="7302474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*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점선 테두리는 기본 컬러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2013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버전 이상 사용자께서는 스포이트 기능을 이용하시면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편하구요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2010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이하 버전 사용자 께서는 다른 채우기 색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사용자 지정 탭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&gt; RGB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색상 값 입력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746C29B-C735-48F9-75A7-A2B908DAA571}"/>
              </a:ext>
            </a:extLst>
          </p:cNvPr>
          <p:cNvSpPr/>
          <p:nvPr/>
        </p:nvSpPr>
        <p:spPr>
          <a:xfrm>
            <a:off x="4854612" y="1944136"/>
            <a:ext cx="2505511" cy="2505509"/>
          </a:xfrm>
          <a:prstGeom prst="ellipse">
            <a:avLst/>
          </a:prstGeom>
          <a:solidFill>
            <a:srgbClr val="A089FF"/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  <a:defRPr/>
            </a:pPr>
            <a:r>
              <a:rPr lang="en-US" altLang="ko-KR" sz="3200" b="1" dirty="0">
                <a:ln w="3175">
                  <a:noFill/>
                </a:ln>
                <a:solidFill>
                  <a:schemeClr val="bg1"/>
                </a:solidFill>
              </a:rPr>
              <a:t>R 160</a:t>
            </a:r>
          </a:p>
          <a:p>
            <a:pPr lvl="0" algn="ctr">
              <a:lnSpc>
                <a:spcPct val="150000"/>
              </a:lnSpc>
              <a:defRPr/>
            </a:pPr>
            <a:r>
              <a:rPr lang="en-US" altLang="ko-KR" sz="3200" b="1" dirty="0">
                <a:ln w="3175">
                  <a:noFill/>
                </a:ln>
                <a:solidFill>
                  <a:schemeClr val="bg1"/>
                </a:solidFill>
              </a:rPr>
              <a:t>G 137</a:t>
            </a:r>
          </a:p>
          <a:p>
            <a:pPr lvl="0" algn="ctr">
              <a:lnSpc>
                <a:spcPct val="150000"/>
              </a:lnSpc>
              <a:defRPr/>
            </a:pPr>
            <a:r>
              <a:rPr lang="en-US" altLang="ko-KR" sz="3200" b="1" dirty="0">
                <a:ln w="3175">
                  <a:noFill/>
                </a:ln>
                <a:solidFill>
                  <a:schemeClr val="bg1"/>
                </a:solidFill>
              </a:rPr>
              <a:t>B 255</a:t>
            </a:r>
          </a:p>
        </p:txBody>
      </p:sp>
    </p:spTree>
    <p:extLst>
      <p:ext uri="{BB962C8B-B14F-4D97-AF65-F5344CB8AC3E}">
        <p14:creationId xmlns:p14="http://schemas.microsoft.com/office/powerpoint/2010/main" val="1882250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7918" y="306467"/>
            <a:ext cx="622399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조땡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주로 사용되는 폰트는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4325233" y="1411899"/>
            <a:ext cx="3669371" cy="11900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티몬</a:t>
            </a:r>
            <a:r>
              <a:rPr kumimoji="0" lang="ko-KR" altLang="en-US" sz="2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몬소리체</a:t>
            </a:r>
            <a:endParaRPr kumimoji="0" lang="en-US" altLang="ko-KR" sz="2800" b="1" i="0" u="none" strike="noStrike" kern="1200" cap="none" spc="0" normalizeH="0" baseline="0" noProof="0" dirty="0">
              <a:ln w="317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굵은 고딕 계열 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2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보통 제목에 써요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4325233" y="2833995"/>
            <a:ext cx="3669371" cy="11900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야놀자</a:t>
            </a:r>
            <a:r>
              <a:rPr kumimoji="0" lang="ko-KR" altLang="en-US" sz="1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야체</a:t>
            </a:r>
            <a:r>
              <a:rPr kumimoji="0" lang="en-US" altLang="ko-KR" sz="1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학교안심 나들이</a:t>
            </a:r>
            <a:endParaRPr kumimoji="0" lang="en-US" altLang="ko-KR" sz="1800" b="1" i="0" u="none" strike="noStrike" kern="1200" cap="none" spc="0" normalizeH="0" baseline="0" noProof="0" dirty="0">
              <a:ln w="317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귀여운 타입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325233" y="4256091"/>
            <a:ext cx="3669371" cy="11900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맑은 고딕</a:t>
            </a:r>
            <a:endParaRPr kumimoji="0" lang="en-US" altLang="ko-KR" sz="2800" b="1" i="0" u="none" strike="noStrike" kern="1200" cap="none" spc="0" normalizeH="0" baseline="0" noProof="0" dirty="0">
              <a:ln w="317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주로 본문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0B0C793-6882-4019-CA85-0A6CA6A2C72C}"/>
              </a:ext>
            </a:extLst>
          </p:cNvPr>
          <p:cNvSpPr/>
          <p:nvPr/>
        </p:nvSpPr>
        <p:spPr>
          <a:xfrm>
            <a:off x="947837" y="5854483"/>
            <a:ext cx="10424160" cy="697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※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눈누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폰트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 이용해 폰트 파일 다운로드 받으시면 편합니다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hlinkClick r:id="rId3"/>
              </a:rPr>
              <a:t>https://noonnu.cc/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331982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554</Words>
  <Application>Microsoft Office PowerPoint</Application>
  <PresentationFormat>와이드스크린</PresentationFormat>
  <Paragraphs>132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HY견고딕</vt:lpstr>
      <vt:lpstr>Tmon몬소리 Black</vt:lpstr>
      <vt:lpstr>맑은 고딕</vt:lpstr>
      <vt:lpstr>Arial</vt:lpstr>
      <vt:lpstr>3_Office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현석 조</dc:creator>
  <cp:lastModifiedBy>현석 조</cp:lastModifiedBy>
  <cp:revision>1</cp:revision>
  <dcterms:created xsi:type="dcterms:W3CDTF">2026-05-31T00:31:27Z</dcterms:created>
  <dcterms:modified xsi:type="dcterms:W3CDTF">2026-05-31T00:36:14Z</dcterms:modified>
</cp:coreProperties>
</file>