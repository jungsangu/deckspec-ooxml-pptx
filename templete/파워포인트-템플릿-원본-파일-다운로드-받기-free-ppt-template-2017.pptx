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18" r:id="rId2"/>
    <p:sldId id="2933" r:id="rId3"/>
    <p:sldId id="2934" r:id="rId4"/>
    <p:sldId id="2919" r:id="rId5"/>
    <p:sldId id="2932" r:id="rId6"/>
    <p:sldId id="2719" r:id="rId7"/>
    <p:sldId id="309" r:id="rId8"/>
    <p:sldId id="258" r:id="rId9"/>
    <p:sldId id="260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ADC"/>
    <a:srgbClr val="9BB7DD"/>
    <a:srgbClr val="C22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0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/>
            </a:solidFill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</c:v>
                </c:pt>
                <c:pt idx="1">
                  <c:v>-2</c:v>
                </c:pt>
                <c:pt idx="2">
                  <c:v>-3.5</c:v>
                </c:pt>
                <c:pt idx="3">
                  <c:v>-10</c:v>
                </c:pt>
                <c:pt idx="4">
                  <c:v>-8</c:v>
                </c:pt>
                <c:pt idx="5">
                  <c:v>-6.2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E-41F0-8406-134ED44C43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5B9BD5"/>
            </a:solidFill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12</c:v>
                </c:pt>
                <c:pt idx="4">
                  <c:v>4</c:v>
                </c:pt>
                <c:pt idx="5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BE-41F0-8406-134ED44C4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398242160"/>
        <c:axId val="-1398245968"/>
      </c:barChart>
      <c:catAx>
        <c:axId val="-139824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484B5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398245968"/>
        <c:crosses val="autoZero"/>
        <c:auto val="1"/>
        <c:lblAlgn val="ctr"/>
        <c:lblOffset val="0"/>
        <c:tickMarkSkip val="1"/>
        <c:noMultiLvlLbl val="0"/>
      </c:catAx>
      <c:valAx>
        <c:axId val="-1398245968"/>
        <c:scaling>
          <c:orientation val="minMax"/>
          <c:min val="-15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484B52"/>
            </a:solidFill>
          </a:ln>
        </c:spPr>
        <c:txPr>
          <a:bodyPr/>
          <a:lstStyle/>
          <a:p>
            <a:pPr>
              <a:defRPr sz="800">
                <a:solidFill>
                  <a:schemeClr val="bg1">
                    <a:lumMod val="85000"/>
                  </a:schemeClr>
                </a:solidFill>
              </a:defRPr>
            </a:pPr>
            <a:endParaRPr lang="ko-KR"/>
          </a:p>
        </c:txPr>
        <c:crossAx val="-139824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>
              <a:lumMod val="85000"/>
            </a:schemeClr>
          </a:solidFill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1AD86-B911-4574-9014-06AB47578A68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0D9B5-7516-4D79-9D82-A62B3418A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30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https://noonnu.cc/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685C8-D900-4E3F-ABCF-6430C28DE3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C61-091F-02A0-7161-18FAA16B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8F6595-A14F-CD9F-E856-2060F2A5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D0231-4934-3B91-34D2-D9520853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3D5AB-4943-7043-A26D-1B7A1AE0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BC3D-3AC9-4BD4-CB38-5331DE2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78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2E2E-FFD9-6C8B-9810-66DA9C8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5E69-3EF3-2805-3061-D65F92CB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9A6D3-C412-03E8-00AE-289ACC7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542B-45F2-2B49-16A2-0979323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9EDD-A4E0-A1CA-A1D2-B6153803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2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9FB36-26F8-DE47-246F-465FA2A7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236ED-8E4E-AB20-2DD4-98738E6C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20AFA-A7F0-A2BE-C5A5-F95652B3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81136-843A-1D46-7CAA-67DD007F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09A29-5CE3-1412-94AB-454CBD6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9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3D33-62DB-22BC-D44D-59E54428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18455-A7CC-DDEB-22CB-3FB26310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039C46-BC33-DE7E-BB16-3362234D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1B4D8-A584-65A6-6BB1-B485C74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BD4C6-6DDB-D1F9-CA9D-500CD04A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0798C-9DA5-37B6-96B9-D3CA3D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72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F0DA-77D9-866A-D9F4-18751BDB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C672C-5B16-4835-0BAF-52210465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CAFBE-D8B2-B05D-C389-F57A8DC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0BB961-D4BE-DB96-9BC8-3F628A8F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B1C07C-08B0-D364-1498-1C317E31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C4B300-4A21-05BB-9768-611D79CB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DB3C60-E533-52C0-463E-0199037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BF4D76-9411-F160-65D4-634C16A3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0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16D1-7158-66D8-80B9-64847F2A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E1E9A4-7D96-D381-FD9E-B9D94D5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684A4-61D5-49D7-B261-D075D706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8A735-C3ED-1CB6-2444-26428862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94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B7FD-10D0-0A2D-31C4-5EF487D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EE45E-57C1-12CD-26D3-EAF50C18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7D219-49CE-1626-0727-5CAF0A0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85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3D87-FB2C-7349-C54C-549FEE6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13D83-7941-7E79-0CD3-0AD6190C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120C0-C333-71CC-F5D4-F8250B9E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7B20-B889-7C8B-DBF8-0AD3833C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BD19F-69E8-B81D-84FC-C9DF0C7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D24A-7A06-6415-1896-2258BBA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18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EC66-B560-9AA1-0A06-0F88141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F5F2F-53AE-5ADE-8331-2AF4BAF6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A8CAC-26D1-EC5B-4B05-5974B31B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38989-E075-55A4-409B-84272347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E40B9C-2333-DAF8-BFF5-2B5B644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B2BDA-77E1-ADE9-4429-CF7253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85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A5098-C8C8-17A2-0CA8-22144F5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A4AD3-2147-B4AA-4612-C8BF908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6672-CA18-EAE2-64B2-0B5D41D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AF6AE-5100-EDE6-E443-AC7F04B0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05875-BD3B-E01F-DA13-62C9F340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7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135FEC-3ED9-85EC-EAEB-3B8C9BF65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C6C8-4BCA-5599-2C98-49A21E99F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2A0B-9260-AAAC-E3C3-9C0F4E7A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EF269-8EEC-FE9B-E139-AC144C6B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FBD8-29CA-FE99-683A-6206D0D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41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4B5B9-93B7-DCB6-85A3-F738969F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60383-C5F4-0868-BD8E-5BC0D57F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859B1-D5D0-929E-B6AC-89C69EF66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BE7B6-A38B-417D-9EB5-A26D3C843B8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9A4B2-C455-069A-A418-9AE2F3DD7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F995-3DCC-C6E3-8570-8B37EEA4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26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.naver.com/seok83062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3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7890B-D7DF-6A51-79D2-67B1D5A4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BFE9134-A0CF-8E6C-2627-3AA9D3541F30}"/>
              </a:ext>
            </a:extLst>
          </p:cNvPr>
          <p:cNvSpPr/>
          <p:nvPr/>
        </p:nvSpPr>
        <p:spPr>
          <a:xfrm>
            <a:off x="241302" y="0"/>
            <a:ext cx="21515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25400">
              <a:prstClr val="black">
                <a:alpha val="7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24A84C-C963-DCBC-95AC-0FFCB2D68DDE}"/>
              </a:ext>
            </a:extLst>
          </p:cNvPr>
          <p:cNvSpPr/>
          <p:nvPr/>
        </p:nvSpPr>
        <p:spPr>
          <a:xfrm>
            <a:off x="241300" y="0"/>
            <a:ext cx="1905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50800" dist="254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9AE5A8-EB17-7638-BA94-BD2E14FB30E4}"/>
              </a:ext>
            </a:extLst>
          </p:cNvPr>
          <p:cNvSpPr/>
          <p:nvPr/>
        </p:nvSpPr>
        <p:spPr>
          <a:xfrm>
            <a:off x="0" y="0"/>
            <a:ext cx="405605" cy="6858000"/>
          </a:xfrm>
          <a:prstGeom prst="rect">
            <a:avLst/>
          </a:prstGeom>
          <a:solidFill>
            <a:srgbClr val="7A1C29"/>
          </a:solidFill>
          <a:ln>
            <a:noFill/>
          </a:ln>
          <a:effectLst>
            <a:innerShdw blurRad="50800" dist="254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FDFCDD1-CC8E-3208-7DAC-DC6AB9417F9D}"/>
              </a:ext>
            </a:extLst>
          </p:cNvPr>
          <p:cNvGrpSpPr/>
          <p:nvPr/>
        </p:nvGrpSpPr>
        <p:grpSpPr>
          <a:xfrm flipH="1">
            <a:off x="320804" y="142601"/>
            <a:ext cx="343668" cy="136005"/>
            <a:chOff x="9155860" y="594570"/>
            <a:chExt cx="699330" cy="276756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B2D0FAB-F42F-8B44-5066-A594A88D4AAD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88F58C7B-A3E5-17E6-22DC-FB57BA546777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FB7B1093-5710-64DD-3F87-103ABF40CB4B}"/>
              </a:ext>
            </a:extLst>
          </p:cNvPr>
          <p:cNvSpPr txBox="1"/>
          <p:nvPr/>
        </p:nvSpPr>
        <p:spPr>
          <a:xfrm>
            <a:off x="1278487" y="3447888"/>
            <a:ext cx="3030898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0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POWER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0" i="0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POINT</a:t>
            </a:r>
            <a:endParaRPr kumimoji="0" lang="en-US" altLang="ko-KR" sz="7200" b="0" i="0" u="none" strike="noStrike" kern="0" cap="none" spc="0" normalizeH="0" baseline="0" noProof="0" dirty="0">
              <a:ln w="9525">
                <a:noFill/>
              </a:ln>
              <a:solidFill>
                <a:prstClr val="white"/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D75B6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D75B6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business and campus life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D75B6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with BIZCAM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75B6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598228C-7E53-2504-6B78-8DD8BA40066C}"/>
              </a:ext>
            </a:extLst>
          </p:cNvPr>
          <p:cNvGrpSpPr/>
          <p:nvPr/>
        </p:nvGrpSpPr>
        <p:grpSpPr>
          <a:xfrm flipH="1">
            <a:off x="320804" y="463753"/>
            <a:ext cx="343668" cy="136005"/>
            <a:chOff x="9155860" y="594570"/>
            <a:chExt cx="699330" cy="276756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3C679F5A-79B4-5516-3C53-1358AC0D4685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89B079E8-3BED-E0DD-66FD-7C544FD607B7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FDEFE3F5-A16B-1C51-B7A0-42CC328B437F}"/>
              </a:ext>
            </a:extLst>
          </p:cNvPr>
          <p:cNvGrpSpPr/>
          <p:nvPr/>
        </p:nvGrpSpPr>
        <p:grpSpPr>
          <a:xfrm flipH="1">
            <a:off x="320804" y="784905"/>
            <a:ext cx="343668" cy="136005"/>
            <a:chOff x="9155860" y="594570"/>
            <a:chExt cx="699330" cy="27675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1A57BB0-1144-2321-D7D9-37A4A92BB4C3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DD79EFAE-1F19-B0F1-F755-036048BA113E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6DF502AC-5AD6-72F1-8E3B-FB38B334F358}"/>
              </a:ext>
            </a:extLst>
          </p:cNvPr>
          <p:cNvGrpSpPr/>
          <p:nvPr/>
        </p:nvGrpSpPr>
        <p:grpSpPr>
          <a:xfrm flipH="1">
            <a:off x="320804" y="1106057"/>
            <a:ext cx="343668" cy="136005"/>
            <a:chOff x="9155860" y="594570"/>
            <a:chExt cx="699330" cy="276756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D5A046C7-B397-3181-B03B-3A9EA4DD6D76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EF7AF3A7-1972-AC6B-B691-4B9BF70F092F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95EBC70-615B-209A-2E37-CF33A79E520B}"/>
              </a:ext>
            </a:extLst>
          </p:cNvPr>
          <p:cNvGrpSpPr/>
          <p:nvPr/>
        </p:nvGrpSpPr>
        <p:grpSpPr>
          <a:xfrm flipH="1">
            <a:off x="320804" y="1427209"/>
            <a:ext cx="343668" cy="136005"/>
            <a:chOff x="9155860" y="594570"/>
            <a:chExt cx="699330" cy="276756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07D436B-381C-EB79-835B-9A84CE090309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25AA660F-144E-BB5C-7DCA-06B56DD50BF2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82E2521-46C7-6415-5A95-C2720D082435}"/>
              </a:ext>
            </a:extLst>
          </p:cNvPr>
          <p:cNvGrpSpPr/>
          <p:nvPr/>
        </p:nvGrpSpPr>
        <p:grpSpPr>
          <a:xfrm flipH="1">
            <a:off x="320804" y="1748361"/>
            <a:ext cx="343668" cy="136005"/>
            <a:chOff x="9155860" y="594570"/>
            <a:chExt cx="699330" cy="276756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316FA21A-5F29-351B-3C59-F8D28F266A0A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BAEC8791-F352-0B71-52F4-EEBB7D08DBC5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36E1314-1161-DA61-B8A0-30B4B041A88D}"/>
              </a:ext>
            </a:extLst>
          </p:cNvPr>
          <p:cNvGrpSpPr/>
          <p:nvPr/>
        </p:nvGrpSpPr>
        <p:grpSpPr>
          <a:xfrm flipH="1">
            <a:off x="320804" y="2069513"/>
            <a:ext cx="343668" cy="136005"/>
            <a:chOff x="9155860" y="594570"/>
            <a:chExt cx="699330" cy="276756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77B0FACA-E588-B7B7-EBD3-C124680E4924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4E4F4AB3-337A-D3F6-CBCE-49F64E16AB40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552CBA1-8847-A176-8A94-394F655342FA}"/>
              </a:ext>
            </a:extLst>
          </p:cNvPr>
          <p:cNvGrpSpPr/>
          <p:nvPr/>
        </p:nvGrpSpPr>
        <p:grpSpPr>
          <a:xfrm flipH="1">
            <a:off x="320804" y="2390665"/>
            <a:ext cx="343668" cy="136005"/>
            <a:chOff x="9155860" y="594570"/>
            <a:chExt cx="699330" cy="276756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1D3F2772-9E19-72F1-5A45-7895C6882CE5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D49A7518-547B-14B9-0883-67C0BEDFF596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73A7826-4247-1571-8CCB-AC713FEB332C}"/>
              </a:ext>
            </a:extLst>
          </p:cNvPr>
          <p:cNvGrpSpPr/>
          <p:nvPr/>
        </p:nvGrpSpPr>
        <p:grpSpPr>
          <a:xfrm flipH="1">
            <a:off x="320804" y="2711817"/>
            <a:ext cx="343668" cy="136005"/>
            <a:chOff x="9155860" y="594570"/>
            <a:chExt cx="699330" cy="276756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E601AA39-C28D-7BAD-5839-0D3D63A3CF88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9D1EB42E-9332-F395-4BB9-A84C788C453E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A3087004-1CA5-A23F-2875-07DCCA93CB29}"/>
              </a:ext>
            </a:extLst>
          </p:cNvPr>
          <p:cNvGrpSpPr/>
          <p:nvPr/>
        </p:nvGrpSpPr>
        <p:grpSpPr>
          <a:xfrm flipH="1">
            <a:off x="320804" y="3032969"/>
            <a:ext cx="343668" cy="136005"/>
            <a:chOff x="9155860" y="594570"/>
            <a:chExt cx="699330" cy="276756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BD5D75D0-E912-5109-3002-1E52250B1A66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1331028-AF81-5AB4-1FFC-EB9BB8075E03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61A3631-5D10-636A-9B28-C78E6F5C2055}"/>
              </a:ext>
            </a:extLst>
          </p:cNvPr>
          <p:cNvGrpSpPr/>
          <p:nvPr/>
        </p:nvGrpSpPr>
        <p:grpSpPr>
          <a:xfrm flipH="1">
            <a:off x="320804" y="3354121"/>
            <a:ext cx="343668" cy="136005"/>
            <a:chOff x="9155860" y="594570"/>
            <a:chExt cx="699330" cy="276756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D60D4FC8-2A81-E887-2245-CAF55AF8E46E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FA1FEF73-D3C4-76E4-163F-9D6A708BDBC2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24B9C95-F073-DA31-4EBF-C9C234B645C2}"/>
              </a:ext>
            </a:extLst>
          </p:cNvPr>
          <p:cNvGrpSpPr/>
          <p:nvPr/>
        </p:nvGrpSpPr>
        <p:grpSpPr>
          <a:xfrm flipH="1">
            <a:off x="320804" y="3675273"/>
            <a:ext cx="343668" cy="136005"/>
            <a:chOff x="9155860" y="594570"/>
            <a:chExt cx="699330" cy="276756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4330FF51-436F-E4B8-3321-E26CF7E97F83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D5D0EE67-B588-50D1-4AF0-EA243DE2D116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4615EB9-751F-7B66-4CA6-1F98C8071AD5}"/>
              </a:ext>
            </a:extLst>
          </p:cNvPr>
          <p:cNvGrpSpPr/>
          <p:nvPr/>
        </p:nvGrpSpPr>
        <p:grpSpPr>
          <a:xfrm flipH="1">
            <a:off x="320804" y="3996425"/>
            <a:ext cx="343668" cy="136005"/>
            <a:chOff x="9155860" y="594570"/>
            <a:chExt cx="699330" cy="276756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4AF0B21F-7060-3275-8930-81C38758AF3A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7F0D1B9C-FD05-85B3-3A60-1BD59B80A3C3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608FAE3-A5E1-1B94-AB5D-C18760FAD4F1}"/>
              </a:ext>
            </a:extLst>
          </p:cNvPr>
          <p:cNvGrpSpPr/>
          <p:nvPr/>
        </p:nvGrpSpPr>
        <p:grpSpPr>
          <a:xfrm flipH="1">
            <a:off x="320804" y="4317577"/>
            <a:ext cx="343668" cy="136005"/>
            <a:chOff x="9155860" y="594570"/>
            <a:chExt cx="699330" cy="276756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856F03D-3E46-AF45-16A3-9A7434582BDF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578F56DF-2387-6D96-DA90-133EED3AEBEC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8B850A8-CC6A-6228-C23C-EF79C74BBD31}"/>
              </a:ext>
            </a:extLst>
          </p:cNvPr>
          <p:cNvGrpSpPr/>
          <p:nvPr/>
        </p:nvGrpSpPr>
        <p:grpSpPr>
          <a:xfrm flipH="1">
            <a:off x="320804" y="4638729"/>
            <a:ext cx="343668" cy="136005"/>
            <a:chOff x="9155860" y="594570"/>
            <a:chExt cx="699330" cy="276756"/>
          </a:xfrm>
        </p:grpSpPr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A31FE742-9C40-24B4-1B31-863A5E2DF6DA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1" name="자유형: 도형 120">
              <a:extLst>
                <a:ext uri="{FF2B5EF4-FFF2-40B4-BE49-F238E27FC236}">
                  <a16:creationId xmlns:a16="http://schemas.microsoft.com/office/drawing/2014/main" id="{893E99AF-85C7-E165-00D8-EFA97E84E9C9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3FA7A073-0250-D54B-D278-FA97C269C3D2}"/>
              </a:ext>
            </a:extLst>
          </p:cNvPr>
          <p:cNvGrpSpPr/>
          <p:nvPr/>
        </p:nvGrpSpPr>
        <p:grpSpPr>
          <a:xfrm flipH="1">
            <a:off x="320804" y="4959881"/>
            <a:ext cx="343668" cy="136005"/>
            <a:chOff x="9155860" y="594570"/>
            <a:chExt cx="699330" cy="276756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5D582C7A-BA6B-0307-EF44-D35FEA0412F1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78D3A15C-997A-1648-7E2F-57D09AD64372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3600287-293E-E5BB-9529-C14B9E6029AB}"/>
              </a:ext>
            </a:extLst>
          </p:cNvPr>
          <p:cNvGrpSpPr/>
          <p:nvPr/>
        </p:nvGrpSpPr>
        <p:grpSpPr>
          <a:xfrm flipH="1">
            <a:off x="320804" y="5281033"/>
            <a:ext cx="343668" cy="136005"/>
            <a:chOff x="9155860" y="594570"/>
            <a:chExt cx="699330" cy="276756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6C15AEA2-0C85-F5BB-814D-16E196281756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7" name="자유형: 도형 126">
              <a:extLst>
                <a:ext uri="{FF2B5EF4-FFF2-40B4-BE49-F238E27FC236}">
                  <a16:creationId xmlns:a16="http://schemas.microsoft.com/office/drawing/2014/main" id="{A8F6DF80-4E63-126E-D258-2000BACCE9D8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FA39B0BB-DF37-863B-E22C-74C18B17CE91}"/>
              </a:ext>
            </a:extLst>
          </p:cNvPr>
          <p:cNvGrpSpPr/>
          <p:nvPr/>
        </p:nvGrpSpPr>
        <p:grpSpPr>
          <a:xfrm flipH="1">
            <a:off x="320804" y="5602185"/>
            <a:ext cx="343668" cy="136005"/>
            <a:chOff x="9155860" y="594570"/>
            <a:chExt cx="699330" cy="276756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4CBA1542-01D9-BAC7-B4FC-0C1787DC0A29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1D2D7FE4-D96E-8266-8AF1-9A1C5C05859E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6D4B78B2-C347-FBBF-257E-84BA66222D73}"/>
              </a:ext>
            </a:extLst>
          </p:cNvPr>
          <p:cNvGrpSpPr/>
          <p:nvPr/>
        </p:nvGrpSpPr>
        <p:grpSpPr>
          <a:xfrm flipH="1">
            <a:off x="320804" y="5923337"/>
            <a:ext cx="343668" cy="136005"/>
            <a:chOff x="9155860" y="594570"/>
            <a:chExt cx="699330" cy="276756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F2EDFDB2-9216-2926-5B14-654A2DB9C795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EAF6DC52-59A9-FF88-BFC1-663B2801A6C0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27362CE-C850-CBC7-D9ED-85B1EE04FEF4}"/>
              </a:ext>
            </a:extLst>
          </p:cNvPr>
          <p:cNvGrpSpPr/>
          <p:nvPr/>
        </p:nvGrpSpPr>
        <p:grpSpPr>
          <a:xfrm flipH="1">
            <a:off x="320804" y="6244489"/>
            <a:ext cx="343668" cy="136005"/>
            <a:chOff x="9155860" y="594570"/>
            <a:chExt cx="699330" cy="276756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4927CC6-502C-BDC8-9BFF-04932F9B1D03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7E75D103-06BE-6585-AC59-C37692E4073E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0E67AF12-18A0-46C5-1F40-CDA544D56375}"/>
              </a:ext>
            </a:extLst>
          </p:cNvPr>
          <p:cNvGrpSpPr/>
          <p:nvPr/>
        </p:nvGrpSpPr>
        <p:grpSpPr>
          <a:xfrm flipH="1">
            <a:off x="320804" y="6565641"/>
            <a:ext cx="343668" cy="136005"/>
            <a:chOff x="9155860" y="594570"/>
            <a:chExt cx="699330" cy="276756"/>
          </a:xfrm>
        </p:grpSpPr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5C12635C-2393-341C-6F94-4AD8682B2E1E}"/>
                </a:ext>
              </a:extLst>
            </p:cNvPr>
            <p:cNvSpPr/>
            <p:nvPr/>
          </p:nvSpPr>
          <p:spPr>
            <a:xfrm>
              <a:off x="9155860" y="594570"/>
              <a:ext cx="276756" cy="276756"/>
            </a:xfrm>
            <a:prstGeom prst="ellipse">
              <a:avLst/>
            </a:prstGeom>
            <a:solidFill>
              <a:srgbClr val="7B1B29"/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soft" dir="t"/>
            </a:scene3d>
            <a:sp3d prstMaterial="matte">
              <a:bevelT w="19050" h="8890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자유형: 도형 138">
              <a:extLst>
                <a:ext uri="{FF2B5EF4-FFF2-40B4-BE49-F238E27FC236}">
                  <a16:creationId xmlns:a16="http://schemas.microsoft.com/office/drawing/2014/main" id="{54EBFAB4-CB41-BF88-CFDA-0053BF1CB000}"/>
                </a:ext>
              </a:extLst>
            </p:cNvPr>
            <p:cNvSpPr/>
            <p:nvPr/>
          </p:nvSpPr>
          <p:spPr>
            <a:xfrm>
              <a:off x="9235315" y="634363"/>
              <a:ext cx="619875" cy="197169"/>
            </a:xfrm>
            <a:custGeom>
              <a:avLst/>
              <a:gdLst>
                <a:gd name="connsiteX0" fmla="*/ 98584 w 619875"/>
                <a:gd name="connsiteY0" fmla="*/ 0 h 197169"/>
                <a:gd name="connsiteX1" fmla="*/ 592934 w 619875"/>
                <a:gd name="connsiteY1" fmla="*/ 1 h 197169"/>
                <a:gd name="connsiteX2" fmla="*/ 592934 w 619875"/>
                <a:gd name="connsiteY2" fmla="*/ 778 h 197169"/>
                <a:gd name="connsiteX3" fmla="*/ 611440 w 619875"/>
                <a:gd name="connsiteY3" fmla="*/ 8511 h 197169"/>
                <a:gd name="connsiteX4" fmla="*/ 619875 w 619875"/>
                <a:gd name="connsiteY4" fmla="*/ 29053 h 197169"/>
                <a:gd name="connsiteX5" fmla="*/ 611440 w 619875"/>
                <a:gd name="connsiteY5" fmla="*/ 49595 h 197169"/>
                <a:gd name="connsiteX6" fmla="*/ 592934 w 619875"/>
                <a:gd name="connsiteY6" fmla="*/ 57327 h 197169"/>
                <a:gd name="connsiteX7" fmla="*/ 592934 w 619875"/>
                <a:gd name="connsiteY7" fmla="*/ 58103 h 197169"/>
                <a:gd name="connsiteX8" fmla="*/ 591076 w 619875"/>
                <a:gd name="connsiteY8" fmla="*/ 58103 h 197169"/>
                <a:gd name="connsiteX9" fmla="*/ 591075 w 619875"/>
                <a:gd name="connsiteY9" fmla="*/ 58104 h 197169"/>
                <a:gd name="connsiteX10" fmla="*/ 591074 w 619875"/>
                <a:gd name="connsiteY10" fmla="*/ 58103 h 197169"/>
                <a:gd name="connsiteX11" fmla="*/ 101206 w 619875"/>
                <a:gd name="connsiteY11" fmla="*/ 58102 h 197169"/>
                <a:gd name="connsiteX12" fmla="*/ 60724 w 619875"/>
                <a:gd name="connsiteY12" fmla="*/ 98584 h 197169"/>
                <a:gd name="connsiteX13" fmla="*/ 101206 w 619875"/>
                <a:gd name="connsiteY13" fmla="*/ 139067 h 197169"/>
                <a:gd name="connsiteX14" fmla="*/ 591074 w 619875"/>
                <a:gd name="connsiteY14" fmla="*/ 139067 h 197169"/>
                <a:gd name="connsiteX15" fmla="*/ 591075 w 619875"/>
                <a:gd name="connsiteY15" fmla="*/ 139066 h 197169"/>
                <a:gd name="connsiteX16" fmla="*/ 591076 w 619875"/>
                <a:gd name="connsiteY16" fmla="*/ 139067 h 197169"/>
                <a:gd name="connsiteX17" fmla="*/ 592934 w 619875"/>
                <a:gd name="connsiteY17" fmla="*/ 139067 h 197169"/>
                <a:gd name="connsiteX18" fmla="*/ 592934 w 619875"/>
                <a:gd name="connsiteY18" fmla="*/ 139843 h 197169"/>
                <a:gd name="connsiteX19" fmla="*/ 611440 w 619875"/>
                <a:gd name="connsiteY19" fmla="*/ 147575 h 197169"/>
                <a:gd name="connsiteX20" fmla="*/ 619875 w 619875"/>
                <a:gd name="connsiteY20" fmla="*/ 168117 h 197169"/>
                <a:gd name="connsiteX21" fmla="*/ 611440 w 619875"/>
                <a:gd name="connsiteY21" fmla="*/ 188659 h 197169"/>
                <a:gd name="connsiteX22" fmla="*/ 592934 w 619875"/>
                <a:gd name="connsiteY22" fmla="*/ 196392 h 197169"/>
                <a:gd name="connsiteX23" fmla="*/ 592934 w 619875"/>
                <a:gd name="connsiteY23" fmla="*/ 197169 h 197169"/>
                <a:gd name="connsiteX24" fmla="*/ 98584 w 619875"/>
                <a:gd name="connsiteY24" fmla="*/ 197169 h 197169"/>
                <a:gd name="connsiteX25" fmla="*/ 0 w 619875"/>
                <a:gd name="connsiteY25" fmla="*/ 98584 h 197169"/>
                <a:gd name="connsiteX26" fmla="*/ 98584 w 619875"/>
                <a:gd name="connsiteY26" fmla="*/ 0 h 19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19875" h="197169">
                  <a:moveTo>
                    <a:pt x="98584" y="0"/>
                  </a:moveTo>
                  <a:cubicBezTo>
                    <a:pt x="263367" y="0"/>
                    <a:pt x="428150" y="1"/>
                    <a:pt x="592934" y="1"/>
                  </a:cubicBezTo>
                  <a:lnTo>
                    <a:pt x="592934" y="778"/>
                  </a:lnTo>
                  <a:lnTo>
                    <a:pt x="611440" y="8511"/>
                  </a:lnTo>
                  <a:cubicBezTo>
                    <a:pt x="616652" y="13768"/>
                    <a:pt x="619875" y="21031"/>
                    <a:pt x="619875" y="29053"/>
                  </a:cubicBezTo>
                  <a:cubicBezTo>
                    <a:pt x="619875" y="37075"/>
                    <a:pt x="616652" y="44338"/>
                    <a:pt x="611440" y="49595"/>
                  </a:cubicBezTo>
                  <a:lnTo>
                    <a:pt x="592934" y="57327"/>
                  </a:lnTo>
                  <a:lnTo>
                    <a:pt x="592934" y="58103"/>
                  </a:lnTo>
                  <a:lnTo>
                    <a:pt x="591076" y="58103"/>
                  </a:lnTo>
                  <a:lnTo>
                    <a:pt x="591075" y="58104"/>
                  </a:lnTo>
                  <a:lnTo>
                    <a:pt x="591074" y="58103"/>
                  </a:lnTo>
                  <a:lnTo>
                    <a:pt x="101206" y="58102"/>
                  </a:lnTo>
                  <a:cubicBezTo>
                    <a:pt x="78848" y="58102"/>
                    <a:pt x="60724" y="76226"/>
                    <a:pt x="60724" y="98584"/>
                  </a:cubicBezTo>
                  <a:cubicBezTo>
                    <a:pt x="60724" y="120942"/>
                    <a:pt x="78848" y="139067"/>
                    <a:pt x="101206" y="139067"/>
                  </a:cubicBezTo>
                  <a:lnTo>
                    <a:pt x="591074" y="139067"/>
                  </a:lnTo>
                  <a:lnTo>
                    <a:pt x="591075" y="139066"/>
                  </a:lnTo>
                  <a:lnTo>
                    <a:pt x="591076" y="139067"/>
                  </a:lnTo>
                  <a:lnTo>
                    <a:pt x="592934" y="139067"/>
                  </a:lnTo>
                  <a:lnTo>
                    <a:pt x="592934" y="139843"/>
                  </a:lnTo>
                  <a:lnTo>
                    <a:pt x="611440" y="147575"/>
                  </a:lnTo>
                  <a:cubicBezTo>
                    <a:pt x="616652" y="152832"/>
                    <a:pt x="619875" y="160095"/>
                    <a:pt x="619875" y="168117"/>
                  </a:cubicBezTo>
                  <a:cubicBezTo>
                    <a:pt x="619875" y="176139"/>
                    <a:pt x="616652" y="183402"/>
                    <a:pt x="611440" y="188659"/>
                  </a:cubicBezTo>
                  <a:lnTo>
                    <a:pt x="592934" y="196392"/>
                  </a:lnTo>
                  <a:lnTo>
                    <a:pt x="592934" y="197169"/>
                  </a:lnTo>
                  <a:lnTo>
                    <a:pt x="98584" y="197169"/>
                  </a:lnTo>
                  <a:cubicBezTo>
                    <a:pt x="44138" y="197169"/>
                    <a:pt x="0" y="153031"/>
                    <a:pt x="0" y="98584"/>
                  </a:cubicBezTo>
                  <a:cubicBezTo>
                    <a:pt x="0" y="44138"/>
                    <a:pt x="44138" y="0"/>
                    <a:pt x="98584" y="0"/>
                  </a:cubicBezTo>
                  <a:close/>
                </a:path>
              </a:pathLst>
            </a:custGeom>
            <a:gradFill flip="none" rotWithShape="1">
              <a:gsLst>
                <a:gs pos="63300">
                  <a:schemeClr val="bg1">
                    <a:lumMod val="9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9000000" scaled="0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31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950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A9ED7-8CF2-4D6E-88FA-EA8C0CDB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0598096A-803D-92B6-4658-AC57ADA26595}"/>
              </a:ext>
            </a:extLst>
          </p:cNvPr>
          <p:cNvGrpSpPr/>
          <p:nvPr/>
        </p:nvGrpSpPr>
        <p:grpSpPr>
          <a:xfrm>
            <a:off x="0" y="0"/>
            <a:ext cx="664472" cy="6858000"/>
            <a:chOff x="0" y="0"/>
            <a:chExt cx="664472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BB4A79B-9C0C-F293-4E63-FF025BDEA105}"/>
                </a:ext>
              </a:extLst>
            </p:cNvPr>
            <p:cNvSpPr/>
            <p:nvPr/>
          </p:nvSpPr>
          <p:spPr>
            <a:xfrm>
              <a:off x="241302" y="0"/>
              <a:ext cx="2151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25400">
                <a:prstClr val="black">
                  <a:alpha val="13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78CABD-FEF5-9262-4B9F-D2A552851164}"/>
                </a:ext>
              </a:extLst>
            </p:cNvPr>
            <p:cNvSpPr/>
            <p:nvPr/>
          </p:nvSpPr>
          <p:spPr>
            <a:xfrm>
              <a:off x="241300" y="0"/>
              <a:ext cx="1905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50800" dist="25400">
                <a:prstClr val="black">
                  <a:alpha val="1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3051C42-176E-D948-1BCE-F7E5D1DDBB31}"/>
                </a:ext>
              </a:extLst>
            </p:cNvPr>
            <p:cNvSpPr/>
            <p:nvPr/>
          </p:nvSpPr>
          <p:spPr>
            <a:xfrm>
              <a:off x="0" y="0"/>
              <a:ext cx="405605" cy="6858000"/>
            </a:xfrm>
            <a:prstGeom prst="rect">
              <a:avLst/>
            </a:prstGeom>
            <a:solidFill>
              <a:srgbClr val="9C2334"/>
            </a:solidFill>
            <a:ln>
              <a:noFill/>
            </a:ln>
            <a:effectLst>
              <a:innerShdw blurRad="50800" dist="25400">
                <a:prstClr val="black">
                  <a:alpha val="1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72070A2-58D8-CB52-B714-0E675361A6A2}"/>
                </a:ext>
              </a:extLst>
            </p:cNvPr>
            <p:cNvGrpSpPr/>
            <p:nvPr/>
          </p:nvGrpSpPr>
          <p:grpSpPr>
            <a:xfrm flipH="1">
              <a:off x="320804" y="142601"/>
              <a:ext cx="343668" cy="136005"/>
              <a:chOff x="9155860" y="594570"/>
              <a:chExt cx="699330" cy="276756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B8FBB352-1F48-302E-62A9-2FDC5847AED8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04BC9D49-1BCA-9F39-C372-24F31FE445DB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28A3C96-8EFB-68B7-6C23-2260B25D0562}"/>
                </a:ext>
              </a:extLst>
            </p:cNvPr>
            <p:cNvGrpSpPr/>
            <p:nvPr/>
          </p:nvGrpSpPr>
          <p:grpSpPr>
            <a:xfrm flipH="1">
              <a:off x="320804" y="463753"/>
              <a:ext cx="343668" cy="136005"/>
              <a:chOff x="9155860" y="594570"/>
              <a:chExt cx="699330" cy="276756"/>
            </a:xfrm>
          </p:grpSpPr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2ADE5186-2E3A-D1EE-6A32-06D0206611D7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341F3A65-8590-6041-79C5-5400A042944E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79FBE48-3D39-0D24-07F1-6DBCA0A2868A}"/>
                </a:ext>
              </a:extLst>
            </p:cNvPr>
            <p:cNvGrpSpPr/>
            <p:nvPr/>
          </p:nvGrpSpPr>
          <p:grpSpPr>
            <a:xfrm flipH="1">
              <a:off x="320804" y="784905"/>
              <a:ext cx="343668" cy="136005"/>
              <a:chOff x="9155860" y="594570"/>
              <a:chExt cx="699330" cy="276756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7AAC4748-B330-9C85-82D3-77AF97601EC1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B29D4724-3E45-0836-41CD-6E1DB1A5DA82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2485EE09-777E-9660-0F69-A782E1729CFC}"/>
                </a:ext>
              </a:extLst>
            </p:cNvPr>
            <p:cNvGrpSpPr/>
            <p:nvPr/>
          </p:nvGrpSpPr>
          <p:grpSpPr>
            <a:xfrm flipH="1">
              <a:off x="320804" y="1106057"/>
              <a:ext cx="343668" cy="136005"/>
              <a:chOff x="9155860" y="594570"/>
              <a:chExt cx="699330" cy="276756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BD1CD606-6817-7873-497F-172261F3A143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478CE9DC-8A9F-0F50-9CA4-1CA7D5652BAA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51353D02-B3ED-7F39-4765-ACAE549C4406}"/>
                </a:ext>
              </a:extLst>
            </p:cNvPr>
            <p:cNvGrpSpPr/>
            <p:nvPr/>
          </p:nvGrpSpPr>
          <p:grpSpPr>
            <a:xfrm flipH="1">
              <a:off x="320804" y="1427209"/>
              <a:ext cx="343668" cy="136005"/>
              <a:chOff x="9155860" y="594570"/>
              <a:chExt cx="699330" cy="276756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155D8CC8-3E85-E8AA-D185-6ACEF168E7FF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D5DE9482-A17D-294F-4459-7312F9BD4AED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7C901DF3-C7AE-39A0-227A-777FDA7B4013}"/>
                </a:ext>
              </a:extLst>
            </p:cNvPr>
            <p:cNvGrpSpPr/>
            <p:nvPr/>
          </p:nvGrpSpPr>
          <p:grpSpPr>
            <a:xfrm flipH="1">
              <a:off x="320804" y="1748361"/>
              <a:ext cx="343668" cy="136005"/>
              <a:chOff x="9155860" y="594570"/>
              <a:chExt cx="699330" cy="276756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6A34A991-60AA-6E11-EEA7-5779F87363A4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8A9B310B-006D-3A97-6700-E228AC18933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77D8C5B9-A280-27EF-9F8A-1435FA78CC66}"/>
                </a:ext>
              </a:extLst>
            </p:cNvPr>
            <p:cNvGrpSpPr/>
            <p:nvPr/>
          </p:nvGrpSpPr>
          <p:grpSpPr>
            <a:xfrm flipH="1">
              <a:off x="320804" y="2069513"/>
              <a:ext cx="343668" cy="136005"/>
              <a:chOff x="9155860" y="594570"/>
              <a:chExt cx="699330" cy="276756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CEF0C93A-5835-F809-F0FD-275DA8350536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DE615DF1-0204-9531-1CCE-DF7F09EC2341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D183BAC1-9991-01EF-3EFB-E366548AC0A4}"/>
                </a:ext>
              </a:extLst>
            </p:cNvPr>
            <p:cNvGrpSpPr/>
            <p:nvPr/>
          </p:nvGrpSpPr>
          <p:grpSpPr>
            <a:xfrm flipH="1">
              <a:off x="320804" y="2390665"/>
              <a:ext cx="343668" cy="136005"/>
              <a:chOff x="9155860" y="594570"/>
              <a:chExt cx="699330" cy="276756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DE872136-93E7-DC6C-3585-25FA92CA8E94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40470562-FBE3-6662-B910-97C161ED93E1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390B151A-5728-04AB-4246-EBEA5C883FB0}"/>
                </a:ext>
              </a:extLst>
            </p:cNvPr>
            <p:cNvGrpSpPr/>
            <p:nvPr/>
          </p:nvGrpSpPr>
          <p:grpSpPr>
            <a:xfrm flipH="1">
              <a:off x="320804" y="2711817"/>
              <a:ext cx="343668" cy="136005"/>
              <a:chOff x="9155860" y="594570"/>
              <a:chExt cx="699330" cy="276756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E12143A4-F391-84C6-3A78-8033085D2FD9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C7938FFD-2B1E-1A2B-511B-18CC6C5BBEC0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80D95016-2FB8-506B-D947-E92A06CD5372}"/>
                </a:ext>
              </a:extLst>
            </p:cNvPr>
            <p:cNvGrpSpPr/>
            <p:nvPr/>
          </p:nvGrpSpPr>
          <p:grpSpPr>
            <a:xfrm flipH="1">
              <a:off x="320804" y="3032969"/>
              <a:ext cx="343668" cy="136005"/>
              <a:chOff x="9155860" y="594570"/>
              <a:chExt cx="699330" cy="276756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6738103E-A6E3-401A-2568-212ECA77B5ED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16170D44-576E-F7EA-4DEE-AF2AC7507F5B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BE5884B6-8099-B2C6-D04C-8F344D33EA6B}"/>
                </a:ext>
              </a:extLst>
            </p:cNvPr>
            <p:cNvGrpSpPr/>
            <p:nvPr/>
          </p:nvGrpSpPr>
          <p:grpSpPr>
            <a:xfrm flipH="1">
              <a:off x="320804" y="3354121"/>
              <a:ext cx="343668" cy="136005"/>
              <a:chOff x="9155860" y="594570"/>
              <a:chExt cx="699330" cy="276756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835BEB65-ABBB-62F8-9895-810AA7B83708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FD0EE02D-EB3A-97D9-DF0F-64CACF41BA1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5D00F397-C7B2-4015-3D6F-63A4170D07D2}"/>
                </a:ext>
              </a:extLst>
            </p:cNvPr>
            <p:cNvGrpSpPr/>
            <p:nvPr/>
          </p:nvGrpSpPr>
          <p:grpSpPr>
            <a:xfrm flipH="1">
              <a:off x="320804" y="3675273"/>
              <a:ext cx="343668" cy="136005"/>
              <a:chOff x="9155860" y="594570"/>
              <a:chExt cx="699330" cy="276756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E9AC209E-6865-5DBD-E1C6-419A855F9892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092094C0-D08C-E3A0-3BF0-4A8D50B3EC4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28BF4BFD-296A-F029-DC16-7A79F4365FCF}"/>
                </a:ext>
              </a:extLst>
            </p:cNvPr>
            <p:cNvGrpSpPr/>
            <p:nvPr/>
          </p:nvGrpSpPr>
          <p:grpSpPr>
            <a:xfrm flipH="1">
              <a:off x="320804" y="3996425"/>
              <a:ext cx="343668" cy="136005"/>
              <a:chOff x="9155860" y="594570"/>
              <a:chExt cx="699330" cy="276756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D28741ED-28CB-146F-9C89-2BB860484F3B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9C7BF7D6-0C58-EBCE-E6FF-08C1F7783D58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AAB9D7F3-E395-FAB3-C931-51E81ED35133}"/>
                </a:ext>
              </a:extLst>
            </p:cNvPr>
            <p:cNvGrpSpPr/>
            <p:nvPr/>
          </p:nvGrpSpPr>
          <p:grpSpPr>
            <a:xfrm flipH="1">
              <a:off x="320804" y="4317577"/>
              <a:ext cx="343668" cy="136005"/>
              <a:chOff x="9155860" y="594570"/>
              <a:chExt cx="699330" cy="276756"/>
            </a:xfrm>
          </p:grpSpPr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661D644D-2689-2ECE-9566-4EB88F438D4D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8" name="자유형: 도형 117">
                <a:extLst>
                  <a:ext uri="{FF2B5EF4-FFF2-40B4-BE49-F238E27FC236}">
                    <a16:creationId xmlns:a16="http://schemas.microsoft.com/office/drawing/2014/main" id="{A93305A9-4D63-39BE-AEBF-27820AEC04C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E5000866-2C07-11C5-02E0-5041BA60BD5F}"/>
                </a:ext>
              </a:extLst>
            </p:cNvPr>
            <p:cNvGrpSpPr/>
            <p:nvPr/>
          </p:nvGrpSpPr>
          <p:grpSpPr>
            <a:xfrm flipH="1">
              <a:off x="320804" y="4638729"/>
              <a:ext cx="343668" cy="136005"/>
              <a:chOff x="9155860" y="594570"/>
              <a:chExt cx="699330" cy="276756"/>
            </a:xfrm>
          </p:grpSpPr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26B2A6DB-FAAC-407D-DB13-2980426C6DD8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" name="자유형: 도형 120">
                <a:extLst>
                  <a:ext uri="{FF2B5EF4-FFF2-40B4-BE49-F238E27FC236}">
                    <a16:creationId xmlns:a16="http://schemas.microsoft.com/office/drawing/2014/main" id="{0E0A05B1-0AC2-D6F4-EC0F-4CAE126B332E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0D051927-F4E9-7813-355C-68064AA9791D}"/>
                </a:ext>
              </a:extLst>
            </p:cNvPr>
            <p:cNvGrpSpPr/>
            <p:nvPr/>
          </p:nvGrpSpPr>
          <p:grpSpPr>
            <a:xfrm flipH="1">
              <a:off x="320804" y="4959881"/>
              <a:ext cx="343668" cy="136005"/>
              <a:chOff x="9155860" y="594570"/>
              <a:chExt cx="699330" cy="276756"/>
            </a:xfrm>
          </p:grpSpPr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DA5148FF-B88D-E5AD-22E4-BA173739992E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4" name="자유형: 도형 123">
                <a:extLst>
                  <a:ext uri="{FF2B5EF4-FFF2-40B4-BE49-F238E27FC236}">
                    <a16:creationId xmlns:a16="http://schemas.microsoft.com/office/drawing/2014/main" id="{D88A4630-9083-7623-E673-1FA2BDB32939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22816E7F-948B-7461-0446-8FE79DC4999F}"/>
                </a:ext>
              </a:extLst>
            </p:cNvPr>
            <p:cNvGrpSpPr/>
            <p:nvPr/>
          </p:nvGrpSpPr>
          <p:grpSpPr>
            <a:xfrm flipH="1">
              <a:off x="320804" y="5281033"/>
              <a:ext cx="343668" cy="136005"/>
              <a:chOff x="9155860" y="594570"/>
              <a:chExt cx="699330" cy="276756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F67D2A0-8F74-2173-4CFE-553A2103B5F1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7" name="자유형: 도형 126">
                <a:extLst>
                  <a:ext uri="{FF2B5EF4-FFF2-40B4-BE49-F238E27FC236}">
                    <a16:creationId xmlns:a16="http://schemas.microsoft.com/office/drawing/2014/main" id="{7986C90C-6659-67FD-09CE-2BD82808A70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5A5875BB-4752-6196-C89A-C7F2F56C44A0}"/>
                </a:ext>
              </a:extLst>
            </p:cNvPr>
            <p:cNvGrpSpPr/>
            <p:nvPr/>
          </p:nvGrpSpPr>
          <p:grpSpPr>
            <a:xfrm flipH="1">
              <a:off x="320804" y="5602185"/>
              <a:ext cx="343668" cy="136005"/>
              <a:chOff x="9155860" y="594570"/>
              <a:chExt cx="699330" cy="276756"/>
            </a:xfrm>
          </p:grpSpPr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BC49847-CCB8-7548-B86F-B83467921A5F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0" name="자유형: 도형 129">
                <a:extLst>
                  <a:ext uri="{FF2B5EF4-FFF2-40B4-BE49-F238E27FC236}">
                    <a16:creationId xmlns:a16="http://schemas.microsoft.com/office/drawing/2014/main" id="{5D7936B7-68F0-AC22-EE8C-0A3EEF4AC17E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361C089A-52A8-9F09-4B21-D48C2F54278E}"/>
                </a:ext>
              </a:extLst>
            </p:cNvPr>
            <p:cNvGrpSpPr/>
            <p:nvPr/>
          </p:nvGrpSpPr>
          <p:grpSpPr>
            <a:xfrm flipH="1">
              <a:off x="320804" y="5923337"/>
              <a:ext cx="343668" cy="136005"/>
              <a:chOff x="9155860" y="594570"/>
              <a:chExt cx="699330" cy="276756"/>
            </a:xfrm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A04BB47E-C728-4F8E-7802-74229E19C46E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3" name="자유형: 도형 132">
                <a:extLst>
                  <a:ext uri="{FF2B5EF4-FFF2-40B4-BE49-F238E27FC236}">
                    <a16:creationId xmlns:a16="http://schemas.microsoft.com/office/drawing/2014/main" id="{0ECC7990-0CCA-C800-2158-54B2079B3383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C96CD0AC-2CA5-5A7E-B9EC-520A80A1ED60}"/>
                </a:ext>
              </a:extLst>
            </p:cNvPr>
            <p:cNvGrpSpPr/>
            <p:nvPr/>
          </p:nvGrpSpPr>
          <p:grpSpPr>
            <a:xfrm flipH="1">
              <a:off x="320804" y="6244489"/>
              <a:ext cx="343668" cy="136005"/>
              <a:chOff x="9155860" y="594570"/>
              <a:chExt cx="699330" cy="276756"/>
            </a:xfrm>
          </p:grpSpPr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5A658BE1-78F5-1EE1-BECB-430C7F92CEE5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775897FF-203C-DA60-5238-B95319EDDBAF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DB418D65-75A4-AD32-12B6-1BE0843CCD88}"/>
                </a:ext>
              </a:extLst>
            </p:cNvPr>
            <p:cNvGrpSpPr/>
            <p:nvPr/>
          </p:nvGrpSpPr>
          <p:grpSpPr>
            <a:xfrm flipH="1">
              <a:off x="320804" y="6565641"/>
              <a:ext cx="343668" cy="136005"/>
              <a:chOff x="9155860" y="594570"/>
              <a:chExt cx="699330" cy="276756"/>
            </a:xfrm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AB9294CC-5056-4614-3B01-207AFD46641D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9" name="자유형: 도형 138">
                <a:extLst>
                  <a:ext uri="{FF2B5EF4-FFF2-40B4-BE49-F238E27FC236}">
                    <a16:creationId xmlns:a16="http://schemas.microsoft.com/office/drawing/2014/main" id="{54FC3F21-D668-4033-EA76-483500402E4C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03C5273-2B55-BD0A-9186-7E0848E03DF5}"/>
              </a:ext>
            </a:extLst>
          </p:cNvPr>
          <p:cNvSpPr txBox="1"/>
          <p:nvPr/>
        </p:nvSpPr>
        <p:spPr>
          <a:xfrm>
            <a:off x="858409" y="210603"/>
            <a:ext cx="7955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1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 PRESENTATION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원호 8">
            <a:extLst>
              <a:ext uri="{FF2B5EF4-FFF2-40B4-BE49-F238E27FC236}">
                <a16:creationId xmlns:a16="http://schemas.microsoft.com/office/drawing/2014/main" id="{9FC38945-EE07-22A7-DB7A-6F59EC897CE5}"/>
              </a:ext>
            </a:extLst>
          </p:cNvPr>
          <p:cNvSpPr/>
          <p:nvPr/>
        </p:nvSpPr>
        <p:spPr>
          <a:xfrm>
            <a:off x="6114506" y="1469119"/>
            <a:ext cx="1780542" cy="1780542"/>
          </a:xfrm>
          <a:prstGeom prst="arc">
            <a:avLst>
              <a:gd name="adj1" fmla="val 16200000"/>
              <a:gd name="adj2" fmla="val 11013480"/>
            </a:avLst>
          </a:prstGeom>
          <a:ln w="53975" cap="sq">
            <a:solidFill>
              <a:srgbClr val="C22F37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EA55B-1838-E399-9770-5B2099CD6008}"/>
              </a:ext>
            </a:extLst>
          </p:cNvPr>
          <p:cNvSpPr txBox="1"/>
          <p:nvPr/>
        </p:nvSpPr>
        <p:spPr>
          <a:xfrm>
            <a:off x="6420928" y="2026536"/>
            <a:ext cx="1212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82D574-913B-C56E-8B4E-AFB4E942FAF3}"/>
              </a:ext>
            </a:extLst>
          </p:cNvPr>
          <p:cNvSpPr/>
          <p:nvPr/>
        </p:nvSpPr>
        <p:spPr>
          <a:xfrm>
            <a:off x="4612460" y="3886674"/>
            <a:ext cx="328258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2" name="자유형 76">
            <a:extLst>
              <a:ext uri="{FF2B5EF4-FFF2-40B4-BE49-F238E27FC236}">
                <a16:creationId xmlns:a16="http://schemas.microsoft.com/office/drawing/2014/main" id="{BD834838-3EDA-78AA-D333-1106B6A6D905}"/>
              </a:ext>
            </a:extLst>
          </p:cNvPr>
          <p:cNvSpPr/>
          <p:nvPr/>
        </p:nvSpPr>
        <p:spPr>
          <a:xfrm>
            <a:off x="4717335" y="2316277"/>
            <a:ext cx="1740922" cy="1594097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F6179D9-FC03-A41A-F81B-A9BDE11A8E11}"/>
              </a:ext>
            </a:extLst>
          </p:cNvPr>
          <p:cNvSpPr/>
          <p:nvPr/>
        </p:nvSpPr>
        <p:spPr>
          <a:xfrm>
            <a:off x="2787502" y="1469119"/>
            <a:ext cx="1780542" cy="1780542"/>
          </a:xfrm>
          <a:prstGeom prst="arc">
            <a:avLst>
              <a:gd name="adj1" fmla="val 16200000"/>
              <a:gd name="adj2" fmla="val 2530696"/>
            </a:avLst>
          </a:prstGeom>
          <a:ln w="53975" cap="sq">
            <a:solidFill>
              <a:srgbClr val="C22F37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F62747-CEED-BABC-5D90-1B488E2C64C4}"/>
              </a:ext>
            </a:extLst>
          </p:cNvPr>
          <p:cNvSpPr/>
          <p:nvPr/>
        </p:nvSpPr>
        <p:spPr>
          <a:xfrm>
            <a:off x="1285456" y="3886674"/>
            <a:ext cx="328258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5" name="자유형 80">
            <a:extLst>
              <a:ext uri="{FF2B5EF4-FFF2-40B4-BE49-F238E27FC236}">
                <a16:creationId xmlns:a16="http://schemas.microsoft.com/office/drawing/2014/main" id="{0E55BCCC-11B7-FB4F-9FCD-85B61610794E}"/>
              </a:ext>
            </a:extLst>
          </p:cNvPr>
          <p:cNvSpPr/>
          <p:nvPr/>
        </p:nvSpPr>
        <p:spPr>
          <a:xfrm>
            <a:off x="1390331" y="2316277"/>
            <a:ext cx="1740922" cy="1594097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원호 15">
            <a:extLst>
              <a:ext uri="{FF2B5EF4-FFF2-40B4-BE49-F238E27FC236}">
                <a16:creationId xmlns:a16="http://schemas.microsoft.com/office/drawing/2014/main" id="{773DA922-F317-AEBD-EC5B-66671B2FF54B}"/>
              </a:ext>
            </a:extLst>
          </p:cNvPr>
          <p:cNvSpPr/>
          <p:nvPr/>
        </p:nvSpPr>
        <p:spPr>
          <a:xfrm>
            <a:off x="9341882" y="1469119"/>
            <a:ext cx="1780542" cy="1780542"/>
          </a:xfrm>
          <a:prstGeom prst="arc">
            <a:avLst>
              <a:gd name="adj1" fmla="val 16200000"/>
              <a:gd name="adj2" fmla="val 11013480"/>
            </a:avLst>
          </a:prstGeom>
          <a:ln w="53975" cap="sq">
            <a:solidFill>
              <a:srgbClr val="C22F37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EF79A3-24C5-BC77-FBE3-5E7D9473978E}"/>
              </a:ext>
            </a:extLst>
          </p:cNvPr>
          <p:cNvSpPr/>
          <p:nvPr/>
        </p:nvSpPr>
        <p:spPr>
          <a:xfrm>
            <a:off x="7839836" y="3886674"/>
            <a:ext cx="328258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8" name="자유형 84">
            <a:extLst>
              <a:ext uri="{FF2B5EF4-FFF2-40B4-BE49-F238E27FC236}">
                <a16:creationId xmlns:a16="http://schemas.microsoft.com/office/drawing/2014/main" id="{8FBDACB2-29CD-49CC-5EEE-76A8DF23563C}"/>
              </a:ext>
            </a:extLst>
          </p:cNvPr>
          <p:cNvSpPr/>
          <p:nvPr/>
        </p:nvSpPr>
        <p:spPr>
          <a:xfrm>
            <a:off x="7944711" y="2316277"/>
            <a:ext cx="1740922" cy="1594097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모서리가 둥근 직사각형 85">
            <a:extLst>
              <a:ext uri="{FF2B5EF4-FFF2-40B4-BE49-F238E27FC236}">
                <a16:creationId xmlns:a16="http://schemas.microsoft.com/office/drawing/2014/main" id="{B4996DF5-8061-30EB-2D85-7A9EEE84F364}"/>
              </a:ext>
            </a:extLst>
          </p:cNvPr>
          <p:cNvSpPr/>
          <p:nvPr/>
        </p:nvSpPr>
        <p:spPr>
          <a:xfrm>
            <a:off x="1390331" y="5368061"/>
            <a:ext cx="9732093" cy="821713"/>
          </a:xfrm>
          <a:prstGeom prst="roundRect">
            <a:avLst>
              <a:gd name="adj" fmla="val 14131"/>
            </a:avLst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08000" rIns="180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PowerPoint is a computer program created by Microsoft Office.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You can use a software program such as Microsoft Power Point to provide the audience with slides that contains your major points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6635B-6C29-1A4E-9F78-0AE219B4760E}"/>
              </a:ext>
            </a:extLst>
          </p:cNvPr>
          <p:cNvSpPr txBox="1"/>
          <p:nvPr/>
        </p:nvSpPr>
        <p:spPr>
          <a:xfrm>
            <a:off x="3071716" y="1962334"/>
            <a:ext cx="1212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30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4AA23-7C76-CFF6-CFC5-4AF009A5E9CA}"/>
              </a:ext>
            </a:extLst>
          </p:cNvPr>
          <p:cNvSpPr txBox="1"/>
          <p:nvPr/>
        </p:nvSpPr>
        <p:spPr>
          <a:xfrm>
            <a:off x="9626096" y="2005387"/>
            <a:ext cx="1212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3C12BBE-2DEA-0437-5946-99775CFB0435}"/>
              </a:ext>
            </a:extLst>
          </p:cNvPr>
          <p:cNvGrpSpPr/>
          <p:nvPr/>
        </p:nvGrpSpPr>
        <p:grpSpPr>
          <a:xfrm>
            <a:off x="1534251" y="5165131"/>
            <a:ext cx="832598" cy="342707"/>
            <a:chOff x="1389108" y="5252216"/>
            <a:chExt cx="832598" cy="342707"/>
          </a:xfrm>
          <a:solidFill>
            <a:srgbClr val="C22F37"/>
          </a:solidFill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01570FED-DAE3-8214-7D68-CC0DC45D29D2}"/>
                </a:ext>
              </a:extLst>
            </p:cNvPr>
            <p:cNvSpPr/>
            <p:nvPr/>
          </p:nvSpPr>
          <p:spPr>
            <a:xfrm rot="10800000">
              <a:off x="1389108" y="5450881"/>
              <a:ext cx="180650" cy="144042"/>
            </a:xfrm>
            <a:custGeom>
              <a:avLst/>
              <a:gdLst>
                <a:gd name="connsiteX0" fmla="*/ 123069 w 204570"/>
                <a:gd name="connsiteY0" fmla="*/ 163115 h 163115"/>
                <a:gd name="connsiteX1" fmla="*/ 0 w 204570"/>
                <a:gd name="connsiteY1" fmla="*/ 163115 h 163115"/>
                <a:gd name="connsiteX2" fmla="*/ 11488 w 204570"/>
                <a:gd name="connsiteY2" fmla="*/ 126530 h 163115"/>
                <a:gd name="connsiteX3" fmla="*/ 204570 w 204570"/>
                <a:gd name="connsiteY3" fmla="*/ 0 h 163115"/>
                <a:gd name="connsiteX4" fmla="*/ 124201 w 204570"/>
                <a:gd name="connsiteY4" fmla="*/ 151314 h 16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570" h="163115">
                  <a:moveTo>
                    <a:pt x="123069" y="163115"/>
                  </a:moveTo>
                  <a:lnTo>
                    <a:pt x="0" y="163115"/>
                  </a:lnTo>
                  <a:lnTo>
                    <a:pt x="11488" y="126530"/>
                  </a:lnTo>
                  <a:cubicBezTo>
                    <a:pt x="43299" y="52174"/>
                    <a:pt x="117772" y="0"/>
                    <a:pt x="204570" y="0"/>
                  </a:cubicBezTo>
                  <a:cubicBezTo>
                    <a:pt x="161707" y="43124"/>
                    <a:pt x="134917" y="96000"/>
                    <a:pt x="124201" y="15131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94BEABD3-F058-3A33-DB7A-99EB974ACF71}"/>
                </a:ext>
              </a:extLst>
            </p:cNvPr>
            <p:cNvSpPr/>
            <p:nvPr/>
          </p:nvSpPr>
          <p:spPr>
            <a:xfrm>
              <a:off x="1458498" y="5252216"/>
              <a:ext cx="763208" cy="30695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mon몬소리 Black" panose="02000A03000000000000" pitchFamily="2" charset="-127"/>
                  <a:ea typeface="Tmon몬소리 Black" panose="02000A03000000000000" pitchFamily="2" charset="-127"/>
                  <a:cs typeface="+mn-cs"/>
                </a:rPr>
                <a:t>Check</a:t>
              </a:r>
              <a:endParaRPr kumimoji="0" lang="ko-KR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779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45797-1768-E66C-A71A-8EFF0D24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92CDDD3-926C-F020-97AE-0FDE77A579B5}"/>
              </a:ext>
            </a:extLst>
          </p:cNvPr>
          <p:cNvGrpSpPr/>
          <p:nvPr/>
        </p:nvGrpSpPr>
        <p:grpSpPr>
          <a:xfrm>
            <a:off x="0" y="0"/>
            <a:ext cx="664472" cy="6858000"/>
            <a:chOff x="0" y="0"/>
            <a:chExt cx="664472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04D7749-01EB-67C0-03BA-60D49CA9F5B3}"/>
                </a:ext>
              </a:extLst>
            </p:cNvPr>
            <p:cNvSpPr/>
            <p:nvPr/>
          </p:nvSpPr>
          <p:spPr>
            <a:xfrm>
              <a:off x="241302" y="0"/>
              <a:ext cx="2151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25400">
                <a:prstClr val="black">
                  <a:alpha val="13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B82D29E-0044-A1CC-EFBC-697445BBD622}"/>
                </a:ext>
              </a:extLst>
            </p:cNvPr>
            <p:cNvSpPr/>
            <p:nvPr/>
          </p:nvSpPr>
          <p:spPr>
            <a:xfrm>
              <a:off x="241300" y="0"/>
              <a:ext cx="1905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50800" dist="25400">
                <a:prstClr val="black">
                  <a:alpha val="1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A1E4FC-4E97-7BF6-9D3F-DBA340F4C864}"/>
                </a:ext>
              </a:extLst>
            </p:cNvPr>
            <p:cNvSpPr/>
            <p:nvPr/>
          </p:nvSpPr>
          <p:spPr>
            <a:xfrm>
              <a:off x="0" y="0"/>
              <a:ext cx="405605" cy="6858000"/>
            </a:xfrm>
            <a:prstGeom prst="rect">
              <a:avLst/>
            </a:prstGeom>
            <a:solidFill>
              <a:srgbClr val="9C2334"/>
            </a:solidFill>
            <a:ln>
              <a:noFill/>
            </a:ln>
            <a:effectLst>
              <a:innerShdw blurRad="50800" dist="25400">
                <a:prstClr val="black">
                  <a:alpha val="1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F5B632B-913E-43D7-5936-FBEEFED04871}"/>
                </a:ext>
              </a:extLst>
            </p:cNvPr>
            <p:cNvGrpSpPr/>
            <p:nvPr/>
          </p:nvGrpSpPr>
          <p:grpSpPr>
            <a:xfrm flipH="1">
              <a:off x="320804" y="142601"/>
              <a:ext cx="343668" cy="136005"/>
              <a:chOff x="9155860" y="594570"/>
              <a:chExt cx="699330" cy="276756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B46E37AA-24C9-2989-0EC5-410998F94937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E082D3F4-E77D-C8E7-4B7C-90B44516877A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D26EDEC-2676-0920-8C75-3E2C43E06440}"/>
                </a:ext>
              </a:extLst>
            </p:cNvPr>
            <p:cNvGrpSpPr/>
            <p:nvPr/>
          </p:nvGrpSpPr>
          <p:grpSpPr>
            <a:xfrm flipH="1">
              <a:off x="320804" y="463753"/>
              <a:ext cx="343668" cy="136005"/>
              <a:chOff x="9155860" y="594570"/>
              <a:chExt cx="699330" cy="276756"/>
            </a:xfrm>
          </p:grpSpPr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B897B862-65D2-906D-6604-D449AEF9ED70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2FD3F75F-0B44-BD9F-E63C-3FBA1D9A7C98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F05BDAAC-0552-3E6F-23B8-64332EBCD9CF}"/>
                </a:ext>
              </a:extLst>
            </p:cNvPr>
            <p:cNvGrpSpPr/>
            <p:nvPr/>
          </p:nvGrpSpPr>
          <p:grpSpPr>
            <a:xfrm flipH="1">
              <a:off x="320804" y="784905"/>
              <a:ext cx="343668" cy="136005"/>
              <a:chOff x="9155860" y="594570"/>
              <a:chExt cx="699330" cy="276756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CB757BD5-02F8-707C-BF11-F4DB55DDE491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44BA4A60-5F0E-8767-BE1D-A9A64BBC790A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5D772CB1-4410-E7D1-0CDA-9087B53D9132}"/>
                </a:ext>
              </a:extLst>
            </p:cNvPr>
            <p:cNvGrpSpPr/>
            <p:nvPr/>
          </p:nvGrpSpPr>
          <p:grpSpPr>
            <a:xfrm flipH="1">
              <a:off x="320804" y="1106057"/>
              <a:ext cx="343668" cy="136005"/>
              <a:chOff x="9155860" y="594570"/>
              <a:chExt cx="699330" cy="276756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B6CFF68D-1034-CAC1-5A35-FBF8F8B1A4CD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2B4BACE8-95EE-E4EC-2037-C889187EA8EB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9BF4A48D-03C4-1C2D-E8F7-36606E7C016F}"/>
                </a:ext>
              </a:extLst>
            </p:cNvPr>
            <p:cNvGrpSpPr/>
            <p:nvPr/>
          </p:nvGrpSpPr>
          <p:grpSpPr>
            <a:xfrm flipH="1">
              <a:off x="320804" y="1427209"/>
              <a:ext cx="343668" cy="136005"/>
              <a:chOff x="9155860" y="594570"/>
              <a:chExt cx="699330" cy="276756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085C0E0-D06A-06EA-26F1-5B11CD88F59D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C763A975-7621-BAE0-BFA7-6B0E6C1D8FF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5B9D4975-5A46-F4AE-0755-F18282E9D938}"/>
                </a:ext>
              </a:extLst>
            </p:cNvPr>
            <p:cNvGrpSpPr/>
            <p:nvPr/>
          </p:nvGrpSpPr>
          <p:grpSpPr>
            <a:xfrm flipH="1">
              <a:off x="320804" y="1748361"/>
              <a:ext cx="343668" cy="136005"/>
              <a:chOff x="9155860" y="594570"/>
              <a:chExt cx="699330" cy="276756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5BBB0661-73AE-1937-E51E-04BF1E98A78C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EA6EC77C-DE27-9A4A-B5D9-A05138373AC1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D01F85E7-65CA-9845-1491-4C14179F96FC}"/>
                </a:ext>
              </a:extLst>
            </p:cNvPr>
            <p:cNvGrpSpPr/>
            <p:nvPr/>
          </p:nvGrpSpPr>
          <p:grpSpPr>
            <a:xfrm flipH="1">
              <a:off x="320804" y="2069513"/>
              <a:ext cx="343668" cy="136005"/>
              <a:chOff x="9155860" y="594570"/>
              <a:chExt cx="699330" cy="276756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CBEF30FB-FDF4-8F1B-354F-AAE4D3D702C2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DBAA808-9C13-37F4-0629-1F68B98314BD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7D10BA3B-0370-74E3-9D88-11F1FC81FB07}"/>
                </a:ext>
              </a:extLst>
            </p:cNvPr>
            <p:cNvGrpSpPr/>
            <p:nvPr/>
          </p:nvGrpSpPr>
          <p:grpSpPr>
            <a:xfrm flipH="1">
              <a:off x="320804" y="2390665"/>
              <a:ext cx="343668" cy="136005"/>
              <a:chOff x="9155860" y="594570"/>
              <a:chExt cx="699330" cy="276756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022024CD-13FD-7F58-81FD-82CBFB7FF227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1B2C16EC-75CA-9EBF-6D3C-CF7826F74CE2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ECD2A4A-3578-67EC-37BD-725F6F9095DA}"/>
                </a:ext>
              </a:extLst>
            </p:cNvPr>
            <p:cNvGrpSpPr/>
            <p:nvPr/>
          </p:nvGrpSpPr>
          <p:grpSpPr>
            <a:xfrm flipH="1">
              <a:off x="320804" y="2711817"/>
              <a:ext cx="343668" cy="136005"/>
              <a:chOff x="9155860" y="594570"/>
              <a:chExt cx="699330" cy="276756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3A60B66-C50C-F77D-9B63-443EC51419A3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8339896D-36CB-3619-36D0-13401F309A48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6AE9918-3C24-0A20-6D78-D08ADE190DBA}"/>
                </a:ext>
              </a:extLst>
            </p:cNvPr>
            <p:cNvGrpSpPr/>
            <p:nvPr/>
          </p:nvGrpSpPr>
          <p:grpSpPr>
            <a:xfrm flipH="1">
              <a:off x="320804" y="3032969"/>
              <a:ext cx="343668" cy="136005"/>
              <a:chOff x="9155860" y="594570"/>
              <a:chExt cx="699330" cy="276756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4824E4D8-ACD1-CEE4-85B0-0CE5BDBB0693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4B48EAE1-2090-3BC3-BE15-D9FD615453E2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C08D799-021E-21CE-543A-F9FDCDD724A9}"/>
                </a:ext>
              </a:extLst>
            </p:cNvPr>
            <p:cNvGrpSpPr/>
            <p:nvPr/>
          </p:nvGrpSpPr>
          <p:grpSpPr>
            <a:xfrm flipH="1">
              <a:off x="320804" y="3354121"/>
              <a:ext cx="343668" cy="136005"/>
              <a:chOff x="9155860" y="594570"/>
              <a:chExt cx="699330" cy="276756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01E96A84-AB24-35AB-D72D-5596AD0FBAE2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6398C62F-09B0-EB73-785E-DE7BFEAF6A8E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B166CD65-0907-23C8-7FC2-59AFA329EF17}"/>
                </a:ext>
              </a:extLst>
            </p:cNvPr>
            <p:cNvGrpSpPr/>
            <p:nvPr/>
          </p:nvGrpSpPr>
          <p:grpSpPr>
            <a:xfrm flipH="1">
              <a:off x="320804" y="3675273"/>
              <a:ext cx="343668" cy="136005"/>
              <a:chOff x="9155860" y="594570"/>
              <a:chExt cx="699330" cy="276756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7D6E33BA-50ED-BDB5-D265-1D74FC5F5186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4ADC958B-39C7-2476-3D27-2CE29EFBE857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F33D7A38-78CC-CA17-A8CA-F3A485547E83}"/>
                </a:ext>
              </a:extLst>
            </p:cNvPr>
            <p:cNvGrpSpPr/>
            <p:nvPr/>
          </p:nvGrpSpPr>
          <p:grpSpPr>
            <a:xfrm flipH="1">
              <a:off x="320804" y="3996425"/>
              <a:ext cx="343668" cy="136005"/>
              <a:chOff x="9155860" y="594570"/>
              <a:chExt cx="699330" cy="276756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7C41A57-B3F6-B261-8F09-B5550FB8F434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BE4BF156-2AC7-6959-0A62-C0B7ED261C3B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56129C2E-6708-B951-B56B-02BE5DF59CC1}"/>
                </a:ext>
              </a:extLst>
            </p:cNvPr>
            <p:cNvGrpSpPr/>
            <p:nvPr/>
          </p:nvGrpSpPr>
          <p:grpSpPr>
            <a:xfrm flipH="1">
              <a:off x="320804" y="4317577"/>
              <a:ext cx="343668" cy="136005"/>
              <a:chOff x="9155860" y="594570"/>
              <a:chExt cx="699330" cy="276756"/>
            </a:xfrm>
          </p:grpSpPr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2680A1AB-BF22-309D-1A1E-D5152CA220E4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8" name="자유형: 도형 117">
                <a:extLst>
                  <a:ext uri="{FF2B5EF4-FFF2-40B4-BE49-F238E27FC236}">
                    <a16:creationId xmlns:a16="http://schemas.microsoft.com/office/drawing/2014/main" id="{D45B6A99-E4C8-45DB-2D30-0CEB794D70D6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57EE68F-E4A3-73AD-4A58-EF6EC6AFE37A}"/>
                </a:ext>
              </a:extLst>
            </p:cNvPr>
            <p:cNvGrpSpPr/>
            <p:nvPr/>
          </p:nvGrpSpPr>
          <p:grpSpPr>
            <a:xfrm flipH="1">
              <a:off x="320804" y="4638729"/>
              <a:ext cx="343668" cy="136005"/>
              <a:chOff x="9155860" y="594570"/>
              <a:chExt cx="699330" cy="276756"/>
            </a:xfrm>
          </p:grpSpPr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D66C84D6-5C08-51FE-42CE-DDAD04E20059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" name="자유형: 도형 120">
                <a:extLst>
                  <a:ext uri="{FF2B5EF4-FFF2-40B4-BE49-F238E27FC236}">
                    <a16:creationId xmlns:a16="http://schemas.microsoft.com/office/drawing/2014/main" id="{BC455F4C-8EC4-C6F4-CE38-F15E8EF4579C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138C99D6-9E91-FBE8-BA95-33FA870D0029}"/>
                </a:ext>
              </a:extLst>
            </p:cNvPr>
            <p:cNvGrpSpPr/>
            <p:nvPr/>
          </p:nvGrpSpPr>
          <p:grpSpPr>
            <a:xfrm flipH="1">
              <a:off x="320804" y="4959881"/>
              <a:ext cx="343668" cy="136005"/>
              <a:chOff x="9155860" y="594570"/>
              <a:chExt cx="699330" cy="276756"/>
            </a:xfrm>
          </p:grpSpPr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B53CE211-A244-E91C-7B4F-FE0B5FFF8371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4" name="자유형: 도형 123">
                <a:extLst>
                  <a:ext uri="{FF2B5EF4-FFF2-40B4-BE49-F238E27FC236}">
                    <a16:creationId xmlns:a16="http://schemas.microsoft.com/office/drawing/2014/main" id="{868C054E-6026-EC71-1B1E-88E234399FAF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B06183CB-15E6-A75B-0674-28A7CF2D8C16}"/>
                </a:ext>
              </a:extLst>
            </p:cNvPr>
            <p:cNvGrpSpPr/>
            <p:nvPr/>
          </p:nvGrpSpPr>
          <p:grpSpPr>
            <a:xfrm flipH="1">
              <a:off x="320804" y="5281033"/>
              <a:ext cx="343668" cy="136005"/>
              <a:chOff x="9155860" y="594570"/>
              <a:chExt cx="699330" cy="276756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2E1BCBF5-692B-13AE-34DD-D6011E83812D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7" name="자유형: 도형 126">
                <a:extLst>
                  <a:ext uri="{FF2B5EF4-FFF2-40B4-BE49-F238E27FC236}">
                    <a16:creationId xmlns:a16="http://schemas.microsoft.com/office/drawing/2014/main" id="{22858B78-C421-3EE4-60B2-25C63D079A28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CF51D69-47E6-F2DF-BAFD-FDA0CFC117CA}"/>
                </a:ext>
              </a:extLst>
            </p:cNvPr>
            <p:cNvGrpSpPr/>
            <p:nvPr/>
          </p:nvGrpSpPr>
          <p:grpSpPr>
            <a:xfrm flipH="1">
              <a:off x="320804" y="5602185"/>
              <a:ext cx="343668" cy="136005"/>
              <a:chOff x="9155860" y="594570"/>
              <a:chExt cx="699330" cy="276756"/>
            </a:xfrm>
          </p:grpSpPr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73C696B7-7D2B-623B-14CA-CAB4B521B16F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0" name="자유형: 도형 129">
                <a:extLst>
                  <a:ext uri="{FF2B5EF4-FFF2-40B4-BE49-F238E27FC236}">
                    <a16:creationId xmlns:a16="http://schemas.microsoft.com/office/drawing/2014/main" id="{B955E793-0050-B31C-BCA4-A34257653E9D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7E9BAE25-7222-11B9-8F55-E619E84B2132}"/>
                </a:ext>
              </a:extLst>
            </p:cNvPr>
            <p:cNvGrpSpPr/>
            <p:nvPr/>
          </p:nvGrpSpPr>
          <p:grpSpPr>
            <a:xfrm flipH="1">
              <a:off x="320804" y="5923337"/>
              <a:ext cx="343668" cy="136005"/>
              <a:chOff x="9155860" y="594570"/>
              <a:chExt cx="699330" cy="276756"/>
            </a:xfrm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0192332F-B46D-683C-F63E-8E09BC11C3B5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3" name="자유형: 도형 132">
                <a:extLst>
                  <a:ext uri="{FF2B5EF4-FFF2-40B4-BE49-F238E27FC236}">
                    <a16:creationId xmlns:a16="http://schemas.microsoft.com/office/drawing/2014/main" id="{20E1348E-C1F6-495A-289E-275BBD6C8CA5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AC25257F-A7E5-B6A3-3EF8-5E2DDCEB2748}"/>
                </a:ext>
              </a:extLst>
            </p:cNvPr>
            <p:cNvGrpSpPr/>
            <p:nvPr/>
          </p:nvGrpSpPr>
          <p:grpSpPr>
            <a:xfrm flipH="1">
              <a:off x="320804" y="6244489"/>
              <a:ext cx="343668" cy="136005"/>
              <a:chOff x="9155860" y="594570"/>
              <a:chExt cx="699330" cy="276756"/>
            </a:xfrm>
          </p:grpSpPr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A8DD815D-F7DE-3A2B-44BF-DF8E116B3B1C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A4A68160-D830-0FB5-E48D-DEEC7594A9AE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1186C523-ED32-66AC-E65E-3A26F5A31848}"/>
                </a:ext>
              </a:extLst>
            </p:cNvPr>
            <p:cNvGrpSpPr/>
            <p:nvPr/>
          </p:nvGrpSpPr>
          <p:grpSpPr>
            <a:xfrm flipH="1">
              <a:off x="320804" y="6565641"/>
              <a:ext cx="343668" cy="136005"/>
              <a:chOff x="9155860" y="594570"/>
              <a:chExt cx="699330" cy="276756"/>
            </a:xfrm>
          </p:grpSpPr>
          <p:sp>
            <p:nvSpPr>
              <p:cNvPr id="138" name="타원 137">
                <a:extLst>
                  <a:ext uri="{FF2B5EF4-FFF2-40B4-BE49-F238E27FC236}">
                    <a16:creationId xmlns:a16="http://schemas.microsoft.com/office/drawing/2014/main" id="{A885DB44-0158-DF14-C368-C78A140C6260}"/>
                  </a:ext>
                </a:extLst>
              </p:cNvPr>
              <p:cNvSpPr/>
              <p:nvPr/>
            </p:nvSpPr>
            <p:spPr>
              <a:xfrm>
                <a:off x="9155860" y="594570"/>
                <a:ext cx="276756" cy="27675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/>
                <a:lightRig rig="soft" dir="t"/>
              </a:scene3d>
              <a:sp3d prstMaterial="matte">
                <a:bevelT w="19050" h="88900" prst="slop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9" name="자유형: 도형 138">
                <a:extLst>
                  <a:ext uri="{FF2B5EF4-FFF2-40B4-BE49-F238E27FC236}">
                    <a16:creationId xmlns:a16="http://schemas.microsoft.com/office/drawing/2014/main" id="{AF79DD14-FD4B-D3B7-F0B2-AC905AC167A3}"/>
                  </a:ext>
                </a:extLst>
              </p:cNvPr>
              <p:cNvSpPr/>
              <p:nvPr/>
            </p:nvSpPr>
            <p:spPr>
              <a:xfrm>
                <a:off x="9235315" y="634363"/>
                <a:ext cx="619875" cy="197169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gradFill flip="none" rotWithShape="1">
                <a:gsLst>
                  <a:gs pos="63300">
                    <a:schemeClr val="bg1">
                      <a:lumMod val="9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1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73D9939-A0BD-FF84-6D0C-E966D628F701}"/>
              </a:ext>
            </a:extLst>
          </p:cNvPr>
          <p:cNvSpPr txBox="1"/>
          <p:nvPr/>
        </p:nvSpPr>
        <p:spPr>
          <a:xfrm>
            <a:off x="858409" y="210603"/>
            <a:ext cx="7955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1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 PRESENTATION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D5480C-E69C-8FA8-78AF-96C904734D39}"/>
              </a:ext>
            </a:extLst>
          </p:cNvPr>
          <p:cNvSpPr/>
          <p:nvPr/>
        </p:nvSpPr>
        <p:spPr>
          <a:xfrm>
            <a:off x="1903824" y="2093812"/>
            <a:ext cx="3840800" cy="140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7CEB0A57-1E5C-46CE-7FE2-FA949267920D}"/>
              </a:ext>
            </a:extLst>
          </p:cNvPr>
          <p:cNvSpPr/>
          <p:nvPr/>
        </p:nvSpPr>
        <p:spPr>
          <a:xfrm rot="10800000" flipH="1" flipV="1">
            <a:off x="4402041" y="2161131"/>
            <a:ext cx="500609" cy="310894"/>
          </a:xfrm>
          <a:custGeom>
            <a:avLst/>
            <a:gdLst/>
            <a:ahLst/>
            <a:cxnLst/>
            <a:rect l="l" t="t" r="r" b="b"/>
            <a:pathLst>
              <a:path w="500609" h="310894">
                <a:moveTo>
                  <a:pt x="479448" y="55021"/>
                </a:moveTo>
                <a:cubicBezTo>
                  <a:pt x="472757" y="55021"/>
                  <a:pt x="469411" y="59575"/>
                  <a:pt x="469411" y="68685"/>
                </a:cubicBezTo>
                <a:cubicBezTo>
                  <a:pt x="469411" y="77391"/>
                  <a:pt x="472676" y="81744"/>
                  <a:pt x="479206" y="81744"/>
                </a:cubicBezTo>
                <a:cubicBezTo>
                  <a:pt x="485736" y="81744"/>
                  <a:pt x="489001" y="77230"/>
                  <a:pt x="489001" y="68201"/>
                </a:cubicBezTo>
                <a:cubicBezTo>
                  <a:pt x="489001" y="63929"/>
                  <a:pt x="488144" y="60664"/>
                  <a:pt x="486431" y="58406"/>
                </a:cubicBezTo>
                <a:cubicBezTo>
                  <a:pt x="484718" y="56149"/>
                  <a:pt x="482390" y="55021"/>
                  <a:pt x="479448" y="55021"/>
                </a:cubicBezTo>
                <a:close/>
                <a:moveTo>
                  <a:pt x="33357" y="55002"/>
                </a:moveTo>
                <a:lnTo>
                  <a:pt x="359555" y="55002"/>
                </a:lnTo>
                <a:cubicBezTo>
                  <a:pt x="377978" y="55002"/>
                  <a:pt x="392912" y="69936"/>
                  <a:pt x="392912" y="88359"/>
                </a:cubicBezTo>
                <a:lnTo>
                  <a:pt x="392912" y="221781"/>
                </a:lnTo>
                <a:cubicBezTo>
                  <a:pt x="392912" y="240204"/>
                  <a:pt x="377978" y="255138"/>
                  <a:pt x="359555" y="255138"/>
                </a:cubicBezTo>
                <a:lnTo>
                  <a:pt x="224500" y="255138"/>
                </a:lnTo>
                <a:lnTo>
                  <a:pt x="196455" y="310894"/>
                </a:lnTo>
                <a:lnTo>
                  <a:pt x="168410" y="255138"/>
                </a:lnTo>
                <a:lnTo>
                  <a:pt x="33357" y="255138"/>
                </a:lnTo>
                <a:cubicBezTo>
                  <a:pt x="14934" y="255138"/>
                  <a:pt x="0" y="240204"/>
                  <a:pt x="0" y="221781"/>
                </a:cubicBezTo>
                <a:lnTo>
                  <a:pt x="0" y="88359"/>
                </a:lnTo>
                <a:cubicBezTo>
                  <a:pt x="0" y="69936"/>
                  <a:pt x="14934" y="55002"/>
                  <a:pt x="33357" y="55002"/>
                </a:cubicBezTo>
                <a:close/>
                <a:moveTo>
                  <a:pt x="479932" y="45226"/>
                </a:moveTo>
                <a:cubicBezTo>
                  <a:pt x="486542" y="45226"/>
                  <a:pt x="491641" y="47181"/>
                  <a:pt x="495228" y="51090"/>
                </a:cubicBezTo>
                <a:cubicBezTo>
                  <a:pt x="498816" y="55000"/>
                  <a:pt x="500609" y="60543"/>
                  <a:pt x="500609" y="67717"/>
                </a:cubicBezTo>
                <a:cubicBezTo>
                  <a:pt x="500609" y="74812"/>
                  <a:pt x="498594" y="80555"/>
                  <a:pt x="494563" y="84949"/>
                </a:cubicBezTo>
                <a:cubicBezTo>
                  <a:pt x="490533" y="89342"/>
                  <a:pt x="485192" y="91539"/>
                  <a:pt x="478541" y="91539"/>
                </a:cubicBezTo>
                <a:cubicBezTo>
                  <a:pt x="472334" y="91539"/>
                  <a:pt x="467315" y="89514"/>
                  <a:pt x="463486" y="85463"/>
                </a:cubicBezTo>
                <a:cubicBezTo>
                  <a:pt x="459657" y="81412"/>
                  <a:pt x="457742" y="76021"/>
                  <a:pt x="457742" y="69289"/>
                </a:cubicBezTo>
                <a:cubicBezTo>
                  <a:pt x="457742" y="62034"/>
                  <a:pt x="459748" y="56210"/>
                  <a:pt x="463758" y="51816"/>
                </a:cubicBezTo>
                <a:cubicBezTo>
                  <a:pt x="467769" y="47422"/>
                  <a:pt x="473160" y="45226"/>
                  <a:pt x="479932" y="45226"/>
                </a:cubicBezTo>
                <a:close/>
                <a:moveTo>
                  <a:pt x="424851" y="9674"/>
                </a:moveTo>
                <a:cubicBezTo>
                  <a:pt x="418120" y="9674"/>
                  <a:pt x="414754" y="14249"/>
                  <a:pt x="414754" y="23399"/>
                </a:cubicBezTo>
                <a:cubicBezTo>
                  <a:pt x="414754" y="32106"/>
                  <a:pt x="418019" y="36459"/>
                  <a:pt x="424549" y="36459"/>
                </a:cubicBezTo>
                <a:cubicBezTo>
                  <a:pt x="431119" y="36459"/>
                  <a:pt x="434404" y="31944"/>
                  <a:pt x="434404" y="22915"/>
                </a:cubicBezTo>
                <a:cubicBezTo>
                  <a:pt x="434404" y="14088"/>
                  <a:pt x="431220" y="9674"/>
                  <a:pt x="424851" y="9674"/>
                </a:cubicBezTo>
                <a:close/>
                <a:moveTo>
                  <a:pt x="473765" y="1210"/>
                </a:moveTo>
                <a:lnTo>
                  <a:pt x="487187" y="1210"/>
                </a:lnTo>
                <a:lnTo>
                  <a:pt x="429446" y="90390"/>
                </a:lnTo>
                <a:lnTo>
                  <a:pt x="416205" y="90390"/>
                </a:lnTo>
                <a:close/>
                <a:moveTo>
                  <a:pt x="425275" y="0"/>
                </a:moveTo>
                <a:cubicBezTo>
                  <a:pt x="431804" y="0"/>
                  <a:pt x="436883" y="1986"/>
                  <a:pt x="440511" y="5956"/>
                </a:cubicBezTo>
                <a:cubicBezTo>
                  <a:pt x="444138" y="9926"/>
                  <a:pt x="445952" y="15418"/>
                  <a:pt x="445952" y="22432"/>
                </a:cubicBezTo>
                <a:cubicBezTo>
                  <a:pt x="445952" y="29606"/>
                  <a:pt x="443927" y="35360"/>
                  <a:pt x="439876" y="39693"/>
                </a:cubicBezTo>
                <a:cubicBezTo>
                  <a:pt x="435825" y="44026"/>
                  <a:pt x="430454" y="46193"/>
                  <a:pt x="423763" y="46193"/>
                </a:cubicBezTo>
                <a:cubicBezTo>
                  <a:pt x="417556" y="46193"/>
                  <a:pt x="412537" y="44168"/>
                  <a:pt x="408708" y="40117"/>
                </a:cubicBezTo>
                <a:cubicBezTo>
                  <a:pt x="404879" y="36066"/>
                  <a:pt x="402964" y="30695"/>
                  <a:pt x="402964" y="24004"/>
                </a:cubicBezTo>
                <a:cubicBezTo>
                  <a:pt x="402964" y="16748"/>
                  <a:pt x="404970" y="10934"/>
                  <a:pt x="408980" y="6561"/>
                </a:cubicBezTo>
                <a:cubicBezTo>
                  <a:pt x="412991" y="2187"/>
                  <a:pt x="418422" y="0"/>
                  <a:pt x="42527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000" bIns="7200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73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7127431-2AD5-CFA1-15C1-AF9CBD29C4F8}"/>
              </a:ext>
            </a:extLst>
          </p:cNvPr>
          <p:cNvSpPr/>
          <p:nvPr/>
        </p:nvSpPr>
        <p:spPr>
          <a:xfrm>
            <a:off x="1947366" y="2589210"/>
            <a:ext cx="3600000" cy="1755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4B3823F6-9EFF-A388-A21C-63D0508258D1}"/>
              </a:ext>
            </a:extLst>
          </p:cNvPr>
          <p:cNvSpPr/>
          <p:nvPr/>
        </p:nvSpPr>
        <p:spPr>
          <a:xfrm rot="16200000">
            <a:off x="3178818" y="1357763"/>
            <a:ext cx="175528" cy="263842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2F37"/>
          </a:solidFill>
          <a:ln>
            <a:noFill/>
          </a:ln>
          <a:effectLst>
            <a:outerShdw dist="381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D85A2C-9D01-F41D-1291-E8BAA8D7C2F7}"/>
              </a:ext>
            </a:extLst>
          </p:cNvPr>
          <p:cNvSpPr/>
          <p:nvPr/>
        </p:nvSpPr>
        <p:spPr>
          <a:xfrm>
            <a:off x="1903824" y="4371012"/>
            <a:ext cx="3840800" cy="140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29A577A1-EFF8-1F17-85D9-56A632C91B9C}"/>
              </a:ext>
            </a:extLst>
          </p:cNvPr>
          <p:cNvSpPr/>
          <p:nvPr/>
        </p:nvSpPr>
        <p:spPr>
          <a:xfrm rot="10800000" flipH="1" flipV="1">
            <a:off x="4910041" y="4438331"/>
            <a:ext cx="500609" cy="310894"/>
          </a:xfrm>
          <a:custGeom>
            <a:avLst/>
            <a:gdLst/>
            <a:ahLst/>
            <a:cxnLst/>
            <a:rect l="l" t="t" r="r" b="b"/>
            <a:pathLst>
              <a:path w="500609" h="310894">
                <a:moveTo>
                  <a:pt x="479448" y="55021"/>
                </a:moveTo>
                <a:cubicBezTo>
                  <a:pt x="472757" y="55021"/>
                  <a:pt x="469411" y="59575"/>
                  <a:pt x="469411" y="68685"/>
                </a:cubicBezTo>
                <a:cubicBezTo>
                  <a:pt x="469411" y="77391"/>
                  <a:pt x="472676" y="81744"/>
                  <a:pt x="479206" y="81744"/>
                </a:cubicBezTo>
                <a:cubicBezTo>
                  <a:pt x="485736" y="81744"/>
                  <a:pt x="489001" y="77230"/>
                  <a:pt x="489001" y="68201"/>
                </a:cubicBezTo>
                <a:cubicBezTo>
                  <a:pt x="489001" y="63929"/>
                  <a:pt x="488144" y="60664"/>
                  <a:pt x="486431" y="58406"/>
                </a:cubicBezTo>
                <a:cubicBezTo>
                  <a:pt x="484718" y="56149"/>
                  <a:pt x="482390" y="55021"/>
                  <a:pt x="479448" y="55021"/>
                </a:cubicBezTo>
                <a:close/>
                <a:moveTo>
                  <a:pt x="33357" y="55002"/>
                </a:moveTo>
                <a:lnTo>
                  <a:pt x="359555" y="55002"/>
                </a:lnTo>
                <a:cubicBezTo>
                  <a:pt x="377978" y="55002"/>
                  <a:pt x="392912" y="69936"/>
                  <a:pt x="392912" y="88359"/>
                </a:cubicBezTo>
                <a:lnTo>
                  <a:pt x="392912" y="221781"/>
                </a:lnTo>
                <a:cubicBezTo>
                  <a:pt x="392912" y="240204"/>
                  <a:pt x="377978" y="255138"/>
                  <a:pt x="359555" y="255138"/>
                </a:cubicBezTo>
                <a:lnTo>
                  <a:pt x="224500" y="255138"/>
                </a:lnTo>
                <a:lnTo>
                  <a:pt x="196455" y="310894"/>
                </a:lnTo>
                <a:lnTo>
                  <a:pt x="168410" y="255138"/>
                </a:lnTo>
                <a:lnTo>
                  <a:pt x="33357" y="255138"/>
                </a:lnTo>
                <a:cubicBezTo>
                  <a:pt x="14934" y="255138"/>
                  <a:pt x="0" y="240204"/>
                  <a:pt x="0" y="221781"/>
                </a:cubicBezTo>
                <a:lnTo>
                  <a:pt x="0" y="88359"/>
                </a:lnTo>
                <a:cubicBezTo>
                  <a:pt x="0" y="69936"/>
                  <a:pt x="14934" y="55002"/>
                  <a:pt x="33357" y="55002"/>
                </a:cubicBezTo>
                <a:close/>
                <a:moveTo>
                  <a:pt x="479932" y="45226"/>
                </a:moveTo>
                <a:cubicBezTo>
                  <a:pt x="486542" y="45226"/>
                  <a:pt x="491641" y="47181"/>
                  <a:pt x="495228" y="51090"/>
                </a:cubicBezTo>
                <a:cubicBezTo>
                  <a:pt x="498816" y="55000"/>
                  <a:pt x="500609" y="60543"/>
                  <a:pt x="500609" y="67717"/>
                </a:cubicBezTo>
                <a:cubicBezTo>
                  <a:pt x="500609" y="74812"/>
                  <a:pt x="498594" y="80555"/>
                  <a:pt x="494563" y="84949"/>
                </a:cubicBezTo>
                <a:cubicBezTo>
                  <a:pt x="490533" y="89342"/>
                  <a:pt x="485192" y="91539"/>
                  <a:pt x="478541" y="91539"/>
                </a:cubicBezTo>
                <a:cubicBezTo>
                  <a:pt x="472334" y="91539"/>
                  <a:pt x="467315" y="89514"/>
                  <a:pt x="463486" y="85463"/>
                </a:cubicBezTo>
                <a:cubicBezTo>
                  <a:pt x="459657" y="81412"/>
                  <a:pt x="457742" y="76021"/>
                  <a:pt x="457742" y="69289"/>
                </a:cubicBezTo>
                <a:cubicBezTo>
                  <a:pt x="457742" y="62034"/>
                  <a:pt x="459748" y="56210"/>
                  <a:pt x="463758" y="51816"/>
                </a:cubicBezTo>
                <a:cubicBezTo>
                  <a:pt x="467769" y="47422"/>
                  <a:pt x="473160" y="45226"/>
                  <a:pt x="479932" y="45226"/>
                </a:cubicBezTo>
                <a:close/>
                <a:moveTo>
                  <a:pt x="424851" y="9674"/>
                </a:moveTo>
                <a:cubicBezTo>
                  <a:pt x="418120" y="9674"/>
                  <a:pt x="414754" y="14249"/>
                  <a:pt x="414754" y="23399"/>
                </a:cubicBezTo>
                <a:cubicBezTo>
                  <a:pt x="414754" y="32106"/>
                  <a:pt x="418019" y="36459"/>
                  <a:pt x="424549" y="36459"/>
                </a:cubicBezTo>
                <a:cubicBezTo>
                  <a:pt x="431119" y="36459"/>
                  <a:pt x="434404" y="31944"/>
                  <a:pt x="434404" y="22915"/>
                </a:cubicBezTo>
                <a:cubicBezTo>
                  <a:pt x="434404" y="14088"/>
                  <a:pt x="431220" y="9674"/>
                  <a:pt x="424851" y="9674"/>
                </a:cubicBezTo>
                <a:close/>
                <a:moveTo>
                  <a:pt x="473765" y="1210"/>
                </a:moveTo>
                <a:lnTo>
                  <a:pt x="487187" y="1210"/>
                </a:lnTo>
                <a:lnTo>
                  <a:pt x="429446" y="90390"/>
                </a:lnTo>
                <a:lnTo>
                  <a:pt x="416205" y="90390"/>
                </a:lnTo>
                <a:close/>
                <a:moveTo>
                  <a:pt x="425275" y="0"/>
                </a:moveTo>
                <a:cubicBezTo>
                  <a:pt x="431804" y="0"/>
                  <a:pt x="436883" y="1986"/>
                  <a:pt x="440511" y="5956"/>
                </a:cubicBezTo>
                <a:cubicBezTo>
                  <a:pt x="444138" y="9926"/>
                  <a:pt x="445952" y="15418"/>
                  <a:pt x="445952" y="22432"/>
                </a:cubicBezTo>
                <a:cubicBezTo>
                  <a:pt x="445952" y="29606"/>
                  <a:pt x="443927" y="35360"/>
                  <a:pt x="439876" y="39693"/>
                </a:cubicBezTo>
                <a:cubicBezTo>
                  <a:pt x="435825" y="44026"/>
                  <a:pt x="430454" y="46193"/>
                  <a:pt x="423763" y="46193"/>
                </a:cubicBezTo>
                <a:cubicBezTo>
                  <a:pt x="417556" y="46193"/>
                  <a:pt x="412537" y="44168"/>
                  <a:pt x="408708" y="40117"/>
                </a:cubicBezTo>
                <a:cubicBezTo>
                  <a:pt x="404879" y="36066"/>
                  <a:pt x="402964" y="30695"/>
                  <a:pt x="402964" y="24004"/>
                </a:cubicBezTo>
                <a:cubicBezTo>
                  <a:pt x="402964" y="16748"/>
                  <a:pt x="404970" y="10934"/>
                  <a:pt x="408980" y="6561"/>
                </a:cubicBezTo>
                <a:cubicBezTo>
                  <a:pt x="412991" y="2187"/>
                  <a:pt x="418422" y="0"/>
                  <a:pt x="42527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000" bIns="7200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88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F47B698-E118-98F1-E95F-A003C03D4B82}"/>
              </a:ext>
            </a:extLst>
          </p:cNvPr>
          <p:cNvSpPr/>
          <p:nvPr/>
        </p:nvSpPr>
        <p:spPr>
          <a:xfrm>
            <a:off x="1947366" y="4866410"/>
            <a:ext cx="3600000" cy="1755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6740C054-CC95-58DC-FDB6-8884883E2D1A}"/>
              </a:ext>
            </a:extLst>
          </p:cNvPr>
          <p:cNvSpPr/>
          <p:nvPr/>
        </p:nvSpPr>
        <p:spPr>
          <a:xfrm rot="16200000">
            <a:off x="3443604" y="3370176"/>
            <a:ext cx="175528" cy="316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2F37"/>
          </a:solidFill>
          <a:ln>
            <a:noFill/>
          </a:ln>
          <a:effectLst>
            <a:outerShdw dist="381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4E83BF-5393-73C4-D05D-3F2BDB723C16}"/>
              </a:ext>
            </a:extLst>
          </p:cNvPr>
          <p:cNvSpPr/>
          <p:nvPr/>
        </p:nvSpPr>
        <p:spPr>
          <a:xfrm>
            <a:off x="6774963" y="2095644"/>
            <a:ext cx="3840800" cy="140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4462845-E2C4-5E9B-1A0C-80EACC5847D7}"/>
              </a:ext>
            </a:extLst>
          </p:cNvPr>
          <p:cNvSpPr/>
          <p:nvPr/>
        </p:nvSpPr>
        <p:spPr>
          <a:xfrm rot="10800000" flipH="1" flipV="1">
            <a:off x="8371480" y="2162963"/>
            <a:ext cx="500609" cy="310894"/>
          </a:xfrm>
          <a:custGeom>
            <a:avLst/>
            <a:gdLst/>
            <a:ahLst/>
            <a:cxnLst/>
            <a:rect l="l" t="t" r="r" b="b"/>
            <a:pathLst>
              <a:path w="500609" h="310894">
                <a:moveTo>
                  <a:pt x="479448" y="55021"/>
                </a:moveTo>
                <a:cubicBezTo>
                  <a:pt x="472757" y="55021"/>
                  <a:pt x="469411" y="59575"/>
                  <a:pt x="469411" y="68685"/>
                </a:cubicBezTo>
                <a:cubicBezTo>
                  <a:pt x="469411" y="77391"/>
                  <a:pt x="472676" y="81744"/>
                  <a:pt x="479206" y="81744"/>
                </a:cubicBezTo>
                <a:cubicBezTo>
                  <a:pt x="485736" y="81744"/>
                  <a:pt x="489001" y="77230"/>
                  <a:pt x="489001" y="68201"/>
                </a:cubicBezTo>
                <a:cubicBezTo>
                  <a:pt x="489001" y="63929"/>
                  <a:pt x="488144" y="60664"/>
                  <a:pt x="486431" y="58406"/>
                </a:cubicBezTo>
                <a:cubicBezTo>
                  <a:pt x="484718" y="56149"/>
                  <a:pt x="482390" y="55021"/>
                  <a:pt x="479448" y="55021"/>
                </a:cubicBezTo>
                <a:close/>
                <a:moveTo>
                  <a:pt x="33357" y="55002"/>
                </a:moveTo>
                <a:lnTo>
                  <a:pt x="359555" y="55002"/>
                </a:lnTo>
                <a:cubicBezTo>
                  <a:pt x="377978" y="55002"/>
                  <a:pt x="392912" y="69936"/>
                  <a:pt x="392912" y="88359"/>
                </a:cubicBezTo>
                <a:lnTo>
                  <a:pt x="392912" y="221781"/>
                </a:lnTo>
                <a:cubicBezTo>
                  <a:pt x="392912" y="240204"/>
                  <a:pt x="377978" y="255138"/>
                  <a:pt x="359555" y="255138"/>
                </a:cubicBezTo>
                <a:lnTo>
                  <a:pt x="224500" y="255138"/>
                </a:lnTo>
                <a:lnTo>
                  <a:pt x="196455" y="310894"/>
                </a:lnTo>
                <a:lnTo>
                  <a:pt x="168410" y="255138"/>
                </a:lnTo>
                <a:lnTo>
                  <a:pt x="33357" y="255138"/>
                </a:lnTo>
                <a:cubicBezTo>
                  <a:pt x="14934" y="255138"/>
                  <a:pt x="0" y="240204"/>
                  <a:pt x="0" y="221781"/>
                </a:cubicBezTo>
                <a:lnTo>
                  <a:pt x="0" y="88359"/>
                </a:lnTo>
                <a:cubicBezTo>
                  <a:pt x="0" y="69936"/>
                  <a:pt x="14934" y="55002"/>
                  <a:pt x="33357" y="55002"/>
                </a:cubicBezTo>
                <a:close/>
                <a:moveTo>
                  <a:pt x="479932" y="45226"/>
                </a:moveTo>
                <a:cubicBezTo>
                  <a:pt x="486542" y="45226"/>
                  <a:pt x="491641" y="47181"/>
                  <a:pt x="495228" y="51090"/>
                </a:cubicBezTo>
                <a:cubicBezTo>
                  <a:pt x="498816" y="55000"/>
                  <a:pt x="500609" y="60543"/>
                  <a:pt x="500609" y="67717"/>
                </a:cubicBezTo>
                <a:cubicBezTo>
                  <a:pt x="500609" y="74812"/>
                  <a:pt x="498594" y="80555"/>
                  <a:pt x="494563" y="84949"/>
                </a:cubicBezTo>
                <a:cubicBezTo>
                  <a:pt x="490533" y="89342"/>
                  <a:pt x="485192" y="91539"/>
                  <a:pt x="478541" y="91539"/>
                </a:cubicBezTo>
                <a:cubicBezTo>
                  <a:pt x="472334" y="91539"/>
                  <a:pt x="467315" y="89514"/>
                  <a:pt x="463486" y="85463"/>
                </a:cubicBezTo>
                <a:cubicBezTo>
                  <a:pt x="459657" y="81412"/>
                  <a:pt x="457742" y="76021"/>
                  <a:pt x="457742" y="69289"/>
                </a:cubicBezTo>
                <a:cubicBezTo>
                  <a:pt x="457742" y="62034"/>
                  <a:pt x="459748" y="56210"/>
                  <a:pt x="463758" y="51816"/>
                </a:cubicBezTo>
                <a:cubicBezTo>
                  <a:pt x="467769" y="47422"/>
                  <a:pt x="473160" y="45226"/>
                  <a:pt x="479932" y="45226"/>
                </a:cubicBezTo>
                <a:close/>
                <a:moveTo>
                  <a:pt x="424851" y="9674"/>
                </a:moveTo>
                <a:cubicBezTo>
                  <a:pt x="418120" y="9674"/>
                  <a:pt x="414754" y="14249"/>
                  <a:pt x="414754" y="23399"/>
                </a:cubicBezTo>
                <a:cubicBezTo>
                  <a:pt x="414754" y="32106"/>
                  <a:pt x="418019" y="36459"/>
                  <a:pt x="424549" y="36459"/>
                </a:cubicBezTo>
                <a:cubicBezTo>
                  <a:pt x="431119" y="36459"/>
                  <a:pt x="434404" y="31944"/>
                  <a:pt x="434404" y="22915"/>
                </a:cubicBezTo>
                <a:cubicBezTo>
                  <a:pt x="434404" y="14088"/>
                  <a:pt x="431220" y="9674"/>
                  <a:pt x="424851" y="9674"/>
                </a:cubicBezTo>
                <a:close/>
                <a:moveTo>
                  <a:pt x="473765" y="1210"/>
                </a:moveTo>
                <a:lnTo>
                  <a:pt x="487187" y="1210"/>
                </a:lnTo>
                <a:lnTo>
                  <a:pt x="429446" y="90390"/>
                </a:lnTo>
                <a:lnTo>
                  <a:pt x="416205" y="90390"/>
                </a:lnTo>
                <a:close/>
                <a:moveTo>
                  <a:pt x="425275" y="0"/>
                </a:moveTo>
                <a:cubicBezTo>
                  <a:pt x="431804" y="0"/>
                  <a:pt x="436883" y="1986"/>
                  <a:pt x="440511" y="5956"/>
                </a:cubicBezTo>
                <a:cubicBezTo>
                  <a:pt x="444138" y="9926"/>
                  <a:pt x="445952" y="15418"/>
                  <a:pt x="445952" y="22432"/>
                </a:cubicBezTo>
                <a:cubicBezTo>
                  <a:pt x="445952" y="29606"/>
                  <a:pt x="443927" y="35360"/>
                  <a:pt x="439876" y="39693"/>
                </a:cubicBezTo>
                <a:cubicBezTo>
                  <a:pt x="435825" y="44026"/>
                  <a:pt x="430454" y="46193"/>
                  <a:pt x="423763" y="46193"/>
                </a:cubicBezTo>
                <a:cubicBezTo>
                  <a:pt x="417556" y="46193"/>
                  <a:pt x="412537" y="44168"/>
                  <a:pt x="408708" y="40117"/>
                </a:cubicBezTo>
                <a:cubicBezTo>
                  <a:pt x="404879" y="36066"/>
                  <a:pt x="402964" y="30695"/>
                  <a:pt x="402964" y="24004"/>
                </a:cubicBezTo>
                <a:cubicBezTo>
                  <a:pt x="402964" y="16748"/>
                  <a:pt x="404970" y="10934"/>
                  <a:pt x="408980" y="6561"/>
                </a:cubicBezTo>
                <a:cubicBezTo>
                  <a:pt x="412991" y="2187"/>
                  <a:pt x="418422" y="0"/>
                  <a:pt x="42527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000" bIns="7200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49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B6060A-AB48-9612-82BF-1C1415D9A08D}"/>
              </a:ext>
            </a:extLst>
          </p:cNvPr>
          <p:cNvSpPr/>
          <p:nvPr/>
        </p:nvSpPr>
        <p:spPr>
          <a:xfrm>
            <a:off x="6818505" y="2591042"/>
            <a:ext cx="3600000" cy="1755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6F01BBB8-C2F3-ADAF-D1BD-86AA3736D09C}"/>
              </a:ext>
            </a:extLst>
          </p:cNvPr>
          <p:cNvSpPr/>
          <p:nvPr/>
        </p:nvSpPr>
        <p:spPr>
          <a:xfrm rot="16200000">
            <a:off x="7612744" y="1796808"/>
            <a:ext cx="175528" cy="176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2F37"/>
          </a:solidFill>
          <a:ln>
            <a:noFill/>
          </a:ln>
          <a:effectLst>
            <a:outerShdw dist="381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C5A823-8567-2DD5-8A2B-F245A9BA172C}"/>
              </a:ext>
            </a:extLst>
          </p:cNvPr>
          <p:cNvSpPr/>
          <p:nvPr/>
        </p:nvSpPr>
        <p:spPr>
          <a:xfrm>
            <a:off x="6774963" y="4372844"/>
            <a:ext cx="3840800" cy="140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A45DC70E-1284-99C1-1AD5-26D258424FB4}"/>
              </a:ext>
            </a:extLst>
          </p:cNvPr>
          <p:cNvSpPr/>
          <p:nvPr/>
        </p:nvSpPr>
        <p:spPr>
          <a:xfrm rot="10800000" flipH="1" flipV="1">
            <a:off x="8955680" y="4440163"/>
            <a:ext cx="500609" cy="310894"/>
          </a:xfrm>
          <a:custGeom>
            <a:avLst/>
            <a:gdLst/>
            <a:ahLst/>
            <a:cxnLst/>
            <a:rect l="l" t="t" r="r" b="b"/>
            <a:pathLst>
              <a:path w="500609" h="310894">
                <a:moveTo>
                  <a:pt x="479448" y="55021"/>
                </a:moveTo>
                <a:cubicBezTo>
                  <a:pt x="472757" y="55021"/>
                  <a:pt x="469411" y="59575"/>
                  <a:pt x="469411" y="68685"/>
                </a:cubicBezTo>
                <a:cubicBezTo>
                  <a:pt x="469411" y="77391"/>
                  <a:pt x="472676" y="81744"/>
                  <a:pt x="479206" y="81744"/>
                </a:cubicBezTo>
                <a:cubicBezTo>
                  <a:pt x="485736" y="81744"/>
                  <a:pt x="489001" y="77230"/>
                  <a:pt x="489001" y="68201"/>
                </a:cubicBezTo>
                <a:cubicBezTo>
                  <a:pt x="489001" y="63929"/>
                  <a:pt x="488144" y="60664"/>
                  <a:pt x="486431" y="58406"/>
                </a:cubicBezTo>
                <a:cubicBezTo>
                  <a:pt x="484718" y="56149"/>
                  <a:pt x="482390" y="55021"/>
                  <a:pt x="479448" y="55021"/>
                </a:cubicBezTo>
                <a:close/>
                <a:moveTo>
                  <a:pt x="33357" y="55002"/>
                </a:moveTo>
                <a:lnTo>
                  <a:pt x="359555" y="55002"/>
                </a:lnTo>
                <a:cubicBezTo>
                  <a:pt x="377978" y="55002"/>
                  <a:pt x="392912" y="69936"/>
                  <a:pt x="392912" y="88359"/>
                </a:cubicBezTo>
                <a:lnTo>
                  <a:pt x="392912" y="221781"/>
                </a:lnTo>
                <a:cubicBezTo>
                  <a:pt x="392912" y="240204"/>
                  <a:pt x="377978" y="255138"/>
                  <a:pt x="359555" y="255138"/>
                </a:cubicBezTo>
                <a:lnTo>
                  <a:pt x="224500" y="255138"/>
                </a:lnTo>
                <a:lnTo>
                  <a:pt x="196455" y="310894"/>
                </a:lnTo>
                <a:lnTo>
                  <a:pt x="168410" y="255138"/>
                </a:lnTo>
                <a:lnTo>
                  <a:pt x="33357" y="255138"/>
                </a:lnTo>
                <a:cubicBezTo>
                  <a:pt x="14934" y="255138"/>
                  <a:pt x="0" y="240204"/>
                  <a:pt x="0" y="221781"/>
                </a:cubicBezTo>
                <a:lnTo>
                  <a:pt x="0" y="88359"/>
                </a:lnTo>
                <a:cubicBezTo>
                  <a:pt x="0" y="69936"/>
                  <a:pt x="14934" y="55002"/>
                  <a:pt x="33357" y="55002"/>
                </a:cubicBezTo>
                <a:close/>
                <a:moveTo>
                  <a:pt x="479932" y="45226"/>
                </a:moveTo>
                <a:cubicBezTo>
                  <a:pt x="486542" y="45226"/>
                  <a:pt x="491641" y="47181"/>
                  <a:pt x="495228" y="51090"/>
                </a:cubicBezTo>
                <a:cubicBezTo>
                  <a:pt x="498816" y="55000"/>
                  <a:pt x="500609" y="60543"/>
                  <a:pt x="500609" y="67717"/>
                </a:cubicBezTo>
                <a:cubicBezTo>
                  <a:pt x="500609" y="74812"/>
                  <a:pt x="498594" y="80555"/>
                  <a:pt x="494563" y="84949"/>
                </a:cubicBezTo>
                <a:cubicBezTo>
                  <a:pt x="490533" y="89342"/>
                  <a:pt x="485192" y="91539"/>
                  <a:pt x="478541" y="91539"/>
                </a:cubicBezTo>
                <a:cubicBezTo>
                  <a:pt x="472334" y="91539"/>
                  <a:pt x="467315" y="89514"/>
                  <a:pt x="463486" y="85463"/>
                </a:cubicBezTo>
                <a:cubicBezTo>
                  <a:pt x="459657" y="81412"/>
                  <a:pt x="457742" y="76021"/>
                  <a:pt x="457742" y="69289"/>
                </a:cubicBezTo>
                <a:cubicBezTo>
                  <a:pt x="457742" y="62034"/>
                  <a:pt x="459748" y="56210"/>
                  <a:pt x="463758" y="51816"/>
                </a:cubicBezTo>
                <a:cubicBezTo>
                  <a:pt x="467769" y="47422"/>
                  <a:pt x="473160" y="45226"/>
                  <a:pt x="479932" y="45226"/>
                </a:cubicBezTo>
                <a:close/>
                <a:moveTo>
                  <a:pt x="424851" y="9674"/>
                </a:moveTo>
                <a:cubicBezTo>
                  <a:pt x="418120" y="9674"/>
                  <a:pt x="414754" y="14249"/>
                  <a:pt x="414754" y="23399"/>
                </a:cubicBezTo>
                <a:cubicBezTo>
                  <a:pt x="414754" y="32106"/>
                  <a:pt x="418019" y="36459"/>
                  <a:pt x="424549" y="36459"/>
                </a:cubicBezTo>
                <a:cubicBezTo>
                  <a:pt x="431119" y="36459"/>
                  <a:pt x="434404" y="31944"/>
                  <a:pt x="434404" y="22915"/>
                </a:cubicBezTo>
                <a:cubicBezTo>
                  <a:pt x="434404" y="14088"/>
                  <a:pt x="431220" y="9674"/>
                  <a:pt x="424851" y="9674"/>
                </a:cubicBezTo>
                <a:close/>
                <a:moveTo>
                  <a:pt x="473765" y="1210"/>
                </a:moveTo>
                <a:lnTo>
                  <a:pt x="487187" y="1210"/>
                </a:lnTo>
                <a:lnTo>
                  <a:pt x="429446" y="90390"/>
                </a:lnTo>
                <a:lnTo>
                  <a:pt x="416205" y="90390"/>
                </a:lnTo>
                <a:close/>
                <a:moveTo>
                  <a:pt x="425275" y="0"/>
                </a:moveTo>
                <a:cubicBezTo>
                  <a:pt x="431804" y="0"/>
                  <a:pt x="436883" y="1986"/>
                  <a:pt x="440511" y="5956"/>
                </a:cubicBezTo>
                <a:cubicBezTo>
                  <a:pt x="444138" y="9926"/>
                  <a:pt x="445952" y="15418"/>
                  <a:pt x="445952" y="22432"/>
                </a:cubicBezTo>
                <a:cubicBezTo>
                  <a:pt x="445952" y="29606"/>
                  <a:pt x="443927" y="35360"/>
                  <a:pt x="439876" y="39693"/>
                </a:cubicBezTo>
                <a:cubicBezTo>
                  <a:pt x="435825" y="44026"/>
                  <a:pt x="430454" y="46193"/>
                  <a:pt x="423763" y="46193"/>
                </a:cubicBezTo>
                <a:cubicBezTo>
                  <a:pt x="417556" y="46193"/>
                  <a:pt x="412537" y="44168"/>
                  <a:pt x="408708" y="40117"/>
                </a:cubicBezTo>
                <a:cubicBezTo>
                  <a:pt x="404879" y="36066"/>
                  <a:pt x="402964" y="30695"/>
                  <a:pt x="402964" y="24004"/>
                </a:cubicBezTo>
                <a:cubicBezTo>
                  <a:pt x="402964" y="16748"/>
                  <a:pt x="404970" y="10934"/>
                  <a:pt x="408980" y="6561"/>
                </a:cubicBezTo>
                <a:cubicBezTo>
                  <a:pt x="412991" y="2187"/>
                  <a:pt x="418422" y="0"/>
                  <a:pt x="42527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000" bIns="7200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65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BC7B78-955C-A3FF-6E0F-88A5A4BB030C}"/>
              </a:ext>
            </a:extLst>
          </p:cNvPr>
          <p:cNvSpPr/>
          <p:nvPr/>
        </p:nvSpPr>
        <p:spPr>
          <a:xfrm>
            <a:off x="6818505" y="4868242"/>
            <a:ext cx="3600000" cy="1755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12491D15-CED4-161A-6347-5B21E7AF520C}"/>
              </a:ext>
            </a:extLst>
          </p:cNvPr>
          <p:cNvSpPr/>
          <p:nvPr/>
        </p:nvSpPr>
        <p:spPr>
          <a:xfrm rot="16200000">
            <a:off x="7900744" y="3786008"/>
            <a:ext cx="175528" cy="234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2F37"/>
          </a:solidFill>
          <a:ln>
            <a:noFill/>
          </a:ln>
          <a:effectLst>
            <a:outerShdw dist="381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01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4FBAE-4612-09C4-3DD8-3601AA75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D240C527-E533-9A60-AE5E-55B12B552BA0}"/>
              </a:ext>
            </a:extLst>
          </p:cNvPr>
          <p:cNvSpPr txBox="1"/>
          <p:nvPr/>
        </p:nvSpPr>
        <p:spPr>
          <a:xfrm>
            <a:off x="858409" y="210603"/>
            <a:ext cx="7955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 PRESENTATION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4AC9D45-4C4C-CAB0-2C4E-CD57EDD1032C}"/>
              </a:ext>
            </a:extLst>
          </p:cNvPr>
          <p:cNvGrpSpPr/>
          <p:nvPr/>
        </p:nvGrpSpPr>
        <p:grpSpPr>
          <a:xfrm>
            <a:off x="0" y="0"/>
            <a:ext cx="664472" cy="6858000"/>
            <a:chOff x="0" y="0"/>
            <a:chExt cx="664472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6DD9EA4-2CB7-FE90-23B8-A60A11D3D2DE}"/>
                </a:ext>
              </a:extLst>
            </p:cNvPr>
            <p:cNvSpPr/>
            <p:nvPr/>
          </p:nvSpPr>
          <p:spPr>
            <a:xfrm>
              <a:off x="241302" y="0"/>
              <a:ext cx="2151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25400">
                <a:prstClr val="black">
                  <a:alpha val="7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3DAE02-0034-6E3E-C25A-8CBD447D3A01}"/>
                </a:ext>
              </a:extLst>
            </p:cNvPr>
            <p:cNvSpPr/>
            <p:nvPr/>
          </p:nvSpPr>
          <p:spPr>
            <a:xfrm>
              <a:off x="241300" y="0"/>
              <a:ext cx="1905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50800" dist="25400">
                <a:prstClr val="black">
                  <a:alpha val="1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FC29BFE-1D04-AAAD-9D0D-504523953FAD}"/>
                </a:ext>
              </a:extLst>
            </p:cNvPr>
            <p:cNvSpPr/>
            <p:nvPr/>
          </p:nvSpPr>
          <p:spPr>
            <a:xfrm>
              <a:off x="0" y="0"/>
              <a:ext cx="405605" cy="6858000"/>
            </a:xfrm>
            <a:prstGeom prst="rect">
              <a:avLst/>
            </a:prstGeom>
            <a:solidFill>
              <a:srgbClr val="B0DADC"/>
            </a:solidFill>
            <a:ln>
              <a:noFill/>
            </a:ln>
            <a:effectLst>
              <a:innerShdw blurRad="50800" dist="25400">
                <a:prstClr val="black">
                  <a:alpha val="1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5ACBE0AE-74A3-A9F4-43EE-320CFF10C3D2}"/>
                </a:ext>
              </a:extLst>
            </p:cNvPr>
            <p:cNvGrpSpPr/>
            <p:nvPr/>
          </p:nvGrpSpPr>
          <p:grpSpPr>
            <a:xfrm>
              <a:off x="325307" y="142601"/>
              <a:ext cx="339165" cy="136005"/>
              <a:chOff x="325307" y="142601"/>
              <a:chExt cx="339165" cy="136005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FD1A6842-FBC9-F008-6661-5EC6A331C96B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7" name="자유형: 도형 196">
                <a:extLst>
                  <a:ext uri="{FF2B5EF4-FFF2-40B4-BE49-F238E27FC236}">
                    <a16:creationId xmlns:a16="http://schemas.microsoft.com/office/drawing/2014/main" id="{2C44CA13-7B4F-1D88-199E-E3C18F75D467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86EF7859-EB9D-25B9-D177-D76ADDD6D736}"/>
                </a:ext>
              </a:extLst>
            </p:cNvPr>
            <p:cNvGrpSpPr/>
            <p:nvPr/>
          </p:nvGrpSpPr>
          <p:grpSpPr>
            <a:xfrm>
              <a:off x="325307" y="421206"/>
              <a:ext cx="339165" cy="136005"/>
              <a:chOff x="325307" y="142601"/>
              <a:chExt cx="339165" cy="136005"/>
            </a:xfrm>
          </p:grpSpPr>
          <p:sp>
            <p:nvSpPr>
              <p:cNvPr id="273" name="타원 272">
                <a:extLst>
                  <a:ext uri="{FF2B5EF4-FFF2-40B4-BE49-F238E27FC236}">
                    <a16:creationId xmlns:a16="http://schemas.microsoft.com/office/drawing/2014/main" id="{7D742C9F-EA7C-DD2F-CDBE-4AF2DB50692B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4" name="자유형: 도형 273">
                <a:extLst>
                  <a:ext uri="{FF2B5EF4-FFF2-40B4-BE49-F238E27FC236}">
                    <a16:creationId xmlns:a16="http://schemas.microsoft.com/office/drawing/2014/main" id="{D57F0856-5BC4-F1C0-27CA-54EB223F3F56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5B2BE002-1328-5FEE-9206-59101787843A}"/>
                </a:ext>
              </a:extLst>
            </p:cNvPr>
            <p:cNvGrpSpPr/>
            <p:nvPr/>
          </p:nvGrpSpPr>
          <p:grpSpPr>
            <a:xfrm>
              <a:off x="325307" y="699811"/>
              <a:ext cx="339165" cy="136005"/>
              <a:chOff x="325307" y="142601"/>
              <a:chExt cx="339165" cy="136005"/>
            </a:xfrm>
          </p:grpSpPr>
          <p:sp>
            <p:nvSpPr>
              <p:cNvPr id="276" name="타원 275">
                <a:extLst>
                  <a:ext uri="{FF2B5EF4-FFF2-40B4-BE49-F238E27FC236}">
                    <a16:creationId xmlns:a16="http://schemas.microsoft.com/office/drawing/2014/main" id="{51192C20-A057-B1E8-A18A-3B685129261F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7" name="자유형: 도형 276">
                <a:extLst>
                  <a:ext uri="{FF2B5EF4-FFF2-40B4-BE49-F238E27FC236}">
                    <a16:creationId xmlns:a16="http://schemas.microsoft.com/office/drawing/2014/main" id="{FB4BF1E0-1643-A775-E725-1419B3B77EBB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D932F79B-1258-B543-A20B-B790B26C0B8E}"/>
                </a:ext>
              </a:extLst>
            </p:cNvPr>
            <p:cNvGrpSpPr/>
            <p:nvPr/>
          </p:nvGrpSpPr>
          <p:grpSpPr>
            <a:xfrm>
              <a:off x="325307" y="978416"/>
              <a:ext cx="339165" cy="136005"/>
              <a:chOff x="325307" y="142601"/>
              <a:chExt cx="339165" cy="136005"/>
            </a:xfrm>
          </p:grpSpPr>
          <p:sp>
            <p:nvSpPr>
              <p:cNvPr id="279" name="타원 278">
                <a:extLst>
                  <a:ext uri="{FF2B5EF4-FFF2-40B4-BE49-F238E27FC236}">
                    <a16:creationId xmlns:a16="http://schemas.microsoft.com/office/drawing/2014/main" id="{0FAE4367-72DA-98EB-9A8A-301C4ACA6D93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0" name="자유형: 도형 279">
                <a:extLst>
                  <a:ext uri="{FF2B5EF4-FFF2-40B4-BE49-F238E27FC236}">
                    <a16:creationId xmlns:a16="http://schemas.microsoft.com/office/drawing/2014/main" id="{A4EF5D19-4833-D8AB-18B6-42BA3743DF53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B9ED201F-E9FA-B027-9A43-2D0370DB524A}"/>
                </a:ext>
              </a:extLst>
            </p:cNvPr>
            <p:cNvGrpSpPr/>
            <p:nvPr/>
          </p:nvGrpSpPr>
          <p:grpSpPr>
            <a:xfrm>
              <a:off x="325307" y="1257021"/>
              <a:ext cx="339165" cy="136005"/>
              <a:chOff x="325307" y="142601"/>
              <a:chExt cx="339165" cy="136005"/>
            </a:xfrm>
          </p:grpSpPr>
          <p:sp>
            <p:nvSpPr>
              <p:cNvPr id="282" name="타원 281">
                <a:extLst>
                  <a:ext uri="{FF2B5EF4-FFF2-40B4-BE49-F238E27FC236}">
                    <a16:creationId xmlns:a16="http://schemas.microsoft.com/office/drawing/2014/main" id="{9CBD416F-D182-A703-BE03-3F0E23F3CBF7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3" name="자유형: 도형 282">
                <a:extLst>
                  <a:ext uri="{FF2B5EF4-FFF2-40B4-BE49-F238E27FC236}">
                    <a16:creationId xmlns:a16="http://schemas.microsoft.com/office/drawing/2014/main" id="{C8D45E8A-9B7E-1F21-7593-773D085CB0C3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5C140727-41F1-1B8E-B2D4-2C64C2B18431}"/>
                </a:ext>
              </a:extLst>
            </p:cNvPr>
            <p:cNvGrpSpPr/>
            <p:nvPr/>
          </p:nvGrpSpPr>
          <p:grpSpPr>
            <a:xfrm>
              <a:off x="325307" y="1535626"/>
              <a:ext cx="339165" cy="136005"/>
              <a:chOff x="325307" y="142601"/>
              <a:chExt cx="339165" cy="136005"/>
            </a:xfrm>
          </p:grpSpPr>
          <p:sp>
            <p:nvSpPr>
              <p:cNvPr id="285" name="타원 284">
                <a:extLst>
                  <a:ext uri="{FF2B5EF4-FFF2-40B4-BE49-F238E27FC236}">
                    <a16:creationId xmlns:a16="http://schemas.microsoft.com/office/drawing/2014/main" id="{416EE2DF-689E-AB49-E315-0EB661AB4773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6" name="자유형: 도형 285">
                <a:extLst>
                  <a:ext uri="{FF2B5EF4-FFF2-40B4-BE49-F238E27FC236}">
                    <a16:creationId xmlns:a16="http://schemas.microsoft.com/office/drawing/2014/main" id="{FCF81775-9755-B56F-24C8-BA8E79781CC6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7" name="그룹 286">
              <a:extLst>
                <a:ext uri="{FF2B5EF4-FFF2-40B4-BE49-F238E27FC236}">
                  <a16:creationId xmlns:a16="http://schemas.microsoft.com/office/drawing/2014/main" id="{12D78539-BB11-9FD5-679B-F3ED9089B95C}"/>
                </a:ext>
              </a:extLst>
            </p:cNvPr>
            <p:cNvGrpSpPr/>
            <p:nvPr/>
          </p:nvGrpSpPr>
          <p:grpSpPr>
            <a:xfrm>
              <a:off x="325307" y="1814231"/>
              <a:ext cx="339165" cy="136005"/>
              <a:chOff x="325307" y="142601"/>
              <a:chExt cx="339165" cy="136005"/>
            </a:xfrm>
          </p:grpSpPr>
          <p:sp>
            <p:nvSpPr>
              <p:cNvPr id="288" name="타원 287">
                <a:extLst>
                  <a:ext uri="{FF2B5EF4-FFF2-40B4-BE49-F238E27FC236}">
                    <a16:creationId xmlns:a16="http://schemas.microsoft.com/office/drawing/2014/main" id="{A527D760-5A5B-169D-587D-965F15AC4FCC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9" name="자유형: 도형 288">
                <a:extLst>
                  <a:ext uri="{FF2B5EF4-FFF2-40B4-BE49-F238E27FC236}">
                    <a16:creationId xmlns:a16="http://schemas.microsoft.com/office/drawing/2014/main" id="{94051EFB-D2F4-0301-77CB-44B650C8C09F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8337F875-A2F8-C7F7-3762-7754A364EDD7}"/>
                </a:ext>
              </a:extLst>
            </p:cNvPr>
            <p:cNvGrpSpPr/>
            <p:nvPr/>
          </p:nvGrpSpPr>
          <p:grpSpPr>
            <a:xfrm>
              <a:off x="325307" y="2092836"/>
              <a:ext cx="339165" cy="136005"/>
              <a:chOff x="325307" y="142601"/>
              <a:chExt cx="339165" cy="136005"/>
            </a:xfrm>
          </p:grpSpPr>
          <p:sp>
            <p:nvSpPr>
              <p:cNvPr id="291" name="타원 290">
                <a:extLst>
                  <a:ext uri="{FF2B5EF4-FFF2-40B4-BE49-F238E27FC236}">
                    <a16:creationId xmlns:a16="http://schemas.microsoft.com/office/drawing/2014/main" id="{011DBE6D-5E38-14B4-EF31-A744B14B5DE0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2" name="자유형: 도형 291">
                <a:extLst>
                  <a:ext uri="{FF2B5EF4-FFF2-40B4-BE49-F238E27FC236}">
                    <a16:creationId xmlns:a16="http://schemas.microsoft.com/office/drawing/2014/main" id="{3B81E2D9-A477-1A2E-A267-C3D8EA027DED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3302D02F-A41B-3BC0-6432-117DC1C5D368}"/>
                </a:ext>
              </a:extLst>
            </p:cNvPr>
            <p:cNvGrpSpPr/>
            <p:nvPr/>
          </p:nvGrpSpPr>
          <p:grpSpPr>
            <a:xfrm>
              <a:off x="325307" y="2371441"/>
              <a:ext cx="339165" cy="136005"/>
              <a:chOff x="325307" y="142601"/>
              <a:chExt cx="339165" cy="136005"/>
            </a:xfrm>
          </p:grpSpPr>
          <p:sp>
            <p:nvSpPr>
              <p:cNvPr id="294" name="타원 293">
                <a:extLst>
                  <a:ext uri="{FF2B5EF4-FFF2-40B4-BE49-F238E27FC236}">
                    <a16:creationId xmlns:a16="http://schemas.microsoft.com/office/drawing/2014/main" id="{50004AEF-DF2E-9E98-C540-5DAF3B514022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5" name="자유형: 도형 294">
                <a:extLst>
                  <a:ext uri="{FF2B5EF4-FFF2-40B4-BE49-F238E27FC236}">
                    <a16:creationId xmlns:a16="http://schemas.microsoft.com/office/drawing/2014/main" id="{A21A9238-751A-E656-D627-FC5E50DCC101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9BB77112-8B3F-5030-A0FF-107E7D24CA87}"/>
                </a:ext>
              </a:extLst>
            </p:cNvPr>
            <p:cNvGrpSpPr/>
            <p:nvPr/>
          </p:nvGrpSpPr>
          <p:grpSpPr>
            <a:xfrm>
              <a:off x="325307" y="2650046"/>
              <a:ext cx="339165" cy="136005"/>
              <a:chOff x="325307" y="142601"/>
              <a:chExt cx="339165" cy="136005"/>
            </a:xfrm>
          </p:grpSpPr>
          <p:sp>
            <p:nvSpPr>
              <p:cNvPr id="297" name="타원 296">
                <a:extLst>
                  <a:ext uri="{FF2B5EF4-FFF2-40B4-BE49-F238E27FC236}">
                    <a16:creationId xmlns:a16="http://schemas.microsoft.com/office/drawing/2014/main" id="{4DB6793C-4141-8D79-1DB7-26A63337C7EC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8" name="자유형: 도형 297">
                <a:extLst>
                  <a:ext uri="{FF2B5EF4-FFF2-40B4-BE49-F238E27FC236}">
                    <a16:creationId xmlns:a16="http://schemas.microsoft.com/office/drawing/2014/main" id="{2D4D2A3B-BE62-423D-250D-0FD1D86900A9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1BE02093-1713-8663-FED8-5634FB044F86}"/>
                </a:ext>
              </a:extLst>
            </p:cNvPr>
            <p:cNvGrpSpPr/>
            <p:nvPr/>
          </p:nvGrpSpPr>
          <p:grpSpPr>
            <a:xfrm>
              <a:off x="325307" y="2928651"/>
              <a:ext cx="339165" cy="136005"/>
              <a:chOff x="325307" y="142601"/>
              <a:chExt cx="339165" cy="136005"/>
            </a:xfrm>
          </p:grpSpPr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578A3A40-67FD-7448-D016-0D36F3293456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1" name="자유형: 도형 300">
                <a:extLst>
                  <a:ext uri="{FF2B5EF4-FFF2-40B4-BE49-F238E27FC236}">
                    <a16:creationId xmlns:a16="http://schemas.microsoft.com/office/drawing/2014/main" id="{0D4835B0-62BD-57ED-870B-35A97F56A930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02" name="그룹 301">
              <a:extLst>
                <a:ext uri="{FF2B5EF4-FFF2-40B4-BE49-F238E27FC236}">
                  <a16:creationId xmlns:a16="http://schemas.microsoft.com/office/drawing/2014/main" id="{F656460D-A305-9993-C228-9C7602C8F0A3}"/>
                </a:ext>
              </a:extLst>
            </p:cNvPr>
            <p:cNvGrpSpPr/>
            <p:nvPr/>
          </p:nvGrpSpPr>
          <p:grpSpPr>
            <a:xfrm>
              <a:off x="325307" y="3207256"/>
              <a:ext cx="339165" cy="136005"/>
              <a:chOff x="325307" y="142601"/>
              <a:chExt cx="339165" cy="136005"/>
            </a:xfrm>
          </p:grpSpPr>
          <p:sp>
            <p:nvSpPr>
              <p:cNvPr id="303" name="타원 302">
                <a:extLst>
                  <a:ext uri="{FF2B5EF4-FFF2-40B4-BE49-F238E27FC236}">
                    <a16:creationId xmlns:a16="http://schemas.microsoft.com/office/drawing/2014/main" id="{DBB22319-5E56-C75F-A211-C1CD1D953699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4" name="자유형: 도형 303">
                <a:extLst>
                  <a:ext uri="{FF2B5EF4-FFF2-40B4-BE49-F238E27FC236}">
                    <a16:creationId xmlns:a16="http://schemas.microsoft.com/office/drawing/2014/main" id="{E5AB9DA4-4815-51F5-2981-A4FAC8A9843F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46CB9445-7FF0-9671-E8F1-CA4B4D008E16}"/>
                </a:ext>
              </a:extLst>
            </p:cNvPr>
            <p:cNvGrpSpPr/>
            <p:nvPr/>
          </p:nvGrpSpPr>
          <p:grpSpPr>
            <a:xfrm>
              <a:off x="325307" y="3485861"/>
              <a:ext cx="339165" cy="136005"/>
              <a:chOff x="325307" y="142601"/>
              <a:chExt cx="339165" cy="136005"/>
            </a:xfrm>
          </p:grpSpPr>
          <p:sp>
            <p:nvSpPr>
              <p:cNvPr id="306" name="타원 305">
                <a:extLst>
                  <a:ext uri="{FF2B5EF4-FFF2-40B4-BE49-F238E27FC236}">
                    <a16:creationId xmlns:a16="http://schemas.microsoft.com/office/drawing/2014/main" id="{938B4227-9CDA-0307-5EBB-188966BE2B82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7" name="자유형: 도형 306">
                <a:extLst>
                  <a:ext uri="{FF2B5EF4-FFF2-40B4-BE49-F238E27FC236}">
                    <a16:creationId xmlns:a16="http://schemas.microsoft.com/office/drawing/2014/main" id="{4C5A1E16-EECA-5F58-2C33-55241D350F0C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6F30CE63-E441-1A01-F7D1-CF472B23417D}"/>
                </a:ext>
              </a:extLst>
            </p:cNvPr>
            <p:cNvGrpSpPr/>
            <p:nvPr/>
          </p:nvGrpSpPr>
          <p:grpSpPr>
            <a:xfrm>
              <a:off x="325307" y="3764466"/>
              <a:ext cx="339165" cy="136005"/>
              <a:chOff x="325307" y="142601"/>
              <a:chExt cx="339165" cy="136005"/>
            </a:xfrm>
          </p:grpSpPr>
          <p:sp>
            <p:nvSpPr>
              <p:cNvPr id="309" name="타원 308">
                <a:extLst>
                  <a:ext uri="{FF2B5EF4-FFF2-40B4-BE49-F238E27FC236}">
                    <a16:creationId xmlns:a16="http://schemas.microsoft.com/office/drawing/2014/main" id="{09F5587B-AC1D-953E-0195-C2CF0DF25D86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0" name="자유형: 도형 309">
                <a:extLst>
                  <a:ext uri="{FF2B5EF4-FFF2-40B4-BE49-F238E27FC236}">
                    <a16:creationId xmlns:a16="http://schemas.microsoft.com/office/drawing/2014/main" id="{5D84299D-4F8A-5F32-E385-76C03E7CAE2E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36EEEA48-D394-2370-DA15-B52B430A67F7}"/>
                </a:ext>
              </a:extLst>
            </p:cNvPr>
            <p:cNvGrpSpPr/>
            <p:nvPr/>
          </p:nvGrpSpPr>
          <p:grpSpPr>
            <a:xfrm>
              <a:off x="325307" y="4043071"/>
              <a:ext cx="339165" cy="136005"/>
              <a:chOff x="325307" y="142601"/>
              <a:chExt cx="339165" cy="136005"/>
            </a:xfrm>
          </p:grpSpPr>
          <p:sp>
            <p:nvSpPr>
              <p:cNvPr id="312" name="타원 311">
                <a:extLst>
                  <a:ext uri="{FF2B5EF4-FFF2-40B4-BE49-F238E27FC236}">
                    <a16:creationId xmlns:a16="http://schemas.microsoft.com/office/drawing/2014/main" id="{955924B5-BF94-6BA8-5AFE-B1559E5527E6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3" name="자유형: 도형 312">
                <a:extLst>
                  <a:ext uri="{FF2B5EF4-FFF2-40B4-BE49-F238E27FC236}">
                    <a16:creationId xmlns:a16="http://schemas.microsoft.com/office/drawing/2014/main" id="{97C3E908-5982-AB1A-0ADD-CA7F589089F0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E851C3AB-F9CA-29B1-F211-BE36779AE176}"/>
                </a:ext>
              </a:extLst>
            </p:cNvPr>
            <p:cNvGrpSpPr/>
            <p:nvPr/>
          </p:nvGrpSpPr>
          <p:grpSpPr>
            <a:xfrm>
              <a:off x="325307" y="4321676"/>
              <a:ext cx="339165" cy="136005"/>
              <a:chOff x="325307" y="142601"/>
              <a:chExt cx="339165" cy="136005"/>
            </a:xfrm>
          </p:grpSpPr>
          <p:sp>
            <p:nvSpPr>
              <p:cNvPr id="315" name="타원 314">
                <a:extLst>
                  <a:ext uri="{FF2B5EF4-FFF2-40B4-BE49-F238E27FC236}">
                    <a16:creationId xmlns:a16="http://schemas.microsoft.com/office/drawing/2014/main" id="{3E3EB921-3D2B-1C25-3D85-186CE5440572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6" name="자유형: 도형 315">
                <a:extLst>
                  <a:ext uri="{FF2B5EF4-FFF2-40B4-BE49-F238E27FC236}">
                    <a16:creationId xmlns:a16="http://schemas.microsoft.com/office/drawing/2014/main" id="{0F8C9957-72EB-8B11-8269-B0830744C176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E1FC611B-A542-90F3-655A-7681032D7B0B}"/>
                </a:ext>
              </a:extLst>
            </p:cNvPr>
            <p:cNvGrpSpPr/>
            <p:nvPr/>
          </p:nvGrpSpPr>
          <p:grpSpPr>
            <a:xfrm>
              <a:off x="325307" y="4600281"/>
              <a:ext cx="339165" cy="136005"/>
              <a:chOff x="325307" y="142601"/>
              <a:chExt cx="339165" cy="136005"/>
            </a:xfrm>
          </p:grpSpPr>
          <p:sp>
            <p:nvSpPr>
              <p:cNvPr id="318" name="타원 317">
                <a:extLst>
                  <a:ext uri="{FF2B5EF4-FFF2-40B4-BE49-F238E27FC236}">
                    <a16:creationId xmlns:a16="http://schemas.microsoft.com/office/drawing/2014/main" id="{8A9E749D-034D-780B-4C1B-CAB1A81109DC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9" name="자유형: 도형 318">
                <a:extLst>
                  <a:ext uri="{FF2B5EF4-FFF2-40B4-BE49-F238E27FC236}">
                    <a16:creationId xmlns:a16="http://schemas.microsoft.com/office/drawing/2014/main" id="{082B87AB-09A4-743A-22DD-AD9378FEF30B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0" name="그룹 319">
              <a:extLst>
                <a:ext uri="{FF2B5EF4-FFF2-40B4-BE49-F238E27FC236}">
                  <a16:creationId xmlns:a16="http://schemas.microsoft.com/office/drawing/2014/main" id="{630F9B68-1077-0DCF-E779-9E6630D6E0A5}"/>
                </a:ext>
              </a:extLst>
            </p:cNvPr>
            <p:cNvGrpSpPr/>
            <p:nvPr/>
          </p:nvGrpSpPr>
          <p:grpSpPr>
            <a:xfrm>
              <a:off x="325307" y="4878886"/>
              <a:ext cx="339165" cy="136005"/>
              <a:chOff x="325307" y="142601"/>
              <a:chExt cx="339165" cy="136005"/>
            </a:xfrm>
          </p:grpSpPr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AAE39525-3CC3-6A2D-A4BB-4D7E3E7DAC72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2" name="자유형: 도형 321">
                <a:extLst>
                  <a:ext uri="{FF2B5EF4-FFF2-40B4-BE49-F238E27FC236}">
                    <a16:creationId xmlns:a16="http://schemas.microsoft.com/office/drawing/2014/main" id="{A27EA8E5-C8BB-862E-2357-D404985EA4FA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E285F3C2-83B8-3A52-382B-26C2EDE25AF1}"/>
                </a:ext>
              </a:extLst>
            </p:cNvPr>
            <p:cNvGrpSpPr/>
            <p:nvPr/>
          </p:nvGrpSpPr>
          <p:grpSpPr>
            <a:xfrm>
              <a:off x="325307" y="5157491"/>
              <a:ext cx="339165" cy="136005"/>
              <a:chOff x="325307" y="142601"/>
              <a:chExt cx="339165" cy="136005"/>
            </a:xfrm>
          </p:grpSpPr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E34DE564-3D3B-DBF6-9601-4AECC830560C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5" name="자유형: 도형 324">
                <a:extLst>
                  <a:ext uri="{FF2B5EF4-FFF2-40B4-BE49-F238E27FC236}">
                    <a16:creationId xmlns:a16="http://schemas.microsoft.com/office/drawing/2014/main" id="{09315B31-917A-4007-AD81-2BD3F32DE37E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504C7A66-D220-0657-C9F9-BAE9223198DB}"/>
                </a:ext>
              </a:extLst>
            </p:cNvPr>
            <p:cNvGrpSpPr/>
            <p:nvPr/>
          </p:nvGrpSpPr>
          <p:grpSpPr>
            <a:xfrm>
              <a:off x="325307" y="5436096"/>
              <a:ext cx="339165" cy="136005"/>
              <a:chOff x="325307" y="142601"/>
              <a:chExt cx="339165" cy="136005"/>
            </a:xfrm>
          </p:grpSpPr>
          <p:sp>
            <p:nvSpPr>
              <p:cNvPr id="327" name="타원 326">
                <a:extLst>
                  <a:ext uri="{FF2B5EF4-FFF2-40B4-BE49-F238E27FC236}">
                    <a16:creationId xmlns:a16="http://schemas.microsoft.com/office/drawing/2014/main" id="{2C1FED31-22FC-16BA-B868-EDB17D179986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8" name="자유형: 도형 327">
                <a:extLst>
                  <a:ext uri="{FF2B5EF4-FFF2-40B4-BE49-F238E27FC236}">
                    <a16:creationId xmlns:a16="http://schemas.microsoft.com/office/drawing/2014/main" id="{2BC41AA6-E9B9-CB24-7845-B692EDAAD330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030D6B55-D4F2-F486-EC5C-57427E07BBEA}"/>
                </a:ext>
              </a:extLst>
            </p:cNvPr>
            <p:cNvGrpSpPr/>
            <p:nvPr/>
          </p:nvGrpSpPr>
          <p:grpSpPr>
            <a:xfrm>
              <a:off x="325307" y="5714701"/>
              <a:ext cx="339165" cy="136005"/>
              <a:chOff x="325307" y="142601"/>
              <a:chExt cx="339165" cy="136005"/>
            </a:xfrm>
          </p:grpSpPr>
          <p:sp>
            <p:nvSpPr>
              <p:cNvPr id="330" name="타원 329">
                <a:extLst>
                  <a:ext uri="{FF2B5EF4-FFF2-40B4-BE49-F238E27FC236}">
                    <a16:creationId xmlns:a16="http://schemas.microsoft.com/office/drawing/2014/main" id="{02FFF3CA-227C-DA03-AC5D-CBEB165B55C8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1" name="자유형: 도형 330">
                <a:extLst>
                  <a:ext uri="{FF2B5EF4-FFF2-40B4-BE49-F238E27FC236}">
                    <a16:creationId xmlns:a16="http://schemas.microsoft.com/office/drawing/2014/main" id="{65AA7F54-2BE0-E238-78F6-704CF0C9B5A1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6772A783-2591-B636-222C-AC282481D25A}"/>
                </a:ext>
              </a:extLst>
            </p:cNvPr>
            <p:cNvGrpSpPr/>
            <p:nvPr/>
          </p:nvGrpSpPr>
          <p:grpSpPr>
            <a:xfrm>
              <a:off x="325307" y="5993306"/>
              <a:ext cx="339165" cy="136005"/>
              <a:chOff x="325307" y="142601"/>
              <a:chExt cx="339165" cy="136005"/>
            </a:xfrm>
          </p:grpSpPr>
          <p:sp>
            <p:nvSpPr>
              <p:cNvPr id="333" name="타원 332">
                <a:extLst>
                  <a:ext uri="{FF2B5EF4-FFF2-40B4-BE49-F238E27FC236}">
                    <a16:creationId xmlns:a16="http://schemas.microsoft.com/office/drawing/2014/main" id="{2B6DD369-53CE-35C6-8CF0-5A3C68F142CC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4" name="자유형: 도형 333">
                <a:extLst>
                  <a:ext uri="{FF2B5EF4-FFF2-40B4-BE49-F238E27FC236}">
                    <a16:creationId xmlns:a16="http://schemas.microsoft.com/office/drawing/2014/main" id="{1B14A899-9535-5771-8A1A-82047824F35D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5" name="그룹 334">
              <a:extLst>
                <a:ext uri="{FF2B5EF4-FFF2-40B4-BE49-F238E27FC236}">
                  <a16:creationId xmlns:a16="http://schemas.microsoft.com/office/drawing/2014/main" id="{30F3011B-3221-9F9E-952B-BAB4AF741429}"/>
                </a:ext>
              </a:extLst>
            </p:cNvPr>
            <p:cNvGrpSpPr/>
            <p:nvPr/>
          </p:nvGrpSpPr>
          <p:grpSpPr>
            <a:xfrm>
              <a:off x="325307" y="6271911"/>
              <a:ext cx="339165" cy="136005"/>
              <a:chOff x="325307" y="142601"/>
              <a:chExt cx="339165" cy="136005"/>
            </a:xfrm>
          </p:grpSpPr>
          <p:sp>
            <p:nvSpPr>
              <p:cNvPr id="336" name="타원 335">
                <a:extLst>
                  <a:ext uri="{FF2B5EF4-FFF2-40B4-BE49-F238E27FC236}">
                    <a16:creationId xmlns:a16="http://schemas.microsoft.com/office/drawing/2014/main" id="{3C524DD5-7075-51F8-2354-2E23DD6DEAC4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7" name="자유형: 도형 336">
                <a:extLst>
                  <a:ext uri="{FF2B5EF4-FFF2-40B4-BE49-F238E27FC236}">
                    <a16:creationId xmlns:a16="http://schemas.microsoft.com/office/drawing/2014/main" id="{EC6EDA4C-3DCE-5945-1C18-322536FA5194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8A1B9E9E-57D0-49AE-922B-68173B5E67F4}"/>
                </a:ext>
              </a:extLst>
            </p:cNvPr>
            <p:cNvGrpSpPr/>
            <p:nvPr/>
          </p:nvGrpSpPr>
          <p:grpSpPr>
            <a:xfrm>
              <a:off x="325307" y="6550516"/>
              <a:ext cx="339165" cy="136005"/>
              <a:chOff x="325307" y="142601"/>
              <a:chExt cx="339165" cy="136005"/>
            </a:xfrm>
          </p:grpSpPr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34261B44-38AA-B08B-93CD-401BBD635839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40" name="자유형: 도형 339">
                <a:extLst>
                  <a:ext uri="{FF2B5EF4-FFF2-40B4-BE49-F238E27FC236}">
                    <a16:creationId xmlns:a16="http://schemas.microsoft.com/office/drawing/2014/main" id="{4EA8CCC6-8F46-8C73-4EC6-B4262B736CE3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B672A9-06E6-2EBF-0D54-86DCA84CF67D}"/>
              </a:ext>
            </a:extLst>
          </p:cNvPr>
          <p:cNvGrpSpPr/>
          <p:nvPr/>
        </p:nvGrpSpPr>
        <p:grpSpPr>
          <a:xfrm>
            <a:off x="3246461" y="2144252"/>
            <a:ext cx="6111091" cy="2530764"/>
            <a:chOff x="3571316" y="2473035"/>
            <a:chExt cx="4940215" cy="204587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C18F7B0-330B-4CD3-D694-3012BEC407AC}"/>
                </a:ext>
              </a:extLst>
            </p:cNvPr>
            <p:cNvGrpSpPr/>
            <p:nvPr/>
          </p:nvGrpSpPr>
          <p:grpSpPr>
            <a:xfrm flipH="1">
              <a:off x="4967980" y="2473035"/>
              <a:ext cx="3543551" cy="2039969"/>
              <a:chOff x="2315278" y="3013220"/>
              <a:chExt cx="3543551" cy="2039969"/>
            </a:xfrm>
          </p:grpSpPr>
          <p:sp>
            <p:nvSpPr>
              <p:cNvPr id="11" name="원호 10">
                <a:extLst>
                  <a:ext uri="{FF2B5EF4-FFF2-40B4-BE49-F238E27FC236}">
                    <a16:creationId xmlns:a16="http://schemas.microsoft.com/office/drawing/2014/main" id="{4ABF6361-E0A0-70A0-D831-76D643880C6C}"/>
                  </a:ext>
                </a:extLst>
              </p:cNvPr>
              <p:cNvSpPr/>
              <p:nvPr/>
            </p:nvSpPr>
            <p:spPr>
              <a:xfrm>
                <a:off x="3824980" y="3013220"/>
                <a:ext cx="2033849" cy="2033849"/>
              </a:xfrm>
              <a:prstGeom prst="arc">
                <a:avLst>
                  <a:gd name="adj1" fmla="val 16208059"/>
                  <a:gd name="adj2" fmla="val 5370613"/>
                </a:avLst>
              </a:prstGeom>
              <a:ln w="3810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A5B2EF38-A2F3-23DD-1B29-1BD739FD37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278" y="5047069"/>
                <a:ext cx="2538270" cy="6120"/>
              </a:xfrm>
              <a:prstGeom prst="line">
                <a:avLst/>
              </a:prstGeom>
              <a:ln w="381000">
                <a:solidFill>
                  <a:schemeClr val="accent5"/>
                </a:solidFill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B058EDF-CE4A-DDB5-3DCD-FBAAF70A1AE7}"/>
                </a:ext>
              </a:extLst>
            </p:cNvPr>
            <p:cNvGrpSpPr/>
            <p:nvPr/>
          </p:nvGrpSpPr>
          <p:grpSpPr>
            <a:xfrm>
              <a:off x="3571316" y="2479155"/>
              <a:ext cx="3430513" cy="2039753"/>
              <a:chOff x="2428316" y="3013220"/>
              <a:chExt cx="3430513" cy="2039753"/>
            </a:xfrm>
          </p:grpSpPr>
          <p:sp>
            <p:nvSpPr>
              <p:cNvPr id="9" name="원호 8">
                <a:extLst>
                  <a:ext uri="{FF2B5EF4-FFF2-40B4-BE49-F238E27FC236}">
                    <a16:creationId xmlns:a16="http://schemas.microsoft.com/office/drawing/2014/main" id="{36531D06-6392-3960-3CEC-6B1279ABF533}"/>
                  </a:ext>
                </a:extLst>
              </p:cNvPr>
              <p:cNvSpPr/>
              <p:nvPr/>
            </p:nvSpPr>
            <p:spPr>
              <a:xfrm>
                <a:off x="3824980" y="3013220"/>
                <a:ext cx="2033849" cy="2033849"/>
              </a:xfrm>
              <a:prstGeom prst="arc">
                <a:avLst>
                  <a:gd name="adj1" fmla="val 11665570"/>
                  <a:gd name="adj2" fmla="val 5370613"/>
                </a:avLst>
              </a:prstGeom>
              <a:ln w="3810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DDB1E619-2F4B-554D-34E3-943C62263C8E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 flipV="1">
                <a:off x="2428316" y="5047032"/>
                <a:ext cx="2422282" cy="5941"/>
              </a:xfrm>
              <a:prstGeom prst="line">
                <a:avLst/>
              </a:prstGeom>
              <a:ln w="381000">
                <a:solidFill>
                  <a:schemeClr val="bg1"/>
                </a:solidFill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844C83-B0E9-99F6-23B3-D340DE24EC45}"/>
              </a:ext>
            </a:extLst>
          </p:cNvPr>
          <p:cNvSpPr/>
          <p:nvPr/>
        </p:nvSpPr>
        <p:spPr>
          <a:xfrm>
            <a:off x="2035506" y="4351772"/>
            <a:ext cx="1140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73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9C6575-C264-E545-CE7C-8757946791FF}"/>
              </a:ext>
            </a:extLst>
          </p:cNvPr>
          <p:cNvSpPr/>
          <p:nvPr/>
        </p:nvSpPr>
        <p:spPr>
          <a:xfrm>
            <a:off x="9338754" y="4351772"/>
            <a:ext cx="1140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27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0FE275-6646-5C31-6BCC-98F1E7E9525B}"/>
              </a:ext>
            </a:extLst>
          </p:cNvPr>
          <p:cNvSpPr/>
          <p:nvPr/>
        </p:nvSpPr>
        <p:spPr>
          <a:xfrm>
            <a:off x="5579830" y="3206768"/>
            <a:ext cx="1401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B7E87C-FA98-EEB0-9B48-8A0820A46CAA}"/>
              </a:ext>
            </a:extLst>
          </p:cNvPr>
          <p:cNvSpPr/>
          <p:nvPr/>
        </p:nvSpPr>
        <p:spPr>
          <a:xfrm>
            <a:off x="1646214" y="2606778"/>
            <a:ext cx="2763457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B74C4B-C7C1-A434-975D-6370E658CC81}"/>
              </a:ext>
            </a:extLst>
          </p:cNvPr>
          <p:cNvSpPr/>
          <p:nvPr/>
        </p:nvSpPr>
        <p:spPr>
          <a:xfrm>
            <a:off x="7859607" y="2614834"/>
            <a:ext cx="2763457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</p:spTree>
    <p:extLst>
      <p:ext uri="{BB962C8B-B14F-4D97-AF65-F5344CB8AC3E}">
        <p14:creationId xmlns:p14="http://schemas.microsoft.com/office/powerpoint/2010/main" val="371817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B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BBF88-6934-664C-D7AF-97564B9F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45DB770B-ECA8-A54A-F80C-E3FBF5003AB5}"/>
              </a:ext>
            </a:extLst>
          </p:cNvPr>
          <p:cNvSpPr txBox="1"/>
          <p:nvPr/>
        </p:nvSpPr>
        <p:spPr>
          <a:xfrm>
            <a:off x="858409" y="210603"/>
            <a:ext cx="7955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 PRESENTATION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46FF190-B8C4-4A03-C486-D8B65132D3A4}"/>
              </a:ext>
            </a:extLst>
          </p:cNvPr>
          <p:cNvGrpSpPr/>
          <p:nvPr/>
        </p:nvGrpSpPr>
        <p:grpSpPr>
          <a:xfrm>
            <a:off x="0" y="0"/>
            <a:ext cx="664472" cy="6858000"/>
            <a:chOff x="0" y="0"/>
            <a:chExt cx="664472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944382F-7CB6-BA71-DE79-4E325EE46761}"/>
                </a:ext>
              </a:extLst>
            </p:cNvPr>
            <p:cNvSpPr/>
            <p:nvPr/>
          </p:nvSpPr>
          <p:spPr>
            <a:xfrm>
              <a:off x="241302" y="0"/>
              <a:ext cx="2151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25400">
                <a:prstClr val="black">
                  <a:alpha val="7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0F97A4C-580F-F3A0-BABB-D32CDFD77CE0}"/>
                </a:ext>
              </a:extLst>
            </p:cNvPr>
            <p:cNvSpPr/>
            <p:nvPr/>
          </p:nvSpPr>
          <p:spPr>
            <a:xfrm>
              <a:off x="241300" y="0"/>
              <a:ext cx="1905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50800" dist="25400">
                <a:prstClr val="black">
                  <a:alpha val="1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12EFE86-392F-1D87-363E-A03D32DD30DE}"/>
                </a:ext>
              </a:extLst>
            </p:cNvPr>
            <p:cNvSpPr/>
            <p:nvPr/>
          </p:nvSpPr>
          <p:spPr>
            <a:xfrm>
              <a:off x="0" y="0"/>
              <a:ext cx="405605" cy="6858000"/>
            </a:xfrm>
            <a:prstGeom prst="rect">
              <a:avLst/>
            </a:prstGeom>
            <a:solidFill>
              <a:srgbClr val="B0DADC"/>
            </a:solidFill>
            <a:ln>
              <a:noFill/>
            </a:ln>
            <a:effectLst>
              <a:innerShdw blurRad="50800" dist="25400">
                <a:prstClr val="black">
                  <a:alpha val="1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306FD575-2FC9-DE9A-C87C-8C5452289D17}"/>
                </a:ext>
              </a:extLst>
            </p:cNvPr>
            <p:cNvGrpSpPr/>
            <p:nvPr/>
          </p:nvGrpSpPr>
          <p:grpSpPr>
            <a:xfrm>
              <a:off x="325307" y="142601"/>
              <a:ext cx="339165" cy="136005"/>
              <a:chOff x="325307" y="142601"/>
              <a:chExt cx="339165" cy="136005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7FC7B216-DCE1-1179-0AA9-888473DB50FC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7" name="자유형: 도형 196">
                <a:extLst>
                  <a:ext uri="{FF2B5EF4-FFF2-40B4-BE49-F238E27FC236}">
                    <a16:creationId xmlns:a16="http://schemas.microsoft.com/office/drawing/2014/main" id="{50524413-0720-F17F-5FA8-99FB0BE709DD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D2DF5AA-25D4-5655-CA3D-FB3EB6F6EC1A}"/>
                </a:ext>
              </a:extLst>
            </p:cNvPr>
            <p:cNvGrpSpPr/>
            <p:nvPr/>
          </p:nvGrpSpPr>
          <p:grpSpPr>
            <a:xfrm>
              <a:off x="325307" y="421206"/>
              <a:ext cx="339165" cy="136005"/>
              <a:chOff x="325307" y="142601"/>
              <a:chExt cx="339165" cy="136005"/>
            </a:xfrm>
          </p:grpSpPr>
          <p:sp>
            <p:nvSpPr>
              <p:cNvPr id="273" name="타원 272">
                <a:extLst>
                  <a:ext uri="{FF2B5EF4-FFF2-40B4-BE49-F238E27FC236}">
                    <a16:creationId xmlns:a16="http://schemas.microsoft.com/office/drawing/2014/main" id="{150C45CB-EE86-C69D-5628-9D0A0853D0AB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4" name="자유형: 도형 273">
                <a:extLst>
                  <a:ext uri="{FF2B5EF4-FFF2-40B4-BE49-F238E27FC236}">
                    <a16:creationId xmlns:a16="http://schemas.microsoft.com/office/drawing/2014/main" id="{2E79BA2C-91B8-4049-C5D0-EB4CCEC68641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E91B9197-7A51-37A6-3D08-E002D194C359}"/>
                </a:ext>
              </a:extLst>
            </p:cNvPr>
            <p:cNvGrpSpPr/>
            <p:nvPr/>
          </p:nvGrpSpPr>
          <p:grpSpPr>
            <a:xfrm>
              <a:off x="325307" y="699811"/>
              <a:ext cx="339165" cy="136005"/>
              <a:chOff x="325307" y="142601"/>
              <a:chExt cx="339165" cy="136005"/>
            </a:xfrm>
          </p:grpSpPr>
          <p:sp>
            <p:nvSpPr>
              <p:cNvPr id="276" name="타원 275">
                <a:extLst>
                  <a:ext uri="{FF2B5EF4-FFF2-40B4-BE49-F238E27FC236}">
                    <a16:creationId xmlns:a16="http://schemas.microsoft.com/office/drawing/2014/main" id="{8C656129-7CD0-23FF-9208-3312473D1F3A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7" name="자유형: 도형 276">
                <a:extLst>
                  <a:ext uri="{FF2B5EF4-FFF2-40B4-BE49-F238E27FC236}">
                    <a16:creationId xmlns:a16="http://schemas.microsoft.com/office/drawing/2014/main" id="{9C0AB54F-0A11-6282-9382-25F79EB3E216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3186C89E-B919-93F1-CFFE-5A2212319F5B}"/>
                </a:ext>
              </a:extLst>
            </p:cNvPr>
            <p:cNvGrpSpPr/>
            <p:nvPr/>
          </p:nvGrpSpPr>
          <p:grpSpPr>
            <a:xfrm>
              <a:off x="325307" y="978416"/>
              <a:ext cx="339165" cy="136005"/>
              <a:chOff x="325307" y="142601"/>
              <a:chExt cx="339165" cy="136005"/>
            </a:xfrm>
          </p:grpSpPr>
          <p:sp>
            <p:nvSpPr>
              <p:cNvPr id="279" name="타원 278">
                <a:extLst>
                  <a:ext uri="{FF2B5EF4-FFF2-40B4-BE49-F238E27FC236}">
                    <a16:creationId xmlns:a16="http://schemas.microsoft.com/office/drawing/2014/main" id="{860E7C81-91C6-3AF4-685F-095CD9AF113B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0" name="자유형: 도형 279">
                <a:extLst>
                  <a:ext uri="{FF2B5EF4-FFF2-40B4-BE49-F238E27FC236}">
                    <a16:creationId xmlns:a16="http://schemas.microsoft.com/office/drawing/2014/main" id="{86E55236-A9A1-8F70-A0A5-A1C5390DEE81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9A5DFFE6-B078-5B38-6AEC-651E7ED1AB3F}"/>
                </a:ext>
              </a:extLst>
            </p:cNvPr>
            <p:cNvGrpSpPr/>
            <p:nvPr/>
          </p:nvGrpSpPr>
          <p:grpSpPr>
            <a:xfrm>
              <a:off x="325307" y="1257021"/>
              <a:ext cx="339165" cy="136005"/>
              <a:chOff x="325307" y="142601"/>
              <a:chExt cx="339165" cy="136005"/>
            </a:xfrm>
          </p:grpSpPr>
          <p:sp>
            <p:nvSpPr>
              <p:cNvPr id="282" name="타원 281">
                <a:extLst>
                  <a:ext uri="{FF2B5EF4-FFF2-40B4-BE49-F238E27FC236}">
                    <a16:creationId xmlns:a16="http://schemas.microsoft.com/office/drawing/2014/main" id="{AEA645B5-70DB-D00C-DE21-008148594D01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3" name="자유형: 도형 282">
                <a:extLst>
                  <a:ext uri="{FF2B5EF4-FFF2-40B4-BE49-F238E27FC236}">
                    <a16:creationId xmlns:a16="http://schemas.microsoft.com/office/drawing/2014/main" id="{8AE7F38E-9ECD-E8FB-CD46-D5A82BA55C52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FCF6E837-958B-FD45-15D7-C697E5EC07E9}"/>
                </a:ext>
              </a:extLst>
            </p:cNvPr>
            <p:cNvGrpSpPr/>
            <p:nvPr/>
          </p:nvGrpSpPr>
          <p:grpSpPr>
            <a:xfrm>
              <a:off x="325307" y="1535626"/>
              <a:ext cx="339165" cy="136005"/>
              <a:chOff x="325307" y="142601"/>
              <a:chExt cx="339165" cy="136005"/>
            </a:xfrm>
          </p:grpSpPr>
          <p:sp>
            <p:nvSpPr>
              <p:cNvPr id="285" name="타원 284">
                <a:extLst>
                  <a:ext uri="{FF2B5EF4-FFF2-40B4-BE49-F238E27FC236}">
                    <a16:creationId xmlns:a16="http://schemas.microsoft.com/office/drawing/2014/main" id="{3F42831A-B383-3189-340D-A1271B4438D7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6" name="자유형: 도형 285">
                <a:extLst>
                  <a:ext uri="{FF2B5EF4-FFF2-40B4-BE49-F238E27FC236}">
                    <a16:creationId xmlns:a16="http://schemas.microsoft.com/office/drawing/2014/main" id="{5C2D2818-71BD-C6B1-383C-5732C029695B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7" name="그룹 286">
              <a:extLst>
                <a:ext uri="{FF2B5EF4-FFF2-40B4-BE49-F238E27FC236}">
                  <a16:creationId xmlns:a16="http://schemas.microsoft.com/office/drawing/2014/main" id="{000A6646-E8AA-AAFD-2EFD-EAFA06FA818B}"/>
                </a:ext>
              </a:extLst>
            </p:cNvPr>
            <p:cNvGrpSpPr/>
            <p:nvPr/>
          </p:nvGrpSpPr>
          <p:grpSpPr>
            <a:xfrm>
              <a:off x="325307" y="1814231"/>
              <a:ext cx="339165" cy="136005"/>
              <a:chOff x="325307" y="142601"/>
              <a:chExt cx="339165" cy="136005"/>
            </a:xfrm>
          </p:grpSpPr>
          <p:sp>
            <p:nvSpPr>
              <p:cNvPr id="288" name="타원 287">
                <a:extLst>
                  <a:ext uri="{FF2B5EF4-FFF2-40B4-BE49-F238E27FC236}">
                    <a16:creationId xmlns:a16="http://schemas.microsoft.com/office/drawing/2014/main" id="{F55E96FB-E4E5-14E1-21BE-8702BD3452C2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9" name="자유형: 도형 288">
                <a:extLst>
                  <a:ext uri="{FF2B5EF4-FFF2-40B4-BE49-F238E27FC236}">
                    <a16:creationId xmlns:a16="http://schemas.microsoft.com/office/drawing/2014/main" id="{EFB2F7CB-BD3B-349C-9F4F-C41FDA4137D7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554D08CC-EDBA-8C5D-C6F0-ECF898F75785}"/>
                </a:ext>
              </a:extLst>
            </p:cNvPr>
            <p:cNvGrpSpPr/>
            <p:nvPr/>
          </p:nvGrpSpPr>
          <p:grpSpPr>
            <a:xfrm>
              <a:off x="325307" y="2092836"/>
              <a:ext cx="339165" cy="136005"/>
              <a:chOff x="325307" y="142601"/>
              <a:chExt cx="339165" cy="136005"/>
            </a:xfrm>
          </p:grpSpPr>
          <p:sp>
            <p:nvSpPr>
              <p:cNvPr id="291" name="타원 290">
                <a:extLst>
                  <a:ext uri="{FF2B5EF4-FFF2-40B4-BE49-F238E27FC236}">
                    <a16:creationId xmlns:a16="http://schemas.microsoft.com/office/drawing/2014/main" id="{C037D707-A7F9-C184-B841-23BF861F0D68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2" name="자유형: 도형 291">
                <a:extLst>
                  <a:ext uri="{FF2B5EF4-FFF2-40B4-BE49-F238E27FC236}">
                    <a16:creationId xmlns:a16="http://schemas.microsoft.com/office/drawing/2014/main" id="{4BE21932-DF60-277E-803F-3769CD6140C5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C1839FA9-0A6F-E9B0-461E-6192AB82507F}"/>
                </a:ext>
              </a:extLst>
            </p:cNvPr>
            <p:cNvGrpSpPr/>
            <p:nvPr/>
          </p:nvGrpSpPr>
          <p:grpSpPr>
            <a:xfrm>
              <a:off x="325307" y="2371441"/>
              <a:ext cx="339165" cy="136005"/>
              <a:chOff x="325307" y="142601"/>
              <a:chExt cx="339165" cy="136005"/>
            </a:xfrm>
          </p:grpSpPr>
          <p:sp>
            <p:nvSpPr>
              <p:cNvPr id="294" name="타원 293">
                <a:extLst>
                  <a:ext uri="{FF2B5EF4-FFF2-40B4-BE49-F238E27FC236}">
                    <a16:creationId xmlns:a16="http://schemas.microsoft.com/office/drawing/2014/main" id="{8806A300-C9D3-E027-89F7-A782EEB15F8E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5" name="자유형: 도형 294">
                <a:extLst>
                  <a:ext uri="{FF2B5EF4-FFF2-40B4-BE49-F238E27FC236}">
                    <a16:creationId xmlns:a16="http://schemas.microsoft.com/office/drawing/2014/main" id="{F75A82CC-7663-8992-211F-DA27FCBC2E31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63FF5391-1BB5-1CCE-1458-3B87607EE87E}"/>
                </a:ext>
              </a:extLst>
            </p:cNvPr>
            <p:cNvGrpSpPr/>
            <p:nvPr/>
          </p:nvGrpSpPr>
          <p:grpSpPr>
            <a:xfrm>
              <a:off x="325307" y="2650046"/>
              <a:ext cx="339165" cy="136005"/>
              <a:chOff x="325307" y="142601"/>
              <a:chExt cx="339165" cy="136005"/>
            </a:xfrm>
          </p:grpSpPr>
          <p:sp>
            <p:nvSpPr>
              <p:cNvPr id="297" name="타원 296">
                <a:extLst>
                  <a:ext uri="{FF2B5EF4-FFF2-40B4-BE49-F238E27FC236}">
                    <a16:creationId xmlns:a16="http://schemas.microsoft.com/office/drawing/2014/main" id="{4E99AB8D-25FD-F6E4-5077-26878D8E18ED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8" name="자유형: 도형 297">
                <a:extLst>
                  <a:ext uri="{FF2B5EF4-FFF2-40B4-BE49-F238E27FC236}">
                    <a16:creationId xmlns:a16="http://schemas.microsoft.com/office/drawing/2014/main" id="{5832EADF-8FCE-E0A4-D9C8-4639923BC2A3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6EFDA36C-AB2D-7240-1638-356C80FED3AE}"/>
                </a:ext>
              </a:extLst>
            </p:cNvPr>
            <p:cNvGrpSpPr/>
            <p:nvPr/>
          </p:nvGrpSpPr>
          <p:grpSpPr>
            <a:xfrm>
              <a:off x="325307" y="2928651"/>
              <a:ext cx="339165" cy="136005"/>
              <a:chOff x="325307" y="142601"/>
              <a:chExt cx="339165" cy="136005"/>
            </a:xfrm>
          </p:grpSpPr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B38ED704-0951-6484-E6E0-4BA28D1FC91F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1" name="자유형: 도형 300">
                <a:extLst>
                  <a:ext uri="{FF2B5EF4-FFF2-40B4-BE49-F238E27FC236}">
                    <a16:creationId xmlns:a16="http://schemas.microsoft.com/office/drawing/2014/main" id="{AED1EFFA-A2BE-C53F-305F-3E66245B9654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02" name="그룹 301">
              <a:extLst>
                <a:ext uri="{FF2B5EF4-FFF2-40B4-BE49-F238E27FC236}">
                  <a16:creationId xmlns:a16="http://schemas.microsoft.com/office/drawing/2014/main" id="{9C29B546-67D7-5345-5F39-8ECD44487560}"/>
                </a:ext>
              </a:extLst>
            </p:cNvPr>
            <p:cNvGrpSpPr/>
            <p:nvPr/>
          </p:nvGrpSpPr>
          <p:grpSpPr>
            <a:xfrm>
              <a:off x="325307" y="3207256"/>
              <a:ext cx="339165" cy="136005"/>
              <a:chOff x="325307" y="142601"/>
              <a:chExt cx="339165" cy="136005"/>
            </a:xfrm>
          </p:grpSpPr>
          <p:sp>
            <p:nvSpPr>
              <p:cNvPr id="303" name="타원 302">
                <a:extLst>
                  <a:ext uri="{FF2B5EF4-FFF2-40B4-BE49-F238E27FC236}">
                    <a16:creationId xmlns:a16="http://schemas.microsoft.com/office/drawing/2014/main" id="{408642A6-84C3-A87B-ACAE-D20967196B5B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4" name="자유형: 도형 303">
                <a:extLst>
                  <a:ext uri="{FF2B5EF4-FFF2-40B4-BE49-F238E27FC236}">
                    <a16:creationId xmlns:a16="http://schemas.microsoft.com/office/drawing/2014/main" id="{1A465B8C-0439-5E17-C8F1-5A924847906A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5CF09B54-CBC6-4CDA-8AA1-387307526F00}"/>
                </a:ext>
              </a:extLst>
            </p:cNvPr>
            <p:cNvGrpSpPr/>
            <p:nvPr/>
          </p:nvGrpSpPr>
          <p:grpSpPr>
            <a:xfrm>
              <a:off x="325307" y="3485861"/>
              <a:ext cx="339165" cy="136005"/>
              <a:chOff x="325307" y="142601"/>
              <a:chExt cx="339165" cy="136005"/>
            </a:xfrm>
          </p:grpSpPr>
          <p:sp>
            <p:nvSpPr>
              <p:cNvPr id="306" name="타원 305">
                <a:extLst>
                  <a:ext uri="{FF2B5EF4-FFF2-40B4-BE49-F238E27FC236}">
                    <a16:creationId xmlns:a16="http://schemas.microsoft.com/office/drawing/2014/main" id="{F74CA3D7-E548-3B0D-E255-EDFD575035D8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7" name="자유형: 도형 306">
                <a:extLst>
                  <a:ext uri="{FF2B5EF4-FFF2-40B4-BE49-F238E27FC236}">
                    <a16:creationId xmlns:a16="http://schemas.microsoft.com/office/drawing/2014/main" id="{3F9FB147-51E8-3590-048F-B566CB6EE06A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B925661F-702D-0561-EE4B-6E5F0FD5DE9F}"/>
                </a:ext>
              </a:extLst>
            </p:cNvPr>
            <p:cNvGrpSpPr/>
            <p:nvPr/>
          </p:nvGrpSpPr>
          <p:grpSpPr>
            <a:xfrm>
              <a:off x="325307" y="3764466"/>
              <a:ext cx="339165" cy="136005"/>
              <a:chOff x="325307" y="142601"/>
              <a:chExt cx="339165" cy="136005"/>
            </a:xfrm>
          </p:grpSpPr>
          <p:sp>
            <p:nvSpPr>
              <p:cNvPr id="309" name="타원 308">
                <a:extLst>
                  <a:ext uri="{FF2B5EF4-FFF2-40B4-BE49-F238E27FC236}">
                    <a16:creationId xmlns:a16="http://schemas.microsoft.com/office/drawing/2014/main" id="{93007AAD-13DE-828E-4A62-7F7E2912EC67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0" name="자유형: 도형 309">
                <a:extLst>
                  <a:ext uri="{FF2B5EF4-FFF2-40B4-BE49-F238E27FC236}">
                    <a16:creationId xmlns:a16="http://schemas.microsoft.com/office/drawing/2014/main" id="{3C8ECF7A-6D0F-B9D2-69D4-416CD4EF41B4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5AC8C8EE-F552-5598-17F0-B2234FA46B25}"/>
                </a:ext>
              </a:extLst>
            </p:cNvPr>
            <p:cNvGrpSpPr/>
            <p:nvPr/>
          </p:nvGrpSpPr>
          <p:grpSpPr>
            <a:xfrm>
              <a:off x="325307" y="4043071"/>
              <a:ext cx="339165" cy="136005"/>
              <a:chOff x="325307" y="142601"/>
              <a:chExt cx="339165" cy="136005"/>
            </a:xfrm>
          </p:grpSpPr>
          <p:sp>
            <p:nvSpPr>
              <p:cNvPr id="312" name="타원 311">
                <a:extLst>
                  <a:ext uri="{FF2B5EF4-FFF2-40B4-BE49-F238E27FC236}">
                    <a16:creationId xmlns:a16="http://schemas.microsoft.com/office/drawing/2014/main" id="{AD22CA97-C983-C573-3220-241C4240444A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3" name="자유형: 도형 312">
                <a:extLst>
                  <a:ext uri="{FF2B5EF4-FFF2-40B4-BE49-F238E27FC236}">
                    <a16:creationId xmlns:a16="http://schemas.microsoft.com/office/drawing/2014/main" id="{399DCA29-3F33-F4CB-1028-414D887B23A0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35272B88-39E7-D657-8FA5-AC5912B5F19C}"/>
                </a:ext>
              </a:extLst>
            </p:cNvPr>
            <p:cNvGrpSpPr/>
            <p:nvPr/>
          </p:nvGrpSpPr>
          <p:grpSpPr>
            <a:xfrm>
              <a:off x="325307" y="4321676"/>
              <a:ext cx="339165" cy="136005"/>
              <a:chOff x="325307" y="142601"/>
              <a:chExt cx="339165" cy="136005"/>
            </a:xfrm>
          </p:grpSpPr>
          <p:sp>
            <p:nvSpPr>
              <p:cNvPr id="315" name="타원 314">
                <a:extLst>
                  <a:ext uri="{FF2B5EF4-FFF2-40B4-BE49-F238E27FC236}">
                    <a16:creationId xmlns:a16="http://schemas.microsoft.com/office/drawing/2014/main" id="{37954B22-95BB-9250-8117-DA2A0BD5C00D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6" name="자유형: 도형 315">
                <a:extLst>
                  <a:ext uri="{FF2B5EF4-FFF2-40B4-BE49-F238E27FC236}">
                    <a16:creationId xmlns:a16="http://schemas.microsoft.com/office/drawing/2014/main" id="{89871120-4E50-35E4-4176-12282D8E7437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6090FB09-94A0-D697-1F25-A8BE80A7DB9B}"/>
                </a:ext>
              </a:extLst>
            </p:cNvPr>
            <p:cNvGrpSpPr/>
            <p:nvPr/>
          </p:nvGrpSpPr>
          <p:grpSpPr>
            <a:xfrm>
              <a:off x="325307" y="4600281"/>
              <a:ext cx="339165" cy="136005"/>
              <a:chOff x="325307" y="142601"/>
              <a:chExt cx="339165" cy="136005"/>
            </a:xfrm>
          </p:grpSpPr>
          <p:sp>
            <p:nvSpPr>
              <p:cNvPr id="318" name="타원 317">
                <a:extLst>
                  <a:ext uri="{FF2B5EF4-FFF2-40B4-BE49-F238E27FC236}">
                    <a16:creationId xmlns:a16="http://schemas.microsoft.com/office/drawing/2014/main" id="{7FAA0765-786B-268E-76B8-F5316079B4CE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9" name="자유형: 도형 318">
                <a:extLst>
                  <a:ext uri="{FF2B5EF4-FFF2-40B4-BE49-F238E27FC236}">
                    <a16:creationId xmlns:a16="http://schemas.microsoft.com/office/drawing/2014/main" id="{DC625DD0-BB58-4FA7-996B-0573ED01D3AF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0" name="그룹 319">
              <a:extLst>
                <a:ext uri="{FF2B5EF4-FFF2-40B4-BE49-F238E27FC236}">
                  <a16:creationId xmlns:a16="http://schemas.microsoft.com/office/drawing/2014/main" id="{62BF7B5C-25F4-0B3A-E9D1-8BCB34A519BA}"/>
                </a:ext>
              </a:extLst>
            </p:cNvPr>
            <p:cNvGrpSpPr/>
            <p:nvPr/>
          </p:nvGrpSpPr>
          <p:grpSpPr>
            <a:xfrm>
              <a:off x="325307" y="4878886"/>
              <a:ext cx="339165" cy="136005"/>
              <a:chOff x="325307" y="142601"/>
              <a:chExt cx="339165" cy="136005"/>
            </a:xfrm>
          </p:grpSpPr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756830F3-089A-9FC3-4C77-031B07727069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2" name="자유형: 도형 321">
                <a:extLst>
                  <a:ext uri="{FF2B5EF4-FFF2-40B4-BE49-F238E27FC236}">
                    <a16:creationId xmlns:a16="http://schemas.microsoft.com/office/drawing/2014/main" id="{C158AC56-F67B-C3A1-4523-3C6130A27454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7FB0B2A7-C900-66B9-D8C6-4E051AD87945}"/>
                </a:ext>
              </a:extLst>
            </p:cNvPr>
            <p:cNvGrpSpPr/>
            <p:nvPr/>
          </p:nvGrpSpPr>
          <p:grpSpPr>
            <a:xfrm>
              <a:off x="325307" y="5157491"/>
              <a:ext cx="339165" cy="136005"/>
              <a:chOff x="325307" y="142601"/>
              <a:chExt cx="339165" cy="136005"/>
            </a:xfrm>
          </p:grpSpPr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B411EE3D-9D92-3AF6-00F7-ADC463533E65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5" name="자유형: 도형 324">
                <a:extLst>
                  <a:ext uri="{FF2B5EF4-FFF2-40B4-BE49-F238E27FC236}">
                    <a16:creationId xmlns:a16="http://schemas.microsoft.com/office/drawing/2014/main" id="{B15B7B40-071F-FB5D-B6FE-0C8BC8C1C6E2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67723546-F40B-E3EC-36CE-04663ECCB2B0}"/>
                </a:ext>
              </a:extLst>
            </p:cNvPr>
            <p:cNvGrpSpPr/>
            <p:nvPr/>
          </p:nvGrpSpPr>
          <p:grpSpPr>
            <a:xfrm>
              <a:off x="325307" y="5436096"/>
              <a:ext cx="339165" cy="136005"/>
              <a:chOff x="325307" y="142601"/>
              <a:chExt cx="339165" cy="136005"/>
            </a:xfrm>
          </p:grpSpPr>
          <p:sp>
            <p:nvSpPr>
              <p:cNvPr id="327" name="타원 326">
                <a:extLst>
                  <a:ext uri="{FF2B5EF4-FFF2-40B4-BE49-F238E27FC236}">
                    <a16:creationId xmlns:a16="http://schemas.microsoft.com/office/drawing/2014/main" id="{8FB356E7-A345-2827-4440-83200A4517D1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8" name="자유형: 도형 327">
                <a:extLst>
                  <a:ext uri="{FF2B5EF4-FFF2-40B4-BE49-F238E27FC236}">
                    <a16:creationId xmlns:a16="http://schemas.microsoft.com/office/drawing/2014/main" id="{69AD3B69-98B8-7DD4-B9E0-1015259F4A0D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379BFA83-86D0-BE5D-BC29-CF644C9CFB38}"/>
                </a:ext>
              </a:extLst>
            </p:cNvPr>
            <p:cNvGrpSpPr/>
            <p:nvPr/>
          </p:nvGrpSpPr>
          <p:grpSpPr>
            <a:xfrm>
              <a:off x="325307" y="5714701"/>
              <a:ext cx="339165" cy="136005"/>
              <a:chOff x="325307" y="142601"/>
              <a:chExt cx="339165" cy="136005"/>
            </a:xfrm>
          </p:grpSpPr>
          <p:sp>
            <p:nvSpPr>
              <p:cNvPr id="330" name="타원 329">
                <a:extLst>
                  <a:ext uri="{FF2B5EF4-FFF2-40B4-BE49-F238E27FC236}">
                    <a16:creationId xmlns:a16="http://schemas.microsoft.com/office/drawing/2014/main" id="{97C0606F-FD80-705C-E51D-E577868C3F69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1" name="자유형: 도형 330">
                <a:extLst>
                  <a:ext uri="{FF2B5EF4-FFF2-40B4-BE49-F238E27FC236}">
                    <a16:creationId xmlns:a16="http://schemas.microsoft.com/office/drawing/2014/main" id="{6C11BA50-D146-24DB-BAED-64CC576D0DBC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C682E1A7-9ED5-BABA-9F63-2F30D3112545}"/>
                </a:ext>
              </a:extLst>
            </p:cNvPr>
            <p:cNvGrpSpPr/>
            <p:nvPr/>
          </p:nvGrpSpPr>
          <p:grpSpPr>
            <a:xfrm>
              <a:off x="325307" y="5993306"/>
              <a:ext cx="339165" cy="136005"/>
              <a:chOff x="325307" y="142601"/>
              <a:chExt cx="339165" cy="136005"/>
            </a:xfrm>
          </p:grpSpPr>
          <p:sp>
            <p:nvSpPr>
              <p:cNvPr id="333" name="타원 332">
                <a:extLst>
                  <a:ext uri="{FF2B5EF4-FFF2-40B4-BE49-F238E27FC236}">
                    <a16:creationId xmlns:a16="http://schemas.microsoft.com/office/drawing/2014/main" id="{5B72FBA1-4D78-3514-6EB6-89067869AE99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4" name="자유형: 도형 333">
                <a:extLst>
                  <a:ext uri="{FF2B5EF4-FFF2-40B4-BE49-F238E27FC236}">
                    <a16:creationId xmlns:a16="http://schemas.microsoft.com/office/drawing/2014/main" id="{E0177B01-9805-0AFE-58AC-5E1D16630772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5" name="그룹 334">
              <a:extLst>
                <a:ext uri="{FF2B5EF4-FFF2-40B4-BE49-F238E27FC236}">
                  <a16:creationId xmlns:a16="http://schemas.microsoft.com/office/drawing/2014/main" id="{E3185B6A-5545-7A47-FB86-A8133DF1569C}"/>
                </a:ext>
              </a:extLst>
            </p:cNvPr>
            <p:cNvGrpSpPr/>
            <p:nvPr/>
          </p:nvGrpSpPr>
          <p:grpSpPr>
            <a:xfrm>
              <a:off x="325307" y="6271911"/>
              <a:ext cx="339165" cy="136005"/>
              <a:chOff x="325307" y="142601"/>
              <a:chExt cx="339165" cy="136005"/>
            </a:xfrm>
          </p:grpSpPr>
          <p:sp>
            <p:nvSpPr>
              <p:cNvPr id="336" name="타원 335">
                <a:extLst>
                  <a:ext uri="{FF2B5EF4-FFF2-40B4-BE49-F238E27FC236}">
                    <a16:creationId xmlns:a16="http://schemas.microsoft.com/office/drawing/2014/main" id="{B83BF947-EB76-CADE-F242-C225FCDE2481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7" name="자유형: 도형 336">
                <a:extLst>
                  <a:ext uri="{FF2B5EF4-FFF2-40B4-BE49-F238E27FC236}">
                    <a16:creationId xmlns:a16="http://schemas.microsoft.com/office/drawing/2014/main" id="{5A44D8FD-F6E3-CE3D-1EEC-6909BC622262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70501A78-E446-4267-EB61-6FB431D7DBCC}"/>
                </a:ext>
              </a:extLst>
            </p:cNvPr>
            <p:cNvGrpSpPr/>
            <p:nvPr/>
          </p:nvGrpSpPr>
          <p:grpSpPr>
            <a:xfrm>
              <a:off x="325307" y="6550516"/>
              <a:ext cx="339165" cy="136005"/>
              <a:chOff x="325307" y="142601"/>
              <a:chExt cx="339165" cy="136005"/>
            </a:xfrm>
          </p:grpSpPr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CBCE5324-3878-D45C-45FE-939654D4A8D1}"/>
                  </a:ext>
                </a:extLst>
              </p:cNvPr>
              <p:cNvSpPr/>
              <p:nvPr/>
            </p:nvSpPr>
            <p:spPr>
              <a:xfrm flipH="1">
                <a:off x="528467" y="142601"/>
                <a:ext cx="136005" cy="13600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>
                <a:innerShdw blurRad="38100" dist="38100" dir="13200000">
                  <a:prstClr val="black">
                    <a:alpha val="48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40" name="자유형: 도형 339">
                <a:extLst>
                  <a:ext uri="{FF2B5EF4-FFF2-40B4-BE49-F238E27FC236}">
                    <a16:creationId xmlns:a16="http://schemas.microsoft.com/office/drawing/2014/main" id="{60053109-D450-5120-9427-15E382008691}"/>
                  </a:ext>
                </a:extLst>
              </p:cNvPr>
              <p:cNvSpPr/>
              <p:nvPr/>
            </p:nvSpPr>
            <p:spPr>
              <a:xfrm flipH="1">
                <a:off x="325307" y="162156"/>
                <a:ext cx="304622" cy="96894"/>
              </a:xfrm>
              <a:custGeom>
                <a:avLst/>
                <a:gdLst>
                  <a:gd name="connsiteX0" fmla="*/ 98584 w 619875"/>
                  <a:gd name="connsiteY0" fmla="*/ 0 h 197169"/>
                  <a:gd name="connsiteX1" fmla="*/ 592934 w 619875"/>
                  <a:gd name="connsiteY1" fmla="*/ 1 h 197169"/>
                  <a:gd name="connsiteX2" fmla="*/ 592934 w 619875"/>
                  <a:gd name="connsiteY2" fmla="*/ 778 h 197169"/>
                  <a:gd name="connsiteX3" fmla="*/ 611440 w 619875"/>
                  <a:gd name="connsiteY3" fmla="*/ 8511 h 197169"/>
                  <a:gd name="connsiteX4" fmla="*/ 619875 w 619875"/>
                  <a:gd name="connsiteY4" fmla="*/ 29053 h 197169"/>
                  <a:gd name="connsiteX5" fmla="*/ 611440 w 619875"/>
                  <a:gd name="connsiteY5" fmla="*/ 49595 h 197169"/>
                  <a:gd name="connsiteX6" fmla="*/ 592934 w 619875"/>
                  <a:gd name="connsiteY6" fmla="*/ 57327 h 197169"/>
                  <a:gd name="connsiteX7" fmla="*/ 592934 w 619875"/>
                  <a:gd name="connsiteY7" fmla="*/ 58103 h 197169"/>
                  <a:gd name="connsiteX8" fmla="*/ 591076 w 619875"/>
                  <a:gd name="connsiteY8" fmla="*/ 58103 h 197169"/>
                  <a:gd name="connsiteX9" fmla="*/ 591075 w 619875"/>
                  <a:gd name="connsiteY9" fmla="*/ 58104 h 197169"/>
                  <a:gd name="connsiteX10" fmla="*/ 591074 w 619875"/>
                  <a:gd name="connsiteY10" fmla="*/ 58103 h 197169"/>
                  <a:gd name="connsiteX11" fmla="*/ 101206 w 619875"/>
                  <a:gd name="connsiteY11" fmla="*/ 58102 h 197169"/>
                  <a:gd name="connsiteX12" fmla="*/ 60724 w 619875"/>
                  <a:gd name="connsiteY12" fmla="*/ 98584 h 197169"/>
                  <a:gd name="connsiteX13" fmla="*/ 101206 w 619875"/>
                  <a:gd name="connsiteY13" fmla="*/ 139067 h 197169"/>
                  <a:gd name="connsiteX14" fmla="*/ 591074 w 619875"/>
                  <a:gd name="connsiteY14" fmla="*/ 139067 h 197169"/>
                  <a:gd name="connsiteX15" fmla="*/ 591075 w 619875"/>
                  <a:gd name="connsiteY15" fmla="*/ 139066 h 197169"/>
                  <a:gd name="connsiteX16" fmla="*/ 591076 w 619875"/>
                  <a:gd name="connsiteY16" fmla="*/ 139067 h 197169"/>
                  <a:gd name="connsiteX17" fmla="*/ 592934 w 619875"/>
                  <a:gd name="connsiteY17" fmla="*/ 139067 h 197169"/>
                  <a:gd name="connsiteX18" fmla="*/ 592934 w 619875"/>
                  <a:gd name="connsiteY18" fmla="*/ 139843 h 197169"/>
                  <a:gd name="connsiteX19" fmla="*/ 611440 w 619875"/>
                  <a:gd name="connsiteY19" fmla="*/ 147575 h 197169"/>
                  <a:gd name="connsiteX20" fmla="*/ 619875 w 619875"/>
                  <a:gd name="connsiteY20" fmla="*/ 168117 h 197169"/>
                  <a:gd name="connsiteX21" fmla="*/ 611440 w 619875"/>
                  <a:gd name="connsiteY21" fmla="*/ 188659 h 197169"/>
                  <a:gd name="connsiteX22" fmla="*/ 592934 w 619875"/>
                  <a:gd name="connsiteY22" fmla="*/ 196392 h 197169"/>
                  <a:gd name="connsiteX23" fmla="*/ 592934 w 619875"/>
                  <a:gd name="connsiteY23" fmla="*/ 197169 h 197169"/>
                  <a:gd name="connsiteX24" fmla="*/ 98584 w 619875"/>
                  <a:gd name="connsiteY24" fmla="*/ 197169 h 197169"/>
                  <a:gd name="connsiteX25" fmla="*/ 0 w 619875"/>
                  <a:gd name="connsiteY25" fmla="*/ 98584 h 197169"/>
                  <a:gd name="connsiteX26" fmla="*/ 98584 w 619875"/>
                  <a:gd name="connsiteY26" fmla="*/ 0 h 19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9875" h="197169">
                    <a:moveTo>
                      <a:pt x="98584" y="0"/>
                    </a:moveTo>
                    <a:cubicBezTo>
                      <a:pt x="263367" y="0"/>
                      <a:pt x="428150" y="1"/>
                      <a:pt x="592934" y="1"/>
                    </a:cubicBezTo>
                    <a:lnTo>
                      <a:pt x="592934" y="778"/>
                    </a:lnTo>
                    <a:lnTo>
                      <a:pt x="611440" y="8511"/>
                    </a:lnTo>
                    <a:cubicBezTo>
                      <a:pt x="616652" y="13768"/>
                      <a:pt x="619875" y="21031"/>
                      <a:pt x="619875" y="29053"/>
                    </a:cubicBezTo>
                    <a:cubicBezTo>
                      <a:pt x="619875" y="37075"/>
                      <a:pt x="616652" y="44338"/>
                      <a:pt x="611440" y="49595"/>
                    </a:cubicBezTo>
                    <a:lnTo>
                      <a:pt x="592934" y="57327"/>
                    </a:lnTo>
                    <a:lnTo>
                      <a:pt x="592934" y="58103"/>
                    </a:lnTo>
                    <a:lnTo>
                      <a:pt x="591076" y="58103"/>
                    </a:lnTo>
                    <a:lnTo>
                      <a:pt x="591075" y="58104"/>
                    </a:lnTo>
                    <a:lnTo>
                      <a:pt x="591074" y="58103"/>
                    </a:lnTo>
                    <a:lnTo>
                      <a:pt x="101206" y="58102"/>
                    </a:lnTo>
                    <a:cubicBezTo>
                      <a:pt x="78848" y="58102"/>
                      <a:pt x="60724" y="76226"/>
                      <a:pt x="60724" y="98584"/>
                    </a:cubicBezTo>
                    <a:cubicBezTo>
                      <a:pt x="60724" y="120942"/>
                      <a:pt x="78848" y="139067"/>
                      <a:pt x="101206" y="139067"/>
                    </a:cubicBezTo>
                    <a:lnTo>
                      <a:pt x="591074" y="139067"/>
                    </a:lnTo>
                    <a:lnTo>
                      <a:pt x="591075" y="139066"/>
                    </a:lnTo>
                    <a:lnTo>
                      <a:pt x="591076" y="139067"/>
                    </a:lnTo>
                    <a:lnTo>
                      <a:pt x="592934" y="139067"/>
                    </a:lnTo>
                    <a:lnTo>
                      <a:pt x="592934" y="139843"/>
                    </a:lnTo>
                    <a:lnTo>
                      <a:pt x="611440" y="147575"/>
                    </a:lnTo>
                    <a:cubicBezTo>
                      <a:pt x="616652" y="152832"/>
                      <a:pt x="619875" y="160095"/>
                      <a:pt x="619875" y="168117"/>
                    </a:cubicBezTo>
                    <a:cubicBezTo>
                      <a:pt x="619875" y="176139"/>
                      <a:pt x="616652" y="183402"/>
                      <a:pt x="611440" y="188659"/>
                    </a:cubicBezTo>
                    <a:lnTo>
                      <a:pt x="592934" y="196392"/>
                    </a:lnTo>
                    <a:lnTo>
                      <a:pt x="592934" y="197169"/>
                    </a:lnTo>
                    <a:lnTo>
                      <a:pt x="98584" y="197169"/>
                    </a:lnTo>
                    <a:cubicBezTo>
                      <a:pt x="44138" y="197169"/>
                      <a:pt x="0" y="153031"/>
                      <a:pt x="0" y="98584"/>
                    </a:cubicBezTo>
                    <a:cubicBezTo>
                      <a:pt x="0" y="44138"/>
                      <a:pt x="44138" y="0"/>
                      <a:pt x="98584" y="0"/>
                    </a:cubicBezTo>
                    <a:close/>
                  </a:path>
                </a:pathLst>
              </a:custGeom>
              <a:solidFill>
                <a:srgbClr val="9BB7DD"/>
              </a:solidFill>
              <a:ln>
                <a:noFill/>
              </a:ln>
              <a:effectLst/>
              <a:scene3d>
                <a:camera prst="orthographicFront"/>
                <a:lightRig rig="soft" dir="t">
                  <a:rot lat="0" lon="0" rev="1740000"/>
                </a:lightRig>
              </a:scene3d>
              <a:sp3d>
                <a:bevelT w="127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aphicFrame>
        <p:nvGraphicFramePr>
          <p:cNvPr id="60" name="차트 59">
            <a:extLst>
              <a:ext uri="{FF2B5EF4-FFF2-40B4-BE49-F238E27FC236}">
                <a16:creationId xmlns:a16="http://schemas.microsoft.com/office/drawing/2014/main" id="{2C5C8163-95C9-B431-172E-DD7EF43A7E76}"/>
              </a:ext>
            </a:extLst>
          </p:cNvPr>
          <p:cNvGraphicFramePr/>
          <p:nvPr/>
        </p:nvGraphicFramePr>
        <p:xfrm>
          <a:off x="5026327" y="1555181"/>
          <a:ext cx="5702300" cy="432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모서리가 둥근 직사각형 6">
            <a:extLst>
              <a:ext uri="{FF2B5EF4-FFF2-40B4-BE49-F238E27FC236}">
                <a16:creationId xmlns:a16="http://schemas.microsoft.com/office/drawing/2014/main" id="{EF9CE0A7-0885-94CF-FD17-19735DF223A2}"/>
              </a:ext>
            </a:extLst>
          </p:cNvPr>
          <p:cNvSpPr/>
          <p:nvPr/>
        </p:nvSpPr>
        <p:spPr>
          <a:xfrm>
            <a:off x="8019791" y="1811905"/>
            <a:ext cx="806825" cy="4141694"/>
          </a:xfrm>
          <a:prstGeom prst="roundRect">
            <a:avLst>
              <a:gd name="adj" fmla="val 12746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1A9C62-B191-237D-F20E-B58AB8DBD6E7}"/>
              </a:ext>
            </a:extLst>
          </p:cNvPr>
          <p:cNvSpPr txBox="1"/>
          <p:nvPr/>
        </p:nvSpPr>
        <p:spPr>
          <a:xfrm>
            <a:off x="2391380" y="2693860"/>
            <a:ext cx="1212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CC50C52-1BF3-11A0-2A68-533832A6859D}"/>
              </a:ext>
            </a:extLst>
          </p:cNvPr>
          <p:cNvSpPr/>
          <p:nvPr/>
        </p:nvSpPr>
        <p:spPr>
          <a:xfrm>
            <a:off x="2084957" y="2133354"/>
            <a:ext cx="1780542" cy="1780542"/>
          </a:xfrm>
          <a:prstGeom prst="ellipse">
            <a:avLst/>
          </a:prstGeom>
          <a:ln w="60325" cap="rnd">
            <a:solidFill>
              <a:schemeClr val="bg1">
                <a:alpha val="3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원호 63">
            <a:extLst>
              <a:ext uri="{FF2B5EF4-FFF2-40B4-BE49-F238E27FC236}">
                <a16:creationId xmlns:a16="http://schemas.microsoft.com/office/drawing/2014/main" id="{276F688C-7D9C-E13F-0542-6C832C585EF2}"/>
              </a:ext>
            </a:extLst>
          </p:cNvPr>
          <p:cNvSpPr/>
          <p:nvPr/>
        </p:nvSpPr>
        <p:spPr>
          <a:xfrm>
            <a:off x="2084958" y="2136443"/>
            <a:ext cx="1780542" cy="1780542"/>
          </a:xfrm>
          <a:prstGeom prst="arc">
            <a:avLst>
              <a:gd name="adj1" fmla="val 16200000"/>
              <a:gd name="adj2" fmla="val 11013480"/>
            </a:avLst>
          </a:prstGeom>
          <a:ln w="88900" cap="rnd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58B4B28-52A2-B685-A3E1-83F3BBCB1FB9}"/>
              </a:ext>
            </a:extLst>
          </p:cNvPr>
          <p:cNvSpPr/>
          <p:nvPr/>
        </p:nvSpPr>
        <p:spPr>
          <a:xfrm>
            <a:off x="1779874" y="4309340"/>
            <a:ext cx="243512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AC9BF96-C829-BE9E-F5FC-87AEB267572D}"/>
              </a:ext>
            </a:extLst>
          </p:cNvPr>
          <p:cNvSpPr/>
          <p:nvPr/>
        </p:nvSpPr>
        <p:spPr>
          <a:xfrm>
            <a:off x="9029888" y="1689707"/>
            <a:ext cx="243512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79994B8-4B94-E205-A6CB-4C05E0E2A620}"/>
              </a:ext>
            </a:extLst>
          </p:cNvPr>
          <p:cNvGrpSpPr/>
          <p:nvPr/>
        </p:nvGrpSpPr>
        <p:grpSpPr>
          <a:xfrm>
            <a:off x="8294273" y="1689707"/>
            <a:ext cx="257859" cy="257859"/>
            <a:chOff x="8060346" y="1488344"/>
            <a:chExt cx="257859" cy="257859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30D60394-9174-003B-6FEE-33DB85F16650}"/>
                </a:ext>
              </a:extLst>
            </p:cNvPr>
            <p:cNvSpPr/>
            <p:nvPr/>
          </p:nvSpPr>
          <p:spPr>
            <a:xfrm>
              <a:off x="8060346" y="1488344"/>
              <a:ext cx="257859" cy="257859"/>
            </a:xfrm>
            <a:prstGeom prst="ellipse">
              <a:avLst/>
            </a:prstGeom>
            <a:solidFill>
              <a:srgbClr val="5B9BD5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C0447FD6-6CF0-239B-002E-6342C4112661}"/>
                </a:ext>
              </a:extLst>
            </p:cNvPr>
            <p:cNvSpPr/>
            <p:nvPr/>
          </p:nvSpPr>
          <p:spPr>
            <a:xfrm>
              <a:off x="8099730" y="1556751"/>
              <a:ext cx="179090" cy="121045"/>
            </a:xfrm>
            <a:custGeom>
              <a:avLst/>
              <a:gdLst>
                <a:gd name="connsiteX0" fmla="*/ 0 w 123825"/>
                <a:gd name="connsiteY0" fmla="*/ 19050 h 76200"/>
                <a:gd name="connsiteX1" fmla="*/ 47625 w 123825"/>
                <a:gd name="connsiteY1" fmla="*/ 76200 h 76200"/>
                <a:gd name="connsiteX2" fmla="*/ 123825 w 123825"/>
                <a:gd name="connsiteY2" fmla="*/ 0 h 76200"/>
                <a:gd name="connsiteX0" fmla="*/ 0 w 112741"/>
                <a:gd name="connsiteY0" fmla="*/ 37061 h 76200"/>
                <a:gd name="connsiteX1" fmla="*/ 36541 w 112741"/>
                <a:gd name="connsiteY1" fmla="*/ 76200 h 76200"/>
                <a:gd name="connsiteX2" fmla="*/ 112741 w 112741"/>
                <a:gd name="connsiteY2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741" h="76200">
                  <a:moveTo>
                    <a:pt x="0" y="37061"/>
                  </a:moveTo>
                  <a:lnTo>
                    <a:pt x="36541" y="76200"/>
                  </a:lnTo>
                  <a:lnTo>
                    <a:pt x="112741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77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36153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공유 사이트 </a:t>
            </a:r>
            <a:endParaRPr kumimoji="0" lang="en-US" altLang="ko-KR" sz="60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광고 보기 불편하시죠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그래도 이해해 주세요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~ ^^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사이트 웹 </a:t>
            </a:r>
            <a:r>
              <a:rPr kumimoji="0" lang="ko-KR" altLang="en-US" sz="4000" b="1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호스팅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, </a:t>
            </a: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무료 공유를 가능하게 하거든요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1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사이트는 자료 공유 특성상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상당한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여러분들 핸드폰 데이터 같은 거에요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비즈캠은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달 거의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800GB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가까운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발생하고 데이터 무제한 요금이라도 있는 핸드폰 요금과는 달리 </a:t>
            </a:r>
            <a:endParaRPr kumimoji="0" lang="en-US" altLang="ko-KR" sz="1600" b="0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그에 준하는 비용을 지불합니다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관심 있는 광고를 클릭하셨을 때 배분되는 수익이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웹호스팅을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가능하게 하니까요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부탁드립니다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4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최근 저의 자료를 카페 등에 무단으로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하는 일이 자주 발생하고 있습니다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대해 굉장히 심각한 문제로 받아 들이고 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문제가 반복될 경우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자에 대해서는 그에 대한 책임을 반드시 물을 것입니다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저작권을 존중하지 않는 극히 소수의 사용자로 인해 다수가 피해를 보지 않도록 주의해 주시면 감사하겠으며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자료가 업로드 된 곳이 있다면 저에게 알려주시면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자료를 소개하고자 할 경우에는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사이트로의 링크 처리로만 가능하며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파일 자체를 업로드 하는 것은 불가한 점 유의해 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이익을 취하는 행위 또한 불가합니다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기타 활용 가능 범위는 공유 사이트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-&gt;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수다방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게시판 공지사항 참고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07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623" y="307273"/>
            <a:ext cx="11811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■까칠한 조땡의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팬이 되어주세요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여러분들과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매개로 소통하고자 다양한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활동을 하고 있는데요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요즘은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포털이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과거의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블로그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이웃이라는 시스템 보다는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서비스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소통하고 정보를 제공하는 시스템이 더 강화된 것 같습니다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모바일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환경이 더 강조되는 상황 때문이기도 하겠지요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 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팬이 되어주세요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조금 더 쉽고 빠르게 새로운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자료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팁 들을 만나볼 수 있고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많은 분들과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이야기로 소통할 수 있게 도와주시면 제겐 큰 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동기부여가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주소입니다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이상한 주소 아니에요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^^)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네이버에서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까칠한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검색해 주셔도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팬하기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눌러주시면 감사하겠습니다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2"/>
              </a:rPr>
              <a:t>https://in.naver.com/seok830621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49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8947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사용한 색상은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6131" y="5277393"/>
            <a:ext cx="73024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점선 테두리는 기본 컬러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버전 이상 사용자께서는 스포이트 기능을 이용하시면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편하구요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2010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이하 버전 사용자 께서는 다른 채우기 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사용자 지정 탭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 RGB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 값 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1003B25-919E-F94F-3012-32FAE6F3C1C9}"/>
              </a:ext>
            </a:extLst>
          </p:cNvPr>
          <p:cNvSpPr/>
          <p:nvPr/>
        </p:nvSpPr>
        <p:spPr>
          <a:xfrm>
            <a:off x="1900022" y="1944136"/>
            <a:ext cx="2505511" cy="2505509"/>
          </a:xfrm>
          <a:prstGeom prst="ellipse">
            <a:avLst/>
          </a:prstGeom>
          <a:solidFill>
            <a:srgbClr val="C22F37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194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47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55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8A7C89D-404D-DF39-21E7-17BE37432B0E}"/>
              </a:ext>
            </a:extLst>
          </p:cNvPr>
          <p:cNvSpPr/>
          <p:nvPr/>
        </p:nvSpPr>
        <p:spPr>
          <a:xfrm>
            <a:off x="4854612" y="1944135"/>
            <a:ext cx="2505511" cy="2505509"/>
          </a:xfrm>
          <a:prstGeom prst="ellipse">
            <a:avLst/>
          </a:prstGeom>
          <a:solidFill>
            <a:srgbClr val="9BB7DD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155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183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221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542A62F-A369-B770-B4A6-7117B4AFFD0C}"/>
              </a:ext>
            </a:extLst>
          </p:cNvPr>
          <p:cNvSpPr/>
          <p:nvPr/>
        </p:nvSpPr>
        <p:spPr>
          <a:xfrm>
            <a:off x="7809202" y="1944135"/>
            <a:ext cx="2505511" cy="2505509"/>
          </a:xfrm>
          <a:prstGeom prst="ellipse">
            <a:avLst/>
          </a:prstGeom>
          <a:solidFill>
            <a:srgbClr val="B0DADC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176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218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220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25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18" y="306467"/>
            <a:ext cx="62239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주로 사용되는 폰트는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25233" y="1411899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티몬</a:t>
            </a: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몬소리체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굵은 고딕 계열 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 제목에 써요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25233" y="2833995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야놀자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야체</a:t>
            </a:r>
            <a:r>
              <a:rPr kumimoji="0" lang="en-US" altLang="ko-KR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학교안심 나들이</a:t>
            </a:r>
            <a:endParaRPr kumimoji="0" lang="en-US" altLang="ko-KR" sz="1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귀여운 타입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5233" y="4256091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맑은 고딕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주로 본문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0C793-6882-4019-CA85-0A6CA6A2C72C}"/>
              </a:ext>
            </a:extLst>
          </p:cNvPr>
          <p:cNvSpPr/>
          <p:nvPr/>
        </p:nvSpPr>
        <p:spPr>
          <a:xfrm>
            <a:off x="947837" y="5854483"/>
            <a:ext cx="104241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눈누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이용해 폰트 파일 다운로드 받으시면 편합니다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3"/>
              </a:rPr>
              <a:t>https://noonnu.cc/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198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698</Words>
  <Application>Microsoft Office PowerPoint</Application>
  <PresentationFormat>와이드스크린</PresentationFormat>
  <Paragraphs>129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HY견고딕</vt:lpstr>
      <vt:lpstr>Tmon몬소리 Black</vt:lpstr>
      <vt:lpstr>맑은 고딕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현석 조</cp:lastModifiedBy>
  <cp:revision>2</cp:revision>
  <dcterms:created xsi:type="dcterms:W3CDTF">2026-04-29T22:10:44Z</dcterms:created>
  <dcterms:modified xsi:type="dcterms:W3CDTF">2026-04-29T22:47:01Z</dcterms:modified>
</cp:coreProperties>
</file>