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93" r:id="rId2"/>
    <p:sldId id="2890" r:id="rId3"/>
    <p:sldId id="2861" r:id="rId4"/>
    <p:sldId id="2894" r:id="rId5"/>
    <p:sldId id="2863" r:id="rId6"/>
    <p:sldId id="2864" r:id="rId7"/>
    <p:sldId id="2719" r:id="rId8"/>
    <p:sldId id="309" r:id="rId9"/>
    <p:sldId id="258" r:id="rId10"/>
    <p:sldId id="260" r:id="rId11"/>
    <p:sldId id="26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374"/>
    <a:srgbClr val="3F75E1"/>
    <a:srgbClr val="1B4D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99" autoAdjust="0"/>
    <p:restoredTop sz="94660"/>
  </p:normalViewPr>
  <p:slideViewPr>
    <p:cSldViewPr snapToGrid="0">
      <p:cViewPr>
        <p:scale>
          <a:sx n="75" d="100"/>
          <a:sy n="75" d="100"/>
        </p:scale>
        <p:origin x="498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159F-79EC-4B2A-8FF6-4EF75D6F94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2D419-35BB-4F95-AFC0-F34F34E2FF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37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https://noonnu.cc/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0685C8-D900-4E3F-ABCF-6430C28DE354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7DC61-091F-02A0-7161-18FAA16BF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8F6595-A14F-CD9F-E856-2060F2A54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D0231-4934-3B91-34D2-D9520853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3D5AB-4943-7043-A26D-1B7A1AE0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F3BC3D-3AC9-4BD4-CB38-5331DE27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5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2E2E-FFD9-6C8B-9810-66DA9C894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995E69-3EF3-2805-3061-D65F92CB9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9A6D3-C412-03E8-00AE-289ACC7C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542B-45F2-2B49-16A2-09793231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8A9EDD-A4E0-A1CA-A1D2-B6153803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75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9FB36-26F8-DE47-246F-465FA2A7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236ED-8E4E-AB20-2DD4-98738E6C4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120AFA-A7F0-A2BE-C5A5-F95652B3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81136-843A-1D46-7CAA-67DD007F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809A29-5CE3-1412-94AB-454CBD6B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110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43D33-62DB-22BC-D44D-59E544287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718455-A7CC-DDEB-22CB-3FB26310D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039C46-BC33-DE7E-BB16-3362234DD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11B4D8-A584-65A6-6BB1-B485C74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BBD4C6-6DDB-D1F9-CA9D-500CD04A8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0798C-9DA5-37B6-96B9-D3CA3D58D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79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CF0DA-77D9-866A-D9F4-18751BDB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C672C-5B16-4835-0BAF-52210465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CAFBE-D8B2-B05D-C389-F57A8DC3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0BB961-D4BE-DB96-9BC8-3F628A8FC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B1C07C-08B0-D364-1498-1C317E311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C4B300-4A21-05BB-9768-611D79CB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DB3C60-E533-52C0-463E-0199037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BF4D76-9411-F160-65D4-634C16A31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2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A16D1-7158-66D8-80B9-64847F2A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E1E9A4-7D96-D381-FD9E-B9D94D5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3684A4-61D5-49D7-B261-D075D706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98A735-C3ED-1CB6-2444-26428862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84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C2B7FD-10D0-0A2D-31C4-5EF487D6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0EE45E-57C1-12CD-26D3-EAF50C183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17D219-49CE-1626-0727-5CAF0A0E0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111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13D87-FB2C-7349-C54C-549FEE60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13D83-7941-7E79-0CD3-0AD6190C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120C0-C333-71CC-F5D4-F8250B9E3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07B20-B889-7C8B-DBF8-0AD3833C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CBD19F-69E8-B81D-84FC-C9DF0C70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BCD24A-7A06-6415-1896-2258BBAF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41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CEC66-B560-9AA1-0A06-0F881417B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1F5F2F-53AE-5ADE-8331-2AF4BAF60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7A8CAC-26D1-EC5B-4B05-5974B31B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38989-E075-55A4-409B-842723474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E40B9C-2333-DAF8-BFF5-2B5B644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B2BDA-77E1-ADE9-4429-CF7253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56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A5098-C8C8-17A2-0CA8-22144F5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A4AD3-2147-B4AA-4612-C8BF90875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66672-CA18-EAE2-64B2-0B5D41D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AF6AE-5100-EDE6-E443-AC7F04B0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05875-BD3B-E01F-DA13-62C9F340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752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135FEC-3ED9-85EC-EAEB-3B8C9BF65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77C6C8-4BCA-5599-2C98-49A21E99F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2A0B-9260-AAAC-E3C3-9C0F4E7A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EF269-8EEC-FE9B-E139-AC144C6B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FBD8-29CA-FE99-683A-6206D0D3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49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D4B5B9-93B7-DCB6-85A3-F738969F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F60383-C5F4-0868-BD8E-5BC0D57F2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E859B1-D5D0-929E-B6AC-89C69EF66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BE7B6-A38B-417D-9EB5-A26D3C843B8F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9A4B2-C455-069A-A418-9AE2F3DD7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67F995-3DCC-C6E3-8570-8B37EEA4B0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A4771-D5C3-4CF6-903A-728CD4D371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68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n.naver.com/seok83062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F57C7"/>
          </a:fgClr>
          <a:bgClr>
            <a:srgbClr val="1B4DAC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214A4-8E1E-2DC0-3E01-FF8D549C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한쪽 모서리 28">
            <a:extLst>
              <a:ext uri="{FF2B5EF4-FFF2-40B4-BE49-F238E27FC236}">
                <a16:creationId xmlns:a16="http://schemas.microsoft.com/office/drawing/2014/main" id="{D8FEE844-CC70-14A1-34D9-1A355A8C0491}"/>
              </a:ext>
            </a:extLst>
          </p:cNvPr>
          <p:cNvSpPr/>
          <p:nvPr/>
        </p:nvSpPr>
        <p:spPr>
          <a:xfrm flipV="1">
            <a:off x="3333750" y="-1"/>
            <a:ext cx="7416251" cy="2637769"/>
          </a:xfrm>
          <a:prstGeom prst="round1Rect">
            <a:avLst>
              <a:gd name="adj" fmla="val 8680"/>
            </a:avLst>
          </a:prstGeom>
          <a:solidFill>
            <a:srgbClr val="1233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F57C9E3-3012-4E77-7B07-6F573C5B6A57}"/>
              </a:ext>
            </a:extLst>
          </p:cNvPr>
          <p:cNvSpPr/>
          <p:nvPr/>
        </p:nvSpPr>
        <p:spPr>
          <a:xfrm>
            <a:off x="2597830" y="732770"/>
            <a:ext cx="7512957" cy="4051603"/>
          </a:xfrm>
          <a:custGeom>
            <a:avLst/>
            <a:gdLst>
              <a:gd name="csX0" fmla="*/ 152452 w 7512957"/>
              <a:gd name="csY0" fmla="*/ 0 h 4051603"/>
              <a:gd name="csX1" fmla="*/ 7505752 w 7512957"/>
              <a:gd name="csY1" fmla="*/ 0 h 4051603"/>
              <a:gd name="csX2" fmla="*/ 7512957 w 7512957"/>
              <a:gd name="csY2" fmla="*/ 1455 h 4051603"/>
              <a:gd name="csX3" fmla="*/ 7455212 w 7512957"/>
              <a:gd name="csY3" fmla="*/ 13113 h 4051603"/>
              <a:gd name="csX4" fmla="*/ 7353300 w 7512957"/>
              <a:gd name="csY4" fmla="*/ 166862 h 4051603"/>
              <a:gd name="csX5" fmla="*/ 7353300 w 7512957"/>
              <a:gd name="csY5" fmla="*/ 3795084 h 4051603"/>
              <a:gd name="csX6" fmla="*/ 7096781 w 7512957"/>
              <a:gd name="csY6" fmla="*/ 4051603 h 4051603"/>
              <a:gd name="csX7" fmla="*/ 0 w 7512957"/>
              <a:gd name="csY7" fmla="*/ 4051603 h 4051603"/>
              <a:gd name="csX8" fmla="*/ 0 w 7512957"/>
              <a:gd name="csY8" fmla="*/ 166862 h 4051603"/>
              <a:gd name="csX9" fmla="*/ 101912 w 7512957"/>
              <a:gd name="csY9" fmla="*/ 13113 h 4051603"/>
              <a:gd name="csX10" fmla="*/ 159657 w 7512957"/>
              <a:gd name="csY10" fmla="*/ 1455 h 4051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512957" h="4051603">
                <a:moveTo>
                  <a:pt x="152452" y="0"/>
                </a:moveTo>
                <a:lnTo>
                  <a:pt x="7505752" y="0"/>
                </a:lnTo>
                <a:lnTo>
                  <a:pt x="7512957" y="1455"/>
                </a:lnTo>
                <a:lnTo>
                  <a:pt x="7455212" y="13113"/>
                </a:lnTo>
                <a:cubicBezTo>
                  <a:pt x="7395323" y="38444"/>
                  <a:pt x="7353300" y="97746"/>
                  <a:pt x="7353300" y="166862"/>
                </a:cubicBezTo>
                <a:lnTo>
                  <a:pt x="7353300" y="3795084"/>
                </a:lnTo>
                <a:cubicBezTo>
                  <a:pt x="7353300" y="3936756"/>
                  <a:pt x="7238452" y="4051603"/>
                  <a:pt x="7096781" y="4051603"/>
                </a:cubicBezTo>
                <a:lnTo>
                  <a:pt x="0" y="4051603"/>
                </a:lnTo>
                <a:lnTo>
                  <a:pt x="0" y="166862"/>
                </a:lnTo>
                <a:cubicBezTo>
                  <a:pt x="0" y="97746"/>
                  <a:pt x="42023" y="38444"/>
                  <a:pt x="101912" y="13113"/>
                </a:cubicBezTo>
                <a:lnTo>
                  <a:pt x="159657" y="1455"/>
                </a:lnTo>
                <a:close/>
              </a:path>
            </a:pathLst>
          </a:custGeom>
          <a:gradFill flip="none" rotWithShape="1">
            <a:gsLst>
              <a:gs pos="0">
                <a:srgbClr val="123374">
                  <a:shade val="67500"/>
                  <a:satMod val="115000"/>
                </a:srgbClr>
              </a:gs>
              <a:gs pos="9000">
                <a:srgbClr val="123374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F2FF068-C1FA-9B8E-9A2A-4204D0952330}"/>
              </a:ext>
            </a:extLst>
          </p:cNvPr>
          <p:cNvGrpSpPr/>
          <p:nvPr/>
        </p:nvGrpSpPr>
        <p:grpSpPr>
          <a:xfrm>
            <a:off x="9951130" y="732769"/>
            <a:ext cx="575833" cy="1905000"/>
            <a:chOff x="9951130" y="732769"/>
            <a:chExt cx="575833" cy="1905000"/>
          </a:xfrm>
        </p:grpSpPr>
        <p:sp>
          <p:nvSpPr>
            <p:cNvPr id="3" name="사각형: 둥근 위쪽 모서리 2">
              <a:extLst>
                <a:ext uri="{FF2B5EF4-FFF2-40B4-BE49-F238E27FC236}">
                  <a16:creationId xmlns:a16="http://schemas.microsoft.com/office/drawing/2014/main" id="{D8ECDE99-C6BF-94DC-08FE-318A8E13EA6E}"/>
                </a:ext>
              </a:extLst>
            </p:cNvPr>
            <p:cNvSpPr/>
            <p:nvPr/>
          </p:nvSpPr>
          <p:spPr>
            <a:xfrm>
              <a:off x="9951130" y="732769"/>
              <a:ext cx="319314" cy="1905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A00A1E9C-ED90-5BC4-9148-28400E4B87FB}"/>
                </a:ext>
              </a:extLst>
            </p:cNvPr>
            <p:cNvSpPr/>
            <p:nvPr/>
          </p:nvSpPr>
          <p:spPr>
            <a:xfrm>
              <a:off x="10270444" y="2381250"/>
              <a:ext cx="256519" cy="256519"/>
            </a:xfrm>
            <a:custGeom>
              <a:avLst/>
              <a:gdLst>
                <a:gd name="csX0" fmla="*/ 0 w 343807"/>
                <a:gd name="csY0" fmla="*/ 0 h 343807"/>
                <a:gd name="csX1" fmla="*/ 343807 w 343807"/>
                <a:gd name="csY1" fmla="*/ 343807 h 343807"/>
                <a:gd name="csX2" fmla="*/ 0 w 343807"/>
                <a:gd name="csY2" fmla="*/ 343807 h 3438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43807" h="343807">
                  <a:moveTo>
                    <a:pt x="0" y="0"/>
                  </a:moveTo>
                  <a:cubicBezTo>
                    <a:pt x="0" y="189879"/>
                    <a:pt x="153928" y="343807"/>
                    <a:pt x="343807" y="343807"/>
                  </a:cubicBezTo>
                  <a:lnTo>
                    <a:pt x="0" y="343807"/>
                  </a:ln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C6E123EF-5ACD-1FBC-A5C9-DC15EC7331B4}"/>
              </a:ext>
            </a:extLst>
          </p:cNvPr>
          <p:cNvSpPr/>
          <p:nvPr/>
        </p:nvSpPr>
        <p:spPr>
          <a:xfrm>
            <a:off x="1810430" y="2882597"/>
            <a:ext cx="7512957" cy="4051603"/>
          </a:xfrm>
          <a:custGeom>
            <a:avLst/>
            <a:gdLst>
              <a:gd name="csX0" fmla="*/ 152452 w 7512957"/>
              <a:gd name="csY0" fmla="*/ 0 h 4051603"/>
              <a:gd name="csX1" fmla="*/ 7505752 w 7512957"/>
              <a:gd name="csY1" fmla="*/ 0 h 4051603"/>
              <a:gd name="csX2" fmla="*/ 7512957 w 7512957"/>
              <a:gd name="csY2" fmla="*/ 1455 h 4051603"/>
              <a:gd name="csX3" fmla="*/ 7455212 w 7512957"/>
              <a:gd name="csY3" fmla="*/ 13113 h 4051603"/>
              <a:gd name="csX4" fmla="*/ 7353300 w 7512957"/>
              <a:gd name="csY4" fmla="*/ 166862 h 4051603"/>
              <a:gd name="csX5" fmla="*/ 7353300 w 7512957"/>
              <a:gd name="csY5" fmla="*/ 3795084 h 4051603"/>
              <a:gd name="csX6" fmla="*/ 7096781 w 7512957"/>
              <a:gd name="csY6" fmla="*/ 4051603 h 4051603"/>
              <a:gd name="csX7" fmla="*/ 0 w 7512957"/>
              <a:gd name="csY7" fmla="*/ 4051603 h 4051603"/>
              <a:gd name="csX8" fmla="*/ 0 w 7512957"/>
              <a:gd name="csY8" fmla="*/ 166862 h 4051603"/>
              <a:gd name="csX9" fmla="*/ 101912 w 7512957"/>
              <a:gd name="csY9" fmla="*/ 13113 h 4051603"/>
              <a:gd name="csX10" fmla="*/ 159657 w 7512957"/>
              <a:gd name="csY10" fmla="*/ 1455 h 40516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512957" h="4051603">
                <a:moveTo>
                  <a:pt x="152452" y="0"/>
                </a:moveTo>
                <a:lnTo>
                  <a:pt x="7505752" y="0"/>
                </a:lnTo>
                <a:lnTo>
                  <a:pt x="7512957" y="1455"/>
                </a:lnTo>
                <a:lnTo>
                  <a:pt x="7455212" y="13113"/>
                </a:lnTo>
                <a:cubicBezTo>
                  <a:pt x="7395323" y="38444"/>
                  <a:pt x="7353300" y="97746"/>
                  <a:pt x="7353300" y="166862"/>
                </a:cubicBezTo>
                <a:lnTo>
                  <a:pt x="7353300" y="3795084"/>
                </a:lnTo>
                <a:cubicBezTo>
                  <a:pt x="7353300" y="3936756"/>
                  <a:pt x="7238452" y="4051603"/>
                  <a:pt x="7096781" y="4051603"/>
                </a:cubicBezTo>
                <a:lnTo>
                  <a:pt x="0" y="4051603"/>
                </a:lnTo>
                <a:lnTo>
                  <a:pt x="0" y="166862"/>
                </a:lnTo>
                <a:cubicBezTo>
                  <a:pt x="0" y="97746"/>
                  <a:pt x="42023" y="38444"/>
                  <a:pt x="101912" y="13113"/>
                </a:cubicBezTo>
                <a:lnTo>
                  <a:pt x="159657" y="1455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5000">
                <a:schemeClr val="bg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85F20AC-010D-2FE3-146A-E5452261679D}"/>
              </a:ext>
            </a:extLst>
          </p:cNvPr>
          <p:cNvGrpSpPr/>
          <p:nvPr/>
        </p:nvGrpSpPr>
        <p:grpSpPr>
          <a:xfrm>
            <a:off x="9163730" y="2882596"/>
            <a:ext cx="575833" cy="1905000"/>
            <a:chOff x="9163730" y="2882596"/>
            <a:chExt cx="575833" cy="1905000"/>
          </a:xfrm>
        </p:grpSpPr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BF045C21-CA5D-5C3A-E89C-2014FADE1ACD}"/>
                </a:ext>
              </a:extLst>
            </p:cNvPr>
            <p:cNvSpPr/>
            <p:nvPr/>
          </p:nvSpPr>
          <p:spPr>
            <a:xfrm>
              <a:off x="9163730" y="2882596"/>
              <a:ext cx="319314" cy="1905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A7B8027C-B597-7462-CE65-C49058211A79}"/>
                </a:ext>
              </a:extLst>
            </p:cNvPr>
            <p:cNvSpPr/>
            <p:nvPr/>
          </p:nvSpPr>
          <p:spPr>
            <a:xfrm>
              <a:off x="9483044" y="4531077"/>
              <a:ext cx="256519" cy="256519"/>
            </a:xfrm>
            <a:custGeom>
              <a:avLst/>
              <a:gdLst>
                <a:gd name="csX0" fmla="*/ 0 w 343807"/>
                <a:gd name="csY0" fmla="*/ 0 h 343807"/>
                <a:gd name="csX1" fmla="*/ 343807 w 343807"/>
                <a:gd name="csY1" fmla="*/ 343807 h 343807"/>
                <a:gd name="csX2" fmla="*/ 0 w 343807"/>
                <a:gd name="csY2" fmla="*/ 343807 h 3438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43807" h="343807">
                  <a:moveTo>
                    <a:pt x="0" y="0"/>
                  </a:moveTo>
                  <a:cubicBezTo>
                    <a:pt x="0" y="189879"/>
                    <a:pt x="153928" y="343807"/>
                    <a:pt x="343807" y="343807"/>
                  </a:cubicBezTo>
                  <a:lnTo>
                    <a:pt x="0" y="343807"/>
                  </a:ln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F040180-4AF1-BB65-9038-C12488C5BBF7}"/>
              </a:ext>
            </a:extLst>
          </p:cNvPr>
          <p:cNvSpPr txBox="1"/>
          <p:nvPr/>
        </p:nvSpPr>
        <p:spPr>
          <a:xfrm>
            <a:off x="2888330" y="3620433"/>
            <a:ext cx="493871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3600" b="0" i="1" u="none" strike="noStrike" kern="0" cap="none" spc="0" normalizeH="0" baseline="0" noProof="0" dirty="0">
                <a:ln w="107950"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3600" b="0" i="1" u="none" strike="noStrike" kern="0" cap="none" spc="0" normalizeH="0" baseline="0" noProof="0" dirty="0">
                <a:ln w="107950"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3600" b="0" i="1" u="none" strike="noStrike" kern="0" cap="none" spc="0" normalizeH="0" baseline="0" noProof="0" dirty="0">
                <a:ln w="107950"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</a:t>
            </a:r>
          </a:p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12337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710FC6-1C89-1B46-8D1F-BB471B87501B}"/>
              </a:ext>
            </a:extLst>
          </p:cNvPr>
          <p:cNvSpPr txBox="1"/>
          <p:nvPr/>
        </p:nvSpPr>
        <p:spPr>
          <a:xfrm>
            <a:off x="5214937" y="2434908"/>
            <a:ext cx="1762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HYUN-SEOK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CHO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511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F57C7"/>
          </a:fgClr>
          <a:bgClr>
            <a:srgbClr val="1B4DAC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AEB65-0089-37F3-DC5C-BC2DEAC9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5C8AF7-F212-B25E-9C36-A65DF5ECD7C5}"/>
              </a:ext>
            </a:extLst>
          </p:cNvPr>
          <p:cNvGrpSpPr/>
          <p:nvPr/>
        </p:nvGrpSpPr>
        <p:grpSpPr>
          <a:xfrm flipH="1" flipV="1">
            <a:off x="2449382" y="-455032"/>
            <a:ext cx="4244783" cy="2637769"/>
            <a:chOff x="-155026" y="1304925"/>
            <a:chExt cx="4244783" cy="2637769"/>
          </a:xfrm>
        </p:grpSpPr>
        <p:sp>
          <p:nvSpPr>
            <p:cNvPr id="29" name="사각형: 둥근 한쪽 모서리 28">
              <a:extLst>
                <a:ext uri="{FF2B5EF4-FFF2-40B4-BE49-F238E27FC236}">
                  <a16:creationId xmlns:a16="http://schemas.microsoft.com/office/drawing/2014/main" id="{5A244EDB-B4E2-CABF-4D5F-31C735B75F0B}"/>
                </a:ext>
              </a:extLst>
            </p:cNvPr>
            <p:cNvSpPr/>
            <p:nvPr/>
          </p:nvSpPr>
          <p:spPr>
            <a:xfrm>
              <a:off x="-155026" y="1304925"/>
              <a:ext cx="4244783" cy="2637769"/>
            </a:xfrm>
            <a:prstGeom prst="round1Rect">
              <a:avLst>
                <a:gd name="adj" fmla="val 14457"/>
              </a:avLst>
            </a:prstGeom>
            <a:solidFill>
              <a:srgbClr val="1233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E08C990A-1B36-2C59-6BC2-52AE6FC649EA}"/>
                </a:ext>
              </a:extLst>
            </p:cNvPr>
            <p:cNvSpPr/>
            <p:nvPr/>
          </p:nvSpPr>
          <p:spPr>
            <a:xfrm flipV="1">
              <a:off x="2824247" y="1304925"/>
              <a:ext cx="912171" cy="1148576"/>
            </a:xfrm>
            <a:custGeom>
              <a:avLst/>
              <a:gdLst>
                <a:gd name="connsiteX0" fmla="*/ 235404 w 798058"/>
                <a:gd name="connsiteY0" fmla="*/ 0 h 1004889"/>
                <a:gd name="connsiteX1" fmla="*/ 219642 w 798058"/>
                <a:gd name="connsiteY1" fmla="*/ 0 h 1004889"/>
                <a:gd name="connsiteX2" fmla="*/ 0 w 798058"/>
                <a:gd name="connsiteY2" fmla="*/ 219642 h 1004889"/>
                <a:gd name="connsiteX3" fmla="*/ 0 w 798058"/>
                <a:gd name="connsiteY3" fmla="*/ 1004888 h 1004889"/>
                <a:gd name="connsiteX4" fmla="*/ 454251 w 798058"/>
                <a:gd name="connsiteY4" fmla="*/ 1004888 h 1004889"/>
                <a:gd name="connsiteX5" fmla="*/ 454251 w 798058"/>
                <a:gd name="connsiteY5" fmla="*/ 1004889 h 1004889"/>
                <a:gd name="connsiteX6" fmla="*/ 798058 w 798058"/>
                <a:gd name="connsiteY6" fmla="*/ 1004889 h 1004889"/>
                <a:gd name="connsiteX7" fmla="*/ 461236 w 798058"/>
                <a:gd name="connsiteY7" fmla="*/ 730371 h 1004889"/>
                <a:gd name="connsiteX8" fmla="*/ 455046 w 798058"/>
                <a:gd name="connsiteY8" fmla="*/ 668968 h 1004889"/>
                <a:gd name="connsiteX9" fmla="*/ 455046 w 798058"/>
                <a:gd name="connsiteY9" fmla="*/ 219642 h 1004889"/>
                <a:gd name="connsiteX10" fmla="*/ 235404 w 798058"/>
                <a:gd name="connsiteY10" fmla="*/ 0 h 100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8058" h="1004889">
                  <a:moveTo>
                    <a:pt x="235404" y="0"/>
                  </a:moveTo>
                  <a:lnTo>
                    <a:pt x="219642" y="0"/>
                  </a:lnTo>
                  <a:cubicBezTo>
                    <a:pt x="98337" y="0"/>
                    <a:pt x="0" y="98337"/>
                    <a:pt x="0" y="219642"/>
                  </a:cubicBezTo>
                  <a:lnTo>
                    <a:pt x="0" y="1004888"/>
                  </a:lnTo>
                  <a:lnTo>
                    <a:pt x="454251" y="1004888"/>
                  </a:lnTo>
                  <a:lnTo>
                    <a:pt x="454251" y="1004889"/>
                  </a:lnTo>
                  <a:lnTo>
                    <a:pt x="798058" y="1004889"/>
                  </a:lnTo>
                  <a:cubicBezTo>
                    <a:pt x="631914" y="1004889"/>
                    <a:pt x="493295" y="887038"/>
                    <a:pt x="461236" y="730371"/>
                  </a:cubicBezTo>
                  <a:lnTo>
                    <a:pt x="455046" y="668968"/>
                  </a:lnTo>
                  <a:lnTo>
                    <a:pt x="455046" y="219642"/>
                  </a:lnTo>
                  <a:cubicBezTo>
                    <a:pt x="455046" y="98337"/>
                    <a:pt x="356709" y="0"/>
                    <a:pt x="235404" y="0"/>
                  </a:cubicBez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1B452C8C-A58B-8C36-15E3-13F4CAD3A0E2}"/>
              </a:ext>
            </a:extLst>
          </p:cNvPr>
          <p:cNvSpPr/>
          <p:nvPr/>
        </p:nvSpPr>
        <p:spPr>
          <a:xfrm flipH="1">
            <a:off x="3392151" y="1034161"/>
            <a:ext cx="5772907" cy="5823838"/>
          </a:xfrm>
          <a:custGeom>
            <a:avLst/>
            <a:gdLst>
              <a:gd name="csX0" fmla="*/ 5772907 w 5772907"/>
              <a:gd name="csY0" fmla="*/ 0 h 5823838"/>
              <a:gd name="csX1" fmla="*/ 5215503 w 5772907"/>
              <a:gd name="csY1" fmla="*/ 0 h 5823838"/>
              <a:gd name="csX2" fmla="*/ 4083630 w 5772907"/>
              <a:gd name="csY2" fmla="*/ 0 h 5823838"/>
              <a:gd name="csX3" fmla="*/ 3908319 w 5772907"/>
              <a:gd name="csY3" fmla="*/ 0 h 5823838"/>
              <a:gd name="csX4" fmla="*/ 3526226 w 5772907"/>
              <a:gd name="csY4" fmla="*/ 0 h 5823838"/>
              <a:gd name="csX5" fmla="*/ 3108973 w 5772907"/>
              <a:gd name="csY5" fmla="*/ 0 h 5823838"/>
              <a:gd name="csX6" fmla="*/ 2660504 w 5772907"/>
              <a:gd name="csY6" fmla="*/ 0 h 5823838"/>
              <a:gd name="csX7" fmla="*/ 2219042 w 5772907"/>
              <a:gd name="csY7" fmla="*/ 0 h 5823838"/>
              <a:gd name="csX8" fmla="*/ 2103100 w 5772907"/>
              <a:gd name="csY8" fmla="*/ 0 h 5823838"/>
              <a:gd name="csX9" fmla="*/ 1419696 w 5772907"/>
              <a:gd name="csY9" fmla="*/ 0 h 5823838"/>
              <a:gd name="csX10" fmla="*/ 971226 w 5772907"/>
              <a:gd name="csY10" fmla="*/ 0 h 5823838"/>
              <a:gd name="csX11" fmla="*/ 413822 w 5772907"/>
              <a:gd name="csY11" fmla="*/ 0 h 5823838"/>
              <a:gd name="csX12" fmla="*/ 0 w 5772907"/>
              <a:gd name="csY12" fmla="*/ 413823 h 5823838"/>
              <a:gd name="csX13" fmla="*/ 0 w 5772907"/>
              <a:gd name="csY13" fmla="*/ 2158982 h 5823838"/>
              <a:gd name="csX14" fmla="*/ 1 w 5772907"/>
              <a:gd name="csY14" fmla="*/ 2158982 h 5823838"/>
              <a:gd name="csX15" fmla="*/ 1 w 5772907"/>
              <a:gd name="csY15" fmla="*/ 5823838 h 5823838"/>
              <a:gd name="csX16" fmla="*/ 5500968 w 5772907"/>
              <a:gd name="csY16" fmla="*/ 5823838 h 5823838"/>
              <a:gd name="csX17" fmla="*/ 5500968 w 5772907"/>
              <a:gd name="csY17" fmla="*/ 2158981 h 5823838"/>
              <a:gd name="csX18" fmla="*/ 5499486 w 5772907"/>
              <a:gd name="csY18" fmla="*/ 2158981 h 5823838"/>
              <a:gd name="csX19" fmla="*/ 5499486 w 5772907"/>
              <a:gd name="csY19" fmla="*/ 1193171 h 5823838"/>
              <a:gd name="csX20" fmla="*/ 5498680 w 5772907"/>
              <a:gd name="csY20" fmla="*/ 1193171 h 5823838"/>
              <a:gd name="csX21" fmla="*/ 5498680 w 5772907"/>
              <a:gd name="csY21" fmla="*/ 413823 h 5823838"/>
              <a:gd name="csX22" fmla="*/ 5499195 w 5772907"/>
              <a:gd name="csY22" fmla="*/ 408693 h 5823838"/>
              <a:gd name="csX23" fmla="*/ 5499195 w 5772907"/>
              <a:gd name="csY23" fmla="*/ 273768 h 5823838"/>
              <a:gd name="csX24" fmla="*/ 5717794 w 5772907"/>
              <a:gd name="csY24" fmla="*/ 5555 h 5823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772907" h="5823838">
                <a:moveTo>
                  <a:pt x="5772907" y="0"/>
                </a:moveTo>
                <a:lnTo>
                  <a:pt x="5215503" y="0"/>
                </a:lnTo>
                <a:lnTo>
                  <a:pt x="4083630" y="0"/>
                </a:lnTo>
                <a:lnTo>
                  <a:pt x="3908319" y="0"/>
                </a:lnTo>
                <a:lnTo>
                  <a:pt x="3526226" y="0"/>
                </a:lnTo>
                <a:lnTo>
                  <a:pt x="3108973" y="0"/>
                </a:lnTo>
                <a:lnTo>
                  <a:pt x="2660504" y="0"/>
                </a:lnTo>
                <a:lnTo>
                  <a:pt x="2219042" y="0"/>
                </a:lnTo>
                <a:lnTo>
                  <a:pt x="2103100" y="0"/>
                </a:lnTo>
                <a:lnTo>
                  <a:pt x="1419696" y="0"/>
                </a:lnTo>
                <a:lnTo>
                  <a:pt x="971226" y="0"/>
                </a:lnTo>
                <a:lnTo>
                  <a:pt x="413822" y="0"/>
                </a:lnTo>
                <a:cubicBezTo>
                  <a:pt x="185274" y="0"/>
                  <a:pt x="0" y="185274"/>
                  <a:pt x="0" y="413823"/>
                </a:cubicBezTo>
                <a:lnTo>
                  <a:pt x="0" y="2158982"/>
                </a:lnTo>
                <a:lnTo>
                  <a:pt x="1" y="2158982"/>
                </a:lnTo>
                <a:lnTo>
                  <a:pt x="1" y="5823838"/>
                </a:lnTo>
                <a:lnTo>
                  <a:pt x="5500968" y="5823838"/>
                </a:lnTo>
                <a:lnTo>
                  <a:pt x="5500968" y="2158981"/>
                </a:lnTo>
                <a:lnTo>
                  <a:pt x="5499486" y="2158981"/>
                </a:lnTo>
                <a:lnTo>
                  <a:pt x="5499486" y="1193171"/>
                </a:lnTo>
                <a:lnTo>
                  <a:pt x="5498680" y="1193171"/>
                </a:lnTo>
                <a:lnTo>
                  <a:pt x="5498680" y="413823"/>
                </a:lnTo>
                <a:lnTo>
                  <a:pt x="5499195" y="408693"/>
                </a:lnTo>
                <a:lnTo>
                  <a:pt x="5499195" y="273768"/>
                </a:lnTo>
                <a:cubicBezTo>
                  <a:pt x="5499195" y="141467"/>
                  <a:pt x="5593040" y="31085"/>
                  <a:pt x="5717794" y="5555"/>
                </a:cubicBezTo>
                <a:close/>
              </a:path>
            </a:pathLst>
          </a:custGeom>
          <a:gradFill flip="none" rotWithShape="1">
            <a:gsLst>
              <a:gs pos="2000">
                <a:schemeClr val="bg1">
                  <a:lumMod val="95000"/>
                </a:schemeClr>
              </a:gs>
              <a:gs pos="6000">
                <a:schemeClr val="bg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15900" dist="76200" dir="8100000" algn="tr" rotWithShape="0">
              <a:srgbClr val="123374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4138A-B654-27F8-8361-49742ED812A0}"/>
              </a:ext>
            </a:extLst>
          </p:cNvPr>
          <p:cNvSpPr txBox="1"/>
          <p:nvPr/>
        </p:nvSpPr>
        <p:spPr>
          <a:xfrm>
            <a:off x="3809247" y="3429000"/>
            <a:ext cx="493871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3600" b="0" i="1" u="none" strike="noStrike" kern="0" cap="none" spc="0" normalizeH="0" baseline="0" noProof="0" dirty="0">
                <a:ln w="107950"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3600" b="0" i="1" u="none" strike="noStrike" kern="0" cap="none" spc="0" normalizeH="0" baseline="0" noProof="0" dirty="0">
                <a:ln w="107950"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3600" b="0" i="1" u="none" strike="noStrike" kern="0" cap="none" spc="0" normalizeH="0" baseline="0" noProof="0" dirty="0">
                <a:ln w="107950"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</a:t>
            </a:r>
          </a:p>
          <a:p>
            <a:pPr marL="0" marR="0" lvl="2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12337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12337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376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F57C7"/>
          </a:fgClr>
          <a:bgClr>
            <a:srgbClr val="1B4DAC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79048-1827-65D3-281C-D157EE20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F9EFFD5-43FC-EF6B-5D1A-8BF68E31AB6E}"/>
              </a:ext>
            </a:extLst>
          </p:cNvPr>
          <p:cNvGrpSpPr/>
          <p:nvPr/>
        </p:nvGrpSpPr>
        <p:grpSpPr>
          <a:xfrm>
            <a:off x="130886" y="-6"/>
            <a:ext cx="11872593" cy="6858006"/>
            <a:chOff x="130886" y="-6"/>
            <a:chExt cx="11872593" cy="6858006"/>
          </a:xfrm>
        </p:grpSpPr>
        <p:sp>
          <p:nvSpPr>
            <p:cNvPr id="6" name="사각형: 둥근 한쪽 모서리 5">
              <a:extLst>
                <a:ext uri="{FF2B5EF4-FFF2-40B4-BE49-F238E27FC236}">
                  <a16:creationId xmlns:a16="http://schemas.microsoft.com/office/drawing/2014/main" id="{71F12FA1-B028-1A19-C3FF-90FD719F7923}"/>
                </a:ext>
              </a:extLst>
            </p:cNvPr>
            <p:cNvSpPr/>
            <p:nvPr/>
          </p:nvSpPr>
          <p:spPr>
            <a:xfrm flipH="1" flipV="1">
              <a:off x="130886" y="-6"/>
              <a:ext cx="10956214" cy="1233487"/>
            </a:xfrm>
            <a:prstGeom prst="round1Rect">
              <a:avLst>
                <a:gd name="adj" fmla="val 25290"/>
              </a:avLst>
            </a:prstGeom>
            <a:solidFill>
              <a:srgbClr val="1233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0D4381EE-DE8E-43FC-AA1A-EDF4A5B60CDE}"/>
                </a:ext>
              </a:extLst>
            </p:cNvPr>
            <p:cNvSpPr/>
            <p:nvPr/>
          </p:nvSpPr>
          <p:spPr>
            <a:xfrm flipH="1">
              <a:off x="330882" y="228600"/>
              <a:ext cx="798058" cy="1004889"/>
            </a:xfrm>
            <a:custGeom>
              <a:avLst/>
              <a:gdLst>
                <a:gd name="connsiteX0" fmla="*/ 235404 w 798058"/>
                <a:gd name="connsiteY0" fmla="*/ 0 h 1004889"/>
                <a:gd name="connsiteX1" fmla="*/ 219642 w 798058"/>
                <a:gd name="connsiteY1" fmla="*/ 0 h 1004889"/>
                <a:gd name="connsiteX2" fmla="*/ 0 w 798058"/>
                <a:gd name="connsiteY2" fmla="*/ 219642 h 1004889"/>
                <a:gd name="connsiteX3" fmla="*/ 0 w 798058"/>
                <a:gd name="connsiteY3" fmla="*/ 1004888 h 1004889"/>
                <a:gd name="connsiteX4" fmla="*/ 454251 w 798058"/>
                <a:gd name="connsiteY4" fmla="*/ 1004888 h 1004889"/>
                <a:gd name="connsiteX5" fmla="*/ 454251 w 798058"/>
                <a:gd name="connsiteY5" fmla="*/ 1004889 h 1004889"/>
                <a:gd name="connsiteX6" fmla="*/ 798058 w 798058"/>
                <a:gd name="connsiteY6" fmla="*/ 1004889 h 1004889"/>
                <a:gd name="connsiteX7" fmla="*/ 461236 w 798058"/>
                <a:gd name="connsiteY7" fmla="*/ 730371 h 1004889"/>
                <a:gd name="connsiteX8" fmla="*/ 455046 w 798058"/>
                <a:gd name="connsiteY8" fmla="*/ 668968 h 1004889"/>
                <a:gd name="connsiteX9" fmla="*/ 455046 w 798058"/>
                <a:gd name="connsiteY9" fmla="*/ 219642 h 1004889"/>
                <a:gd name="connsiteX10" fmla="*/ 235404 w 798058"/>
                <a:gd name="connsiteY10" fmla="*/ 0 h 100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8058" h="1004889">
                  <a:moveTo>
                    <a:pt x="235404" y="0"/>
                  </a:moveTo>
                  <a:lnTo>
                    <a:pt x="219642" y="0"/>
                  </a:lnTo>
                  <a:cubicBezTo>
                    <a:pt x="98337" y="0"/>
                    <a:pt x="0" y="98337"/>
                    <a:pt x="0" y="219642"/>
                  </a:cubicBezTo>
                  <a:lnTo>
                    <a:pt x="0" y="1004888"/>
                  </a:lnTo>
                  <a:lnTo>
                    <a:pt x="454251" y="1004888"/>
                  </a:lnTo>
                  <a:lnTo>
                    <a:pt x="454251" y="1004889"/>
                  </a:lnTo>
                  <a:lnTo>
                    <a:pt x="798058" y="1004889"/>
                  </a:lnTo>
                  <a:cubicBezTo>
                    <a:pt x="631914" y="1004889"/>
                    <a:pt x="493295" y="887038"/>
                    <a:pt x="461236" y="730371"/>
                  </a:cubicBezTo>
                  <a:lnTo>
                    <a:pt x="455046" y="668968"/>
                  </a:lnTo>
                  <a:lnTo>
                    <a:pt x="455046" y="219642"/>
                  </a:lnTo>
                  <a:cubicBezTo>
                    <a:pt x="455046" y="98337"/>
                    <a:pt x="356709" y="0"/>
                    <a:pt x="235404" y="0"/>
                  </a:cubicBez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D3EF84C1-075C-C848-8773-3101F60E27BB}"/>
                </a:ext>
              </a:extLst>
            </p:cNvPr>
            <p:cNvSpPr/>
            <p:nvPr/>
          </p:nvSpPr>
          <p:spPr>
            <a:xfrm flipH="1">
              <a:off x="909580" y="228600"/>
              <a:ext cx="11093899" cy="6629400"/>
            </a:xfrm>
            <a:custGeom>
              <a:avLst/>
              <a:gdLst>
                <a:gd name="connsiteX0" fmla="*/ 11093899 w 11093899"/>
                <a:gd name="connsiteY0" fmla="*/ 0 h 6629400"/>
                <a:gd name="connsiteX1" fmla="*/ 10646707 w 11093899"/>
                <a:gd name="connsiteY1" fmla="*/ 0 h 6629400"/>
                <a:gd name="connsiteX2" fmla="*/ 779192 w 11093899"/>
                <a:gd name="connsiteY2" fmla="*/ 0 h 6629400"/>
                <a:gd name="connsiteX3" fmla="*/ 332000 w 11093899"/>
                <a:gd name="connsiteY3" fmla="*/ 0 h 6629400"/>
                <a:gd name="connsiteX4" fmla="*/ 0 w 11093899"/>
                <a:gd name="connsiteY4" fmla="*/ 332000 h 6629400"/>
                <a:gd name="connsiteX5" fmla="*/ 0 w 11093899"/>
                <a:gd name="connsiteY5" fmla="*/ 6629400 h 6629400"/>
                <a:gd name="connsiteX6" fmla="*/ 447192 w 11093899"/>
                <a:gd name="connsiteY6" fmla="*/ 6629400 h 6629400"/>
                <a:gd name="connsiteX7" fmla="*/ 10426700 w 11093899"/>
                <a:gd name="connsiteY7" fmla="*/ 6629400 h 6629400"/>
                <a:gd name="connsiteX8" fmla="*/ 10873892 w 11093899"/>
                <a:gd name="connsiteY8" fmla="*/ 6629400 h 6629400"/>
                <a:gd name="connsiteX9" fmla="*/ 10873892 w 11093899"/>
                <a:gd name="connsiteY9" fmla="*/ 332000 h 6629400"/>
                <a:gd name="connsiteX10" fmla="*/ 10874307 w 11093899"/>
                <a:gd name="connsiteY10" fmla="*/ 327884 h 6629400"/>
                <a:gd name="connsiteX11" fmla="*/ 10874307 w 11093899"/>
                <a:gd name="connsiteY11" fmla="*/ 219637 h 6629400"/>
                <a:gd name="connsiteX12" fmla="*/ 11049683 w 11093899"/>
                <a:gd name="connsiteY12" fmla="*/ 4457 h 6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093899" h="6629400">
                  <a:moveTo>
                    <a:pt x="11093899" y="0"/>
                  </a:moveTo>
                  <a:lnTo>
                    <a:pt x="10646707" y="0"/>
                  </a:lnTo>
                  <a:lnTo>
                    <a:pt x="779192" y="0"/>
                  </a:lnTo>
                  <a:lnTo>
                    <a:pt x="332000" y="0"/>
                  </a:lnTo>
                  <a:cubicBezTo>
                    <a:pt x="148641" y="0"/>
                    <a:pt x="0" y="148641"/>
                    <a:pt x="0" y="332000"/>
                  </a:cubicBezTo>
                  <a:lnTo>
                    <a:pt x="0" y="6629400"/>
                  </a:lnTo>
                  <a:lnTo>
                    <a:pt x="447192" y="6629400"/>
                  </a:lnTo>
                  <a:lnTo>
                    <a:pt x="10426700" y="6629400"/>
                  </a:lnTo>
                  <a:lnTo>
                    <a:pt x="10873892" y="6629400"/>
                  </a:lnTo>
                  <a:lnTo>
                    <a:pt x="10873892" y="332000"/>
                  </a:lnTo>
                  <a:lnTo>
                    <a:pt x="10874307" y="327884"/>
                  </a:lnTo>
                  <a:lnTo>
                    <a:pt x="10874307" y="219637"/>
                  </a:lnTo>
                  <a:cubicBezTo>
                    <a:pt x="10874307" y="113495"/>
                    <a:pt x="10949596" y="24938"/>
                    <a:pt x="11049683" y="4457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lumMod val="95000"/>
                  </a:schemeClr>
                </a:gs>
                <a:gs pos="6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15900" dist="76200" dir="8100000" algn="tr" rotWithShape="0">
                <a:srgbClr val="123374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069C06B-4052-B137-AC91-3C5A0446ED55}"/>
              </a:ext>
            </a:extLst>
          </p:cNvPr>
          <p:cNvSpPr txBox="1"/>
          <p:nvPr/>
        </p:nvSpPr>
        <p:spPr>
          <a:xfrm rot="5400000">
            <a:off x="-1953886" y="3731388"/>
            <a:ext cx="493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 </a:t>
            </a:r>
            <a:r>
              <a:rPr kumimoji="0" lang="en-US" altLang="ko-KR" sz="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6F20FB5-20F1-C391-BF63-699815AC8069}"/>
              </a:ext>
            </a:extLst>
          </p:cNvPr>
          <p:cNvSpPr/>
          <p:nvPr/>
        </p:nvSpPr>
        <p:spPr>
          <a:xfrm>
            <a:off x="1958028" y="2741172"/>
            <a:ext cx="1604513" cy="1604513"/>
          </a:xfrm>
          <a:prstGeom prst="ellipse">
            <a:avLst/>
          </a:prstGeom>
          <a:solidFill>
            <a:srgbClr val="B2D9EA"/>
          </a:solidFill>
          <a:ln>
            <a:solidFill>
              <a:srgbClr val="1B4DAC"/>
            </a:solidFill>
          </a:ln>
          <a:effectLst>
            <a:outerShdw dist="1397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DAFA919-9133-C329-3BF6-757C04D841AB}"/>
              </a:ext>
            </a:extLst>
          </p:cNvPr>
          <p:cNvSpPr/>
          <p:nvPr/>
        </p:nvSpPr>
        <p:spPr>
          <a:xfrm>
            <a:off x="4851324" y="1330737"/>
            <a:ext cx="1063565" cy="106356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25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9281D24-E01E-FC7F-7B0A-C3AEA2AA9C1B}"/>
              </a:ext>
            </a:extLst>
          </p:cNvPr>
          <p:cNvGrpSpPr/>
          <p:nvPr/>
        </p:nvGrpSpPr>
        <p:grpSpPr>
          <a:xfrm>
            <a:off x="3562541" y="1240428"/>
            <a:ext cx="2442656" cy="2260134"/>
            <a:chOff x="3458260" y="1120889"/>
            <a:chExt cx="2442656" cy="2260134"/>
          </a:xfrm>
        </p:grpSpPr>
        <p:sp>
          <p:nvSpPr>
            <p:cNvPr id="8" name="원호 7">
              <a:extLst>
                <a:ext uri="{FF2B5EF4-FFF2-40B4-BE49-F238E27FC236}">
                  <a16:creationId xmlns:a16="http://schemas.microsoft.com/office/drawing/2014/main" id="{5E0DA0B8-8B05-B2F9-BCA5-44E265658319}"/>
                </a:ext>
              </a:extLst>
            </p:cNvPr>
            <p:cNvSpPr/>
            <p:nvPr/>
          </p:nvSpPr>
          <p:spPr>
            <a:xfrm>
              <a:off x="4656734" y="1120889"/>
              <a:ext cx="1244182" cy="1244182"/>
            </a:xfrm>
            <a:prstGeom prst="arc">
              <a:avLst>
                <a:gd name="adj1" fmla="val 5814299"/>
                <a:gd name="adj2" fmla="val 4370025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ot"/>
              <a:tailEnd type="oval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99595A02-26D7-9CC8-8715-C74BE36652A1}"/>
                </a:ext>
              </a:extLst>
            </p:cNvPr>
            <p:cNvSpPr/>
            <p:nvPr/>
          </p:nvSpPr>
          <p:spPr>
            <a:xfrm>
              <a:off x="5079098" y="2361896"/>
              <a:ext cx="253404" cy="253404"/>
            </a:xfrm>
            <a:prstGeom prst="arc">
              <a:avLst>
                <a:gd name="adj1" fmla="val 16096826"/>
                <a:gd name="adj2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E145CB0-19C2-3B2F-4413-1C9F0B061483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 flipH="1">
              <a:off x="5332445" y="2488598"/>
              <a:ext cx="58" cy="76162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AE72199B-3CA3-14B4-879A-E5F914F329A7}"/>
                </a:ext>
              </a:extLst>
            </p:cNvPr>
            <p:cNvSpPr/>
            <p:nvPr/>
          </p:nvSpPr>
          <p:spPr>
            <a:xfrm rot="5400000">
              <a:off x="5079098" y="3127321"/>
              <a:ext cx="253404" cy="253404"/>
            </a:xfrm>
            <a:prstGeom prst="arc">
              <a:avLst>
                <a:gd name="adj1" fmla="val 16096826"/>
                <a:gd name="adj2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5834152-9FB2-664E-7891-848F14F8BA1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 flipH="1">
              <a:off x="3458260" y="3380725"/>
              <a:ext cx="1747540" cy="2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F58417A0-A6B1-8729-0985-ACFCE4569570}"/>
              </a:ext>
            </a:extLst>
          </p:cNvPr>
          <p:cNvSpPr/>
          <p:nvPr/>
        </p:nvSpPr>
        <p:spPr>
          <a:xfrm>
            <a:off x="6253763" y="2060066"/>
            <a:ext cx="1063565" cy="106356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25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EDD81F8-F5B9-4A59-0159-35A2112C7695}"/>
              </a:ext>
            </a:extLst>
          </p:cNvPr>
          <p:cNvGrpSpPr/>
          <p:nvPr/>
        </p:nvGrpSpPr>
        <p:grpSpPr>
          <a:xfrm>
            <a:off x="3562541" y="2058228"/>
            <a:ext cx="3881741" cy="1521735"/>
            <a:chOff x="3458260" y="1938689"/>
            <a:chExt cx="3881741" cy="1521735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D47E378-AC28-ADE0-4BF2-FEB1E19B4EB4}"/>
                </a:ext>
              </a:extLst>
            </p:cNvPr>
            <p:cNvGrpSpPr/>
            <p:nvPr/>
          </p:nvGrpSpPr>
          <p:grpSpPr>
            <a:xfrm rot="3600000">
              <a:off x="5970705" y="1813574"/>
              <a:ext cx="1244182" cy="1494411"/>
              <a:chOff x="6154263" y="1782671"/>
              <a:chExt cx="1244182" cy="1494411"/>
            </a:xfrm>
          </p:grpSpPr>
          <p:sp>
            <p:nvSpPr>
              <p:cNvPr id="21" name="원호 20">
                <a:extLst>
                  <a:ext uri="{FF2B5EF4-FFF2-40B4-BE49-F238E27FC236}">
                    <a16:creationId xmlns:a16="http://schemas.microsoft.com/office/drawing/2014/main" id="{B0D1F43D-3105-D1CD-8056-DA35AF4222C4}"/>
                  </a:ext>
                </a:extLst>
              </p:cNvPr>
              <p:cNvSpPr/>
              <p:nvPr/>
            </p:nvSpPr>
            <p:spPr>
              <a:xfrm>
                <a:off x="6154263" y="1782671"/>
                <a:ext cx="1244182" cy="1244182"/>
              </a:xfrm>
              <a:prstGeom prst="arc">
                <a:avLst>
                  <a:gd name="adj1" fmla="val 5814299"/>
                  <a:gd name="adj2" fmla="val 4370025"/>
                </a:avLst>
              </a:prstGeom>
              <a:noFill/>
              <a:ln w="19050">
                <a:solidFill>
                  <a:srgbClr val="023141"/>
                </a:solidFill>
                <a:prstDash val="sysDot"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" name="원호 21">
                <a:extLst>
                  <a:ext uri="{FF2B5EF4-FFF2-40B4-BE49-F238E27FC236}">
                    <a16:creationId xmlns:a16="http://schemas.microsoft.com/office/drawing/2014/main" id="{E2F03E50-680E-2EA7-0222-E7254F71F624}"/>
                  </a:ext>
                </a:extLst>
              </p:cNvPr>
              <p:cNvSpPr/>
              <p:nvPr/>
            </p:nvSpPr>
            <p:spPr>
              <a:xfrm>
                <a:off x="6576627" y="3023678"/>
                <a:ext cx="253404" cy="253404"/>
              </a:xfrm>
              <a:prstGeom prst="arc">
                <a:avLst>
                  <a:gd name="adj1" fmla="val 16096826"/>
                  <a:gd name="adj2" fmla="val 20958490"/>
                </a:avLst>
              </a:prstGeom>
              <a:noFill/>
              <a:ln w="19050">
                <a:solidFill>
                  <a:srgbClr val="023141"/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CD6EB3B-EBB0-B384-76D6-BA7129C3C48D}"/>
                </a:ext>
              </a:extLst>
            </p:cNvPr>
            <p:cNvCxnSpPr>
              <a:cxnSpLocks/>
              <a:stCxn id="22" idx="2"/>
              <a:endCxn id="19" idx="0"/>
            </p:cNvCxnSpPr>
            <p:nvPr/>
          </p:nvCxnSpPr>
          <p:spPr>
            <a:xfrm flipH="1">
              <a:off x="5558050" y="2903858"/>
              <a:ext cx="543471" cy="520612"/>
            </a:xfrm>
            <a:prstGeom prst="line">
              <a:avLst/>
            </a:prstGeom>
            <a:ln w="19050">
              <a:solidFill>
                <a:srgbClr val="02314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원호 18">
              <a:extLst>
                <a:ext uri="{FF2B5EF4-FFF2-40B4-BE49-F238E27FC236}">
                  <a16:creationId xmlns:a16="http://schemas.microsoft.com/office/drawing/2014/main" id="{39C4CBC6-1E42-5922-1106-7FEEE77ACC00}"/>
                </a:ext>
              </a:extLst>
            </p:cNvPr>
            <p:cNvSpPr/>
            <p:nvPr/>
          </p:nvSpPr>
          <p:spPr>
            <a:xfrm rot="5400000">
              <a:off x="5344061" y="3205929"/>
              <a:ext cx="253404" cy="253404"/>
            </a:xfrm>
            <a:prstGeom prst="arc">
              <a:avLst>
                <a:gd name="adj1" fmla="val 18987328"/>
                <a:gd name="adj2" fmla="val 0"/>
              </a:avLst>
            </a:prstGeom>
            <a:noFill/>
            <a:ln w="19050">
              <a:solidFill>
                <a:srgbClr val="023141"/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5E31C9C-2C20-B69A-1AD1-C611D3751A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8260" y="3460126"/>
              <a:ext cx="2016000" cy="298"/>
            </a:xfrm>
            <a:prstGeom prst="line">
              <a:avLst/>
            </a:prstGeom>
            <a:ln w="19050">
              <a:solidFill>
                <a:srgbClr val="02314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타원 22">
            <a:extLst>
              <a:ext uri="{FF2B5EF4-FFF2-40B4-BE49-F238E27FC236}">
                <a16:creationId xmlns:a16="http://schemas.microsoft.com/office/drawing/2014/main" id="{894FD916-C2AE-D46E-3F22-A390E83D5446}"/>
              </a:ext>
            </a:extLst>
          </p:cNvPr>
          <p:cNvSpPr/>
          <p:nvPr/>
        </p:nvSpPr>
        <p:spPr>
          <a:xfrm rot="10800000" flipV="1">
            <a:off x="4851324" y="4900909"/>
            <a:ext cx="1063565" cy="106356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25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E3336EF-3177-D86E-7DD9-D8353E412515}"/>
              </a:ext>
            </a:extLst>
          </p:cNvPr>
          <p:cNvGrpSpPr/>
          <p:nvPr/>
        </p:nvGrpSpPr>
        <p:grpSpPr>
          <a:xfrm>
            <a:off x="3562541" y="3794649"/>
            <a:ext cx="2442656" cy="2260134"/>
            <a:chOff x="3458260" y="3675110"/>
            <a:chExt cx="2442656" cy="2260134"/>
          </a:xfrm>
        </p:grpSpPr>
        <p:sp>
          <p:nvSpPr>
            <p:cNvPr id="25" name="원호 24">
              <a:extLst>
                <a:ext uri="{FF2B5EF4-FFF2-40B4-BE49-F238E27FC236}">
                  <a16:creationId xmlns:a16="http://schemas.microsoft.com/office/drawing/2014/main" id="{BCB3D8F2-9FB4-4C56-FC2A-EC20B7AC6D28}"/>
                </a:ext>
              </a:extLst>
            </p:cNvPr>
            <p:cNvSpPr/>
            <p:nvPr/>
          </p:nvSpPr>
          <p:spPr>
            <a:xfrm flipV="1">
              <a:off x="4656734" y="4691062"/>
              <a:ext cx="1244182" cy="1244182"/>
            </a:xfrm>
            <a:prstGeom prst="arc">
              <a:avLst>
                <a:gd name="adj1" fmla="val 5814299"/>
                <a:gd name="adj2" fmla="val 4370025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ot"/>
              <a:tailEnd type="oval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원호 25">
              <a:extLst>
                <a:ext uri="{FF2B5EF4-FFF2-40B4-BE49-F238E27FC236}">
                  <a16:creationId xmlns:a16="http://schemas.microsoft.com/office/drawing/2014/main" id="{BE949F18-EEF1-9C10-4986-09A444BB54A9}"/>
                </a:ext>
              </a:extLst>
            </p:cNvPr>
            <p:cNvSpPr/>
            <p:nvPr/>
          </p:nvSpPr>
          <p:spPr>
            <a:xfrm flipV="1">
              <a:off x="5079098" y="4440833"/>
              <a:ext cx="253404" cy="253404"/>
            </a:xfrm>
            <a:prstGeom prst="arc">
              <a:avLst>
                <a:gd name="adj1" fmla="val 16096826"/>
                <a:gd name="adj2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5371FFCA-02B1-81F5-9EE3-1E98667455FA}"/>
                </a:ext>
              </a:extLst>
            </p:cNvPr>
            <p:cNvCxnSpPr>
              <a:cxnSpLocks/>
              <a:endCxn id="28" idx="0"/>
            </p:cNvCxnSpPr>
            <p:nvPr/>
          </p:nvCxnSpPr>
          <p:spPr>
            <a:xfrm flipH="1" flipV="1">
              <a:off x="5332445" y="3805912"/>
              <a:ext cx="58" cy="76162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ED52FFBA-34EB-95E4-A48A-56C5575CCE19}"/>
                </a:ext>
              </a:extLst>
            </p:cNvPr>
            <p:cNvSpPr/>
            <p:nvPr/>
          </p:nvSpPr>
          <p:spPr>
            <a:xfrm rot="16200000" flipV="1">
              <a:off x="5079098" y="3675408"/>
              <a:ext cx="253404" cy="253404"/>
            </a:xfrm>
            <a:prstGeom prst="arc">
              <a:avLst>
                <a:gd name="adj1" fmla="val 16096826"/>
                <a:gd name="adj2" fmla="val 0"/>
              </a:avLst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A565950D-0B81-FCD0-D3B2-874BB7B09352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 flipH="1" flipV="1">
              <a:off x="3458260" y="3675110"/>
              <a:ext cx="1747540" cy="298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타원 29">
            <a:extLst>
              <a:ext uri="{FF2B5EF4-FFF2-40B4-BE49-F238E27FC236}">
                <a16:creationId xmlns:a16="http://schemas.microsoft.com/office/drawing/2014/main" id="{8BBBD97D-212F-CB9E-38EE-8EBA1294C657}"/>
              </a:ext>
            </a:extLst>
          </p:cNvPr>
          <p:cNvSpPr/>
          <p:nvPr/>
        </p:nvSpPr>
        <p:spPr>
          <a:xfrm rot="10800000" flipV="1">
            <a:off x="6263288" y="4155291"/>
            <a:ext cx="1063565" cy="106356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dist="88900" dir="27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25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3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B73A560-3950-10AF-7130-9DC4C7E6C601}"/>
              </a:ext>
            </a:extLst>
          </p:cNvPr>
          <p:cNvGrpSpPr/>
          <p:nvPr/>
        </p:nvGrpSpPr>
        <p:grpSpPr>
          <a:xfrm>
            <a:off x="3562541" y="3723190"/>
            <a:ext cx="3881741" cy="1521736"/>
            <a:chOff x="3458260" y="3603651"/>
            <a:chExt cx="3881741" cy="152173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81C4AEF-3C3D-479F-D06F-2080C1878CD7}"/>
                </a:ext>
              </a:extLst>
            </p:cNvPr>
            <p:cNvGrpSpPr/>
            <p:nvPr/>
          </p:nvGrpSpPr>
          <p:grpSpPr>
            <a:xfrm rot="18000000" flipV="1">
              <a:off x="5970705" y="3756090"/>
              <a:ext cx="1244182" cy="1494411"/>
              <a:chOff x="6154263" y="1782671"/>
              <a:chExt cx="1244182" cy="1494411"/>
            </a:xfrm>
          </p:grpSpPr>
          <p:sp>
            <p:nvSpPr>
              <p:cNvPr id="36" name="원호 35">
                <a:extLst>
                  <a:ext uri="{FF2B5EF4-FFF2-40B4-BE49-F238E27FC236}">
                    <a16:creationId xmlns:a16="http://schemas.microsoft.com/office/drawing/2014/main" id="{7F0C45C4-7181-7BF7-4C5F-EF504F69F7FF}"/>
                  </a:ext>
                </a:extLst>
              </p:cNvPr>
              <p:cNvSpPr/>
              <p:nvPr/>
            </p:nvSpPr>
            <p:spPr>
              <a:xfrm>
                <a:off x="6154263" y="1782671"/>
                <a:ext cx="1244182" cy="1244182"/>
              </a:xfrm>
              <a:prstGeom prst="arc">
                <a:avLst>
                  <a:gd name="adj1" fmla="val 5814299"/>
                  <a:gd name="adj2" fmla="val 4370025"/>
                </a:avLst>
              </a:prstGeom>
              <a:noFill/>
              <a:ln w="19050">
                <a:solidFill>
                  <a:srgbClr val="023141"/>
                </a:solidFill>
                <a:prstDash val="sysDot"/>
                <a:tailEnd type="oval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7" name="원호 36">
                <a:extLst>
                  <a:ext uri="{FF2B5EF4-FFF2-40B4-BE49-F238E27FC236}">
                    <a16:creationId xmlns:a16="http://schemas.microsoft.com/office/drawing/2014/main" id="{E6850E32-3043-0DFD-1ECF-6D48517ABA1C}"/>
                  </a:ext>
                </a:extLst>
              </p:cNvPr>
              <p:cNvSpPr/>
              <p:nvPr/>
            </p:nvSpPr>
            <p:spPr>
              <a:xfrm>
                <a:off x="6576627" y="3023678"/>
                <a:ext cx="253404" cy="253404"/>
              </a:xfrm>
              <a:prstGeom prst="arc">
                <a:avLst>
                  <a:gd name="adj1" fmla="val 16096826"/>
                  <a:gd name="adj2" fmla="val 20721612"/>
                </a:avLst>
              </a:prstGeom>
              <a:noFill/>
              <a:ln w="19050">
                <a:solidFill>
                  <a:srgbClr val="023141"/>
                </a:solidFill>
                <a:prstDash val="sysDot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8E5EDEC8-66FC-BD3A-D5C5-17867243395A}"/>
                </a:ext>
              </a:extLst>
            </p:cNvPr>
            <p:cNvCxnSpPr>
              <a:cxnSpLocks/>
              <a:stCxn id="37" idx="2"/>
              <a:endCxn id="34" idx="0"/>
            </p:cNvCxnSpPr>
            <p:nvPr/>
          </p:nvCxnSpPr>
          <p:spPr>
            <a:xfrm flipH="1" flipV="1">
              <a:off x="5547590" y="3629601"/>
              <a:ext cx="560349" cy="536531"/>
            </a:xfrm>
            <a:prstGeom prst="line">
              <a:avLst/>
            </a:prstGeom>
            <a:ln w="19050">
              <a:solidFill>
                <a:srgbClr val="02314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원호 33">
              <a:extLst>
                <a:ext uri="{FF2B5EF4-FFF2-40B4-BE49-F238E27FC236}">
                  <a16:creationId xmlns:a16="http://schemas.microsoft.com/office/drawing/2014/main" id="{A56D0B91-10BB-7C09-14E2-214698B01B40}"/>
                </a:ext>
              </a:extLst>
            </p:cNvPr>
            <p:cNvSpPr/>
            <p:nvPr/>
          </p:nvSpPr>
          <p:spPr>
            <a:xfrm rot="16200000" flipV="1">
              <a:off x="5344061" y="3603651"/>
              <a:ext cx="253404" cy="253404"/>
            </a:xfrm>
            <a:prstGeom prst="arc">
              <a:avLst>
                <a:gd name="adj1" fmla="val 19360392"/>
                <a:gd name="adj2" fmla="val 0"/>
              </a:avLst>
            </a:prstGeom>
            <a:noFill/>
            <a:ln w="19050">
              <a:solidFill>
                <a:srgbClr val="023141"/>
              </a:solidFill>
              <a:prstDash val="sys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4C3C17F-B987-9AEF-6BEC-E22C5994BC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8260" y="3603651"/>
              <a:ext cx="2016000" cy="298"/>
            </a:xfrm>
            <a:prstGeom prst="line">
              <a:avLst/>
            </a:prstGeom>
            <a:ln w="19050">
              <a:solidFill>
                <a:srgbClr val="02314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07D56ED5-7B47-7D59-9432-6C013A8661AB}"/>
              </a:ext>
            </a:extLst>
          </p:cNvPr>
          <p:cNvSpPr/>
          <p:nvPr/>
        </p:nvSpPr>
        <p:spPr>
          <a:xfrm>
            <a:off x="7725275" y="3122124"/>
            <a:ext cx="1063565" cy="1063565"/>
          </a:xfrm>
          <a:prstGeom prst="ellipse">
            <a:avLst/>
          </a:prstGeom>
          <a:solidFill>
            <a:srgbClr val="1B4DAC"/>
          </a:solidFill>
          <a:ln>
            <a:solidFill>
              <a:schemeClr val="bg1">
                <a:lumMod val="95000"/>
              </a:schemeClr>
            </a:solidFill>
          </a:ln>
          <a:effectLst>
            <a:outerShdw dist="88900" dir="2700000" algn="tl" rotWithShape="0">
              <a:schemeClr val="tx1">
                <a:alpha val="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25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Aharoni" panose="02010803020104030203" pitchFamily="2" charset="-79"/>
              </a:rPr>
              <a:t>%</a:t>
            </a:r>
            <a:endParaRPr kumimoji="0" lang="en-US" altLang="ko-KR" sz="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Aharoni" panose="02010803020104030203" pitchFamily="2" charset="-79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57CBBDA-1C2D-CB13-AD04-E64BB04BD60A}"/>
              </a:ext>
            </a:extLst>
          </p:cNvPr>
          <p:cNvGrpSpPr/>
          <p:nvPr/>
        </p:nvGrpSpPr>
        <p:grpSpPr>
          <a:xfrm>
            <a:off x="3562541" y="3031815"/>
            <a:ext cx="5316607" cy="1244182"/>
            <a:chOff x="3458260" y="2912276"/>
            <a:chExt cx="5316607" cy="1244182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CEDBF2B8-DAC3-E840-12F8-A4D046952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8260" y="3533000"/>
              <a:ext cx="3960000" cy="298"/>
            </a:xfrm>
            <a:prstGeom prst="line">
              <a:avLst/>
            </a:prstGeom>
            <a:ln w="19050">
              <a:solidFill>
                <a:srgbClr val="1B4DA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원호 40">
              <a:extLst>
                <a:ext uri="{FF2B5EF4-FFF2-40B4-BE49-F238E27FC236}">
                  <a16:creationId xmlns:a16="http://schemas.microsoft.com/office/drawing/2014/main" id="{03C4D405-E949-8791-71EC-D0DF787BF863}"/>
                </a:ext>
              </a:extLst>
            </p:cNvPr>
            <p:cNvSpPr/>
            <p:nvPr/>
          </p:nvSpPr>
          <p:spPr>
            <a:xfrm>
              <a:off x="7530685" y="2912276"/>
              <a:ext cx="1244182" cy="1244182"/>
            </a:xfrm>
            <a:prstGeom prst="arc">
              <a:avLst>
                <a:gd name="adj1" fmla="val 11509260"/>
                <a:gd name="adj2" fmla="val 9524419"/>
              </a:avLst>
            </a:prstGeom>
            <a:noFill/>
            <a:ln w="19050">
              <a:solidFill>
                <a:srgbClr val="1B4DAC"/>
              </a:solidFill>
              <a:prstDash val="solid"/>
              <a:tailEnd type="oval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원호 41">
              <a:extLst>
                <a:ext uri="{FF2B5EF4-FFF2-40B4-BE49-F238E27FC236}">
                  <a16:creationId xmlns:a16="http://schemas.microsoft.com/office/drawing/2014/main" id="{D3E152FA-FAC2-AF29-E9DC-28E90350FA25}"/>
                </a:ext>
              </a:extLst>
            </p:cNvPr>
            <p:cNvSpPr/>
            <p:nvPr/>
          </p:nvSpPr>
          <p:spPr>
            <a:xfrm rot="5400000">
              <a:off x="7290281" y="3279596"/>
              <a:ext cx="253404" cy="253404"/>
            </a:xfrm>
            <a:prstGeom prst="arc">
              <a:avLst>
                <a:gd name="adj1" fmla="val 16096826"/>
                <a:gd name="adj2" fmla="val 0"/>
              </a:avLst>
            </a:prstGeom>
            <a:noFill/>
            <a:ln w="19050">
              <a:solidFill>
                <a:srgbClr val="1B4DAC"/>
              </a:soli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C4833D7-B12A-60F2-1131-8865E5918A6C}"/>
              </a:ext>
            </a:extLst>
          </p:cNvPr>
          <p:cNvSpPr/>
          <p:nvPr/>
        </p:nvSpPr>
        <p:spPr>
          <a:xfrm>
            <a:off x="9060694" y="2989548"/>
            <a:ext cx="2515075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FFBFE6A-980A-3EEC-0AFC-20AE42CC021A}"/>
              </a:ext>
            </a:extLst>
          </p:cNvPr>
          <p:cNvSpPr/>
          <p:nvPr/>
        </p:nvSpPr>
        <p:spPr>
          <a:xfrm>
            <a:off x="1928302" y="1252737"/>
            <a:ext cx="2515075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BCDD6B8-8EE7-15CE-1CC2-9D33D7155798}"/>
              </a:ext>
            </a:extLst>
          </p:cNvPr>
          <p:cNvSpPr/>
          <p:nvPr/>
        </p:nvSpPr>
        <p:spPr>
          <a:xfrm>
            <a:off x="1833118" y="4628916"/>
            <a:ext cx="2515075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BB6F25B-74EE-3DF2-3FAA-F9F3C54AB1BC}"/>
              </a:ext>
            </a:extLst>
          </p:cNvPr>
          <p:cNvSpPr/>
          <p:nvPr/>
        </p:nvSpPr>
        <p:spPr>
          <a:xfrm>
            <a:off x="7615455" y="1375105"/>
            <a:ext cx="2515075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BDA7F39-FA51-55AA-3802-7DEBE18D0853}"/>
              </a:ext>
            </a:extLst>
          </p:cNvPr>
          <p:cNvSpPr/>
          <p:nvPr/>
        </p:nvSpPr>
        <p:spPr>
          <a:xfrm>
            <a:off x="7592305" y="4505231"/>
            <a:ext cx="2515075" cy="1216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AE92C7D-F4F4-8F67-DDB3-8F9DDD8D9C24}"/>
              </a:ext>
            </a:extLst>
          </p:cNvPr>
          <p:cNvGrpSpPr/>
          <p:nvPr/>
        </p:nvGrpSpPr>
        <p:grpSpPr>
          <a:xfrm>
            <a:off x="2465153" y="3256559"/>
            <a:ext cx="593332" cy="593332"/>
            <a:chOff x="1651388" y="2172798"/>
            <a:chExt cx="1083168" cy="108316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7B5C8EA-0FEF-7B76-B85D-B47DA4FF488F}"/>
                </a:ext>
              </a:extLst>
            </p:cNvPr>
            <p:cNvSpPr/>
            <p:nvPr/>
          </p:nvSpPr>
          <p:spPr>
            <a:xfrm>
              <a:off x="1651388" y="2172798"/>
              <a:ext cx="1083168" cy="108316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1B4DA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BA11E0D-3709-E109-1201-C41D6376F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711" y="2321121"/>
              <a:ext cx="786521" cy="78652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9825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F57C7"/>
          </a:fgClr>
          <a:bgClr>
            <a:srgbClr val="1B4DAC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5685EA-4F2C-5A40-6FDB-B723FE16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93C58CC-59DE-7ED0-8502-9CB7E5647A96}"/>
              </a:ext>
            </a:extLst>
          </p:cNvPr>
          <p:cNvGrpSpPr/>
          <p:nvPr/>
        </p:nvGrpSpPr>
        <p:grpSpPr>
          <a:xfrm>
            <a:off x="130886" y="-6"/>
            <a:ext cx="11872593" cy="6858006"/>
            <a:chOff x="130886" y="-6"/>
            <a:chExt cx="11872593" cy="6858006"/>
          </a:xfrm>
        </p:grpSpPr>
        <p:sp>
          <p:nvSpPr>
            <p:cNvPr id="6" name="사각형: 둥근 한쪽 모서리 5">
              <a:extLst>
                <a:ext uri="{FF2B5EF4-FFF2-40B4-BE49-F238E27FC236}">
                  <a16:creationId xmlns:a16="http://schemas.microsoft.com/office/drawing/2014/main" id="{B40C186B-156D-4DF2-2A1A-A60E056B39F3}"/>
                </a:ext>
              </a:extLst>
            </p:cNvPr>
            <p:cNvSpPr/>
            <p:nvPr/>
          </p:nvSpPr>
          <p:spPr>
            <a:xfrm flipH="1" flipV="1">
              <a:off x="130886" y="-6"/>
              <a:ext cx="10956214" cy="1233487"/>
            </a:xfrm>
            <a:prstGeom prst="round1Rect">
              <a:avLst>
                <a:gd name="adj" fmla="val 25290"/>
              </a:avLst>
            </a:prstGeom>
            <a:solidFill>
              <a:srgbClr val="1233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17FD4BC5-774D-BA6C-D231-CC80D052FF37}"/>
                </a:ext>
              </a:extLst>
            </p:cNvPr>
            <p:cNvSpPr/>
            <p:nvPr/>
          </p:nvSpPr>
          <p:spPr>
            <a:xfrm flipH="1">
              <a:off x="330882" y="228600"/>
              <a:ext cx="798058" cy="1004889"/>
            </a:xfrm>
            <a:custGeom>
              <a:avLst/>
              <a:gdLst>
                <a:gd name="connsiteX0" fmla="*/ 235404 w 798058"/>
                <a:gd name="connsiteY0" fmla="*/ 0 h 1004889"/>
                <a:gd name="connsiteX1" fmla="*/ 219642 w 798058"/>
                <a:gd name="connsiteY1" fmla="*/ 0 h 1004889"/>
                <a:gd name="connsiteX2" fmla="*/ 0 w 798058"/>
                <a:gd name="connsiteY2" fmla="*/ 219642 h 1004889"/>
                <a:gd name="connsiteX3" fmla="*/ 0 w 798058"/>
                <a:gd name="connsiteY3" fmla="*/ 1004888 h 1004889"/>
                <a:gd name="connsiteX4" fmla="*/ 454251 w 798058"/>
                <a:gd name="connsiteY4" fmla="*/ 1004888 h 1004889"/>
                <a:gd name="connsiteX5" fmla="*/ 454251 w 798058"/>
                <a:gd name="connsiteY5" fmla="*/ 1004889 h 1004889"/>
                <a:gd name="connsiteX6" fmla="*/ 798058 w 798058"/>
                <a:gd name="connsiteY6" fmla="*/ 1004889 h 1004889"/>
                <a:gd name="connsiteX7" fmla="*/ 461236 w 798058"/>
                <a:gd name="connsiteY7" fmla="*/ 730371 h 1004889"/>
                <a:gd name="connsiteX8" fmla="*/ 455046 w 798058"/>
                <a:gd name="connsiteY8" fmla="*/ 668968 h 1004889"/>
                <a:gd name="connsiteX9" fmla="*/ 455046 w 798058"/>
                <a:gd name="connsiteY9" fmla="*/ 219642 h 1004889"/>
                <a:gd name="connsiteX10" fmla="*/ 235404 w 798058"/>
                <a:gd name="connsiteY10" fmla="*/ 0 h 100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8058" h="1004889">
                  <a:moveTo>
                    <a:pt x="235404" y="0"/>
                  </a:moveTo>
                  <a:lnTo>
                    <a:pt x="219642" y="0"/>
                  </a:lnTo>
                  <a:cubicBezTo>
                    <a:pt x="98337" y="0"/>
                    <a:pt x="0" y="98337"/>
                    <a:pt x="0" y="219642"/>
                  </a:cubicBezTo>
                  <a:lnTo>
                    <a:pt x="0" y="1004888"/>
                  </a:lnTo>
                  <a:lnTo>
                    <a:pt x="454251" y="1004888"/>
                  </a:lnTo>
                  <a:lnTo>
                    <a:pt x="454251" y="1004889"/>
                  </a:lnTo>
                  <a:lnTo>
                    <a:pt x="798058" y="1004889"/>
                  </a:lnTo>
                  <a:cubicBezTo>
                    <a:pt x="631914" y="1004889"/>
                    <a:pt x="493295" y="887038"/>
                    <a:pt x="461236" y="730371"/>
                  </a:cubicBezTo>
                  <a:lnTo>
                    <a:pt x="455046" y="668968"/>
                  </a:lnTo>
                  <a:lnTo>
                    <a:pt x="455046" y="219642"/>
                  </a:lnTo>
                  <a:cubicBezTo>
                    <a:pt x="455046" y="98337"/>
                    <a:pt x="356709" y="0"/>
                    <a:pt x="235404" y="0"/>
                  </a:cubicBez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320B931B-3F18-1F22-B8F5-D2F1C8AA2530}"/>
                </a:ext>
              </a:extLst>
            </p:cNvPr>
            <p:cNvSpPr/>
            <p:nvPr/>
          </p:nvSpPr>
          <p:spPr>
            <a:xfrm flipH="1">
              <a:off x="909580" y="228600"/>
              <a:ext cx="11093899" cy="6629400"/>
            </a:xfrm>
            <a:custGeom>
              <a:avLst/>
              <a:gdLst>
                <a:gd name="connsiteX0" fmla="*/ 11093899 w 11093899"/>
                <a:gd name="connsiteY0" fmla="*/ 0 h 6629400"/>
                <a:gd name="connsiteX1" fmla="*/ 10646707 w 11093899"/>
                <a:gd name="connsiteY1" fmla="*/ 0 h 6629400"/>
                <a:gd name="connsiteX2" fmla="*/ 779192 w 11093899"/>
                <a:gd name="connsiteY2" fmla="*/ 0 h 6629400"/>
                <a:gd name="connsiteX3" fmla="*/ 332000 w 11093899"/>
                <a:gd name="connsiteY3" fmla="*/ 0 h 6629400"/>
                <a:gd name="connsiteX4" fmla="*/ 0 w 11093899"/>
                <a:gd name="connsiteY4" fmla="*/ 332000 h 6629400"/>
                <a:gd name="connsiteX5" fmla="*/ 0 w 11093899"/>
                <a:gd name="connsiteY5" fmla="*/ 6629400 h 6629400"/>
                <a:gd name="connsiteX6" fmla="*/ 447192 w 11093899"/>
                <a:gd name="connsiteY6" fmla="*/ 6629400 h 6629400"/>
                <a:gd name="connsiteX7" fmla="*/ 10426700 w 11093899"/>
                <a:gd name="connsiteY7" fmla="*/ 6629400 h 6629400"/>
                <a:gd name="connsiteX8" fmla="*/ 10873892 w 11093899"/>
                <a:gd name="connsiteY8" fmla="*/ 6629400 h 6629400"/>
                <a:gd name="connsiteX9" fmla="*/ 10873892 w 11093899"/>
                <a:gd name="connsiteY9" fmla="*/ 332000 h 6629400"/>
                <a:gd name="connsiteX10" fmla="*/ 10874307 w 11093899"/>
                <a:gd name="connsiteY10" fmla="*/ 327884 h 6629400"/>
                <a:gd name="connsiteX11" fmla="*/ 10874307 w 11093899"/>
                <a:gd name="connsiteY11" fmla="*/ 219637 h 6629400"/>
                <a:gd name="connsiteX12" fmla="*/ 11049683 w 11093899"/>
                <a:gd name="connsiteY12" fmla="*/ 4457 h 6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093899" h="6629400">
                  <a:moveTo>
                    <a:pt x="11093899" y="0"/>
                  </a:moveTo>
                  <a:lnTo>
                    <a:pt x="10646707" y="0"/>
                  </a:lnTo>
                  <a:lnTo>
                    <a:pt x="779192" y="0"/>
                  </a:lnTo>
                  <a:lnTo>
                    <a:pt x="332000" y="0"/>
                  </a:lnTo>
                  <a:cubicBezTo>
                    <a:pt x="148641" y="0"/>
                    <a:pt x="0" y="148641"/>
                    <a:pt x="0" y="332000"/>
                  </a:cubicBezTo>
                  <a:lnTo>
                    <a:pt x="0" y="6629400"/>
                  </a:lnTo>
                  <a:lnTo>
                    <a:pt x="447192" y="6629400"/>
                  </a:lnTo>
                  <a:lnTo>
                    <a:pt x="10426700" y="6629400"/>
                  </a:lnTo>
                  <a:lnTo>
                    <a:pt x="10873892" y="6629400"/>
                  </a:lnTo>
                  <a:lnTo>
                    <a:pt x="10873892" y="332000"/>
                  </a:lnTo>
                  <a:lnTo>
                    <a:pt x="10874307" y="327884"/>
                  </a:lnTo>
                  <a:lnTo>
                    <a:pt x="10874307" y="219637"/>
                  </a:lnTo>
                  <a:cubicBezTo>
                    <a:pt x="10874307" y="113495"/>
                    <a:pt x="10949596" y="24938"/>
                    <a:pt x="11049683" y="4457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lumMod val="95000"/>
                  </a:schemeClr>
                </a:gs>
                <a:gs pos="6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15900" dist="76200" dir="8100000" algn="tr" rotWithShape="0">
                <a:srgbClr val="123374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B854B37-3F09-2157-2D97-C17098F8A591}"/>
              </a:ext>
            </a:extLst>
          </p:cNvPr>
          <p:cNvSpPr txBox="1"/>
          <p:nvPr/>
        </p:nvSpPr>
        <p:spPr>
          <a:xfrm rot="5400000">
            <a:off x="-1953886" y="3731388"/>
            <a:ext cx="493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 </a:t>
            </a:r>
            <a:r>
              <a:rPr kumimoji="0" lang="en-US" altLang="ko-KR" sz="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막힌 원호 2">
            <a:extLst>
              <a:ext uri="{FF2B5EF4-FFF2-40B4-BE49-F238E27FC236}">
                <a16:creationId xmlns:a16="http://schemas.microsoft.com/office/drawing/2014/main" id="{469C8A87-1C71-50FE-6AEE-9CF929782E30}"/>
              </a:ext>
            </a:extLst>
          </p:cNvPr>
          <p:cNvSpPr/>
          <p:nvPr/>
        </p:nvSpPr>
        <p:spPr>
          <a:xfrm>
            <a:off x="8329402" y="2508353"/>
            <a:ext cx="1814749" cy="1814748"/>
          </a:xfrm>
          <a:prstGeom prst="blockArc">
            <a:avLst>
              <a:gd name="adj1" fmla="val 10800000"/>
              <a:gd name="adj2" fmla="val 0"/>
              <a:gd name="adj3" fmla="val 28534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막힌 원호 4">
            <a:extLst>
              <a:ext uri="{FF2B5EF4-FFF2-40B4-BE49-F238E27FC236}">
                <a16:creationId xmlns:a16="http://schemas.microsoft.com/office/drawing/2014/main" id="{94AAC77C-3257-E7A9-1E8F-353A5C34FF7A}"/>
              </a:ext>
            </a:extLst>
          </p:cNvPr>
          <p:cNvSpPr/>
          <p:nvPr/>
        </p:nvSpPr>
        <p:spPr>
          <a:xfrm flipV="1">
            <a:off x="7032752" y="2521793"/>
            <a:ext cx="1810781" cy="1810781"/>
          </a:xfrm>
          <a:prstGeom prst="blockArc">
            <a:avLst>
              <a:gd name="adj1" fmla="val 10800308"/>
              <a:gd name="adj2" fmla="val 43193"/>
              <a:gd name="adj3" fmla="val 28557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막힌 원호 6">
            <a:extLst>
              <a:ext uri="{FF2B5EF4-FFF2-40B4-BE49-F238E27FC236}">
                <a16:creationId xmlns:a16="http://schemas.microsoft.com/office/drawing/2014/main" id="{F9B8EEE9-3A8E-B2D7-4C4B-0880C312D6E1}"/>
              </a:ext>
            </a:extLst>
          </p:cNvPr>
          <p:cNvSpPr/>
          <p:nvPr/>
        </p:nvSpPr>
        <p:spPr>
          <a:xfrm>
            <a:off x="5745140" y="2534018"/>
            <a:ext cx="1814749" cy="1814748"/>
          </a:xfrm>
          <a:prstGeom prst="blockArc">
            <a:avLst>
              <a:gd name="adj1" fmla="val 10800000"/>
              <a:gd name="adj2" fmla="val 0"/>
              <a:gd name="adj3" fmla="val 28534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막힌 원호 7">
            <a:extLst>
              <a:ext uri="{FF2B5EF4-FFF2-40B4-BE49-F238E27FC236}">
                <a16:creationId xmlns:a16="http://schemas.microsoft.com/office/drawing/2014/main" id="{6A20E742-FBC5-083B-D9AA-11665A270664}"/>
              </a:ext>
            </a:extLst>
          </p:cNvPr>
          <p:cNvSpPr/>
          <p:nvPr/>
        </p:nvSpPr>
        <p:spPr>
          <a:xfrm flipV="1">
            <a:off x="4444522" y="2512322"/>
            <a:ext cx="1810781" cy="1810781"/>
          </a:xfrm>
          <a:prstGeom prst="blockArc">
            <a:avLst>
              <a:gd name="adj1" fmla="val 10800308"/>
              <a:gd name="adj2" fmla="val 43193"/>
              <a:gd name="adj3" fmla="val 28557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막힌 원호 8">
            <a:extLst>
              <a:ext uri="{FF2B5EF4-FFF2-40B4-BE49-F238E27FC236}">
                <a16:creationId xmlns:a16="http://schemas.microsoft.com/office/drawing/2014/main" id="{8155CD78-BB13-9323-885F-4D72B1F2C030}"/>
              </a:ext>
            </a:extLst>
          </p:cNvPr>
          <p:cNvSpPr/>
          <p:nvPr/>
        </p:nvSpPr>
        <p:spPr>
          <a:xfrm>
            <a:off x="3156910" y="2524545"/>
            <a:ext cx="1814749" cy="1814748"/>
          </a:xfrm>
          <a:prstGeom prst="blockArc">
            <a:avLst>
              <a:gd name="adj1" fmla="val 10800000"/>
              <a:gd name="adj2" fmla="val 0"/>
              <a:gd name="adj3" fmla="val 28534"/>
            </a:avLst>
          </a:prstGeom>
          <a:solidFill>
            <a:schemeClr val="bg1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자유형 22">
            <a:extLst>
              <a:ext uri="{FF2B5EF4-FFF2-40B4-BE49-F238E27FC236}">
                <a16:creationId xmlns:a16="http://schemas.microsoft.com/office/drawing/2014/main" id="{53B3A985-4D8F-172D-1237-52200FD24783}"/>
              </a:ext>
            </a:extLst>
          </p:cNvPr>
          <p:cNvSpPr/>
          <p:nvPr/>
        </p:nvSpPr>
        <p:spPr>
          <a:xfrm flipV="1">
            <a:off x="3156910" y="2516172"/>
            <a:ext cx="6983272" cy="1810781"/>
          </a:xfrm>
          <a:custGeom>
            <a:avLst/>
            <a:gdLst>
              <a:gd name="connsiteX0" fmla="*/ 2531586 w 8054153"/>
              <a:gd name="connsiteY0" fmla="*/ 2088463 h 2088463"/>
              <a:gd name="connsiteX1" fmla="*/ 3556845 w 8054153"/>
              <a:gd name="connsiteY1" fmla="*/ 1252853 h 2088463"/>
              <a:gd name="connsiteX2" fmla="*/ 3576568 w 8054153"/>
              <a:gd name="connsiteY2" fmla="*/ 1057201 h 2088463"/>
              <a:gd name="connsiteX3" fmla="*/ 3581719 w 8054153"/>
              <a:gd name="connsiteY3" fmla="*/ 1057053 h 2088463"/>
              <a:gd name="connsiteX4" fmla="*/ 3799696 w 8054153"/>
              <a:gd name="connsiteY4" fmla="*/ 659780 h 2088463"/>
              <a:gd name="connsiteX5" fmla="*/ 4252826 w 8054153"/>
              <a:gd name="connsiteY5" fmla="*/ 656139 h 2088463"/>
              <a:gd name="connsiteX6" fmla="*/ 4462732 w 8054153"/>
              <a:gd name="connsiteY6" fmla="*/ 931301 h 2088463"/>
              <a:gd name="connsiteX7" fmla="*/ 4476195 w 8054153"/>
              <a:gd name="connsiteY7" fmla="*/ 1041943 h 2088463"/>
              <a:gd name="connsiteX8" fmla="*/ 4470200 w 8054153"/>
              <a:gd name="connsiteY8" fmla="*/ 1041943 h 2088463"/>
              <a:gd name="connsiteX9" fmla="*/ 5516720 w 8054153"/>
              <a:gd name="connsiteY9" fmla="*/ 2088463 h 2088463"/>
              <a:gd name="connsiteX10" fmla="*/ 6541978 w 8054153"/>
              <a:gd name="connsiteY10" fmla="*/ 1252853 h 2088463"/>
              <a:gd name="connsiteX11" fmla="*/ 6561715 w 8054153"/>
              <a:gd name="connsiteY11" fmla="*/ 1057069 h 2088463"/>
              <a:gd name="connsiteX12" fmla="*/ 6562276 w 8054153"/>
              <a:gd name="connsiteY12" fmla="*/ 1057053 h 2088463"/>
              <a:gd name="connsiteX13" fmla="*/ 6780253 w 8054153"/>
              <a:gd name="connsiteY13" fmla="*/ 659780 h 2088463"/>
              <a:gd name="connsiteX14" fmla="*/ 7233383 w 8054153"/>
              <a:gd name="connsiteY14" fmla="*/ 656139 h 2088463"/>
              <a:gd name="connsiteX15" fmla="*/ 7457715 w 8054153"/>
              <a:gd name="connsiteY15" fmla="*/ 1049858 h 2088463"/>
              <a:gd name="connsiteX16" fmla="*/ 8054071 w 8054153"/>
              <a:gd name="connsiteY16" fmla="*/ 1057351 h 2088463"/>
              <a:gd name="connsiteX17" fmla="*/ 7530981 w 8054153"/>
              <a:gd name="connsiteY17" fmla="*/ 139291 h 2088463"/>
              <a:gd name="connsiteX18" fmla="*/ 6474389 w 8054153"/>
              <a:gd name="connsiteY18" fmla="*/ 147780 h 2088463"/>
              <a:gd name="connsiteX19" fmla="*/ 5995311 w 8054153"/>
              <a:gd name="connsiteY19" fmla="*/ 797175 h 2088463"/>
              <a:gd name="connsiteX20" fmla="*/ 5969511 w 8054153"/>
              <a:gd name="connsiteY20" fmla="*/ 1041943 h 2088463"/>
              <a:gd name="connsiteX21" fmla="*/ 5966012 w 8054153"/>
              <a:gd name="connsiteY21" fmla="*/ 1041943 h 2088463"/>
              <a:gd name="connsiteX22" fmla="*/ 5516720 w 8054153"/>
              <a:gd name="connsiteY22" fmla="*/ 1491235 h 2088463"/>
              <a:gd name="connsiteX23" fmla="*/ 5076556 w 8054153"/>
              <a:gd name="connsiteY23" fmla="*/ 1132491 h 2088463"/>
              <a:gd name="connsiteX24" fmla="*/ 5068976 w 8054153"/>
              <a:gd name="connsiteY24" fmla="*/ 1057294 h 2088463"/>
              <a:gd name="connsiteX25" fmla="*/ 5073514 w 8054153"/>
              <a:gd name="connsiteY25" fmla="*/ 1057351 h 2088463"/>
              <a:gd name="connsiteX26" fmla="*/ 4550424 w 8054153"/>
              <a:gd name="connsiteY26" fmla="*/ 139291 h 2088463"/>
              <a:gd name="connsiteX27" fmla="*/ 3493832 w 8054153"/>
              <a:gd name="connsiteY27" fmla="*/ 147780 h 2088463"/>
              <a:gd name="connsiteX28" fmla="*/ 2990976 w 8054153"/>
              <a:gd name="connsiteY28" fmla="*/ 933739 h 2088463"/>
              <a:gd name="connsiteX29" fmla="*/ 2986803 w 8054153"/>
              <a:gd name="connsiteY29" fmla="*/ 1041943 h 2088463"/>
              <a:gd name="connsiteX30" fmla="*/ 2980878 w 8054153"/>
              <a:gd name="connsiteY30" fmla="*/ 1041943 h 2088463"/>
              <a:gd name="connsiteX31" fmla="*/ 2531586 w 8054153"/>
              <a:gd name="connsiteY31" fmla="*/ 1491235 h 2088463"/>
              <a:gd name="connsiteX32" fmla="*/ 2091422 w 8054153"/>
              <a:gd name="connsiteY32" fmla="*/ 1132491 h 2088463"/>
              <a:gd name="connsiteX33" fmla="*/ 2083842 w 8054153"/>
              <a:gd name="connsiteY33" fmla="*/ 1057294 h 2088463"/>
              <a:gd name="connsiteX34" fmla="*/ 2088381 w 8054153"/>
              <a:gd name="connsiteY34" fmla="*/ 1057351 h 2088463"/>
              <a:gd name="connsiteX35" fmla="*/ 1573931 w 8054153"/>
              <a:gd name="connsiteY35" fmla="*/ 144321 h 2088463"/>
              <a:gd name="connsiteX36" fmla="*/ 525963 w 8054153"/>
              <a:gd name="connsiteY36" fmla="*/ 137690 h 2088463"/>
              <a:gd name="connsiteX37" fmla="*/ 0 w 8054153"/>
              <a:gd name="connsiteY37" fmla="*/ 1044138 h 2088463"/>
              <a:gd name="connsiteX38" fmla="*/ 596402 w 8054153"/>
              <a:gd name="connsiteY38" fmla="*/ 1044191 h 2088463"/>
              <a:gd name="connsiteX39" fmla="*/ 821967 w 8054153"/>
              <a:gd name="connsiteY39" fmla="*/ 655452 h 2088463"/>
              <a:gd name="connsiteX40" fmla="*/ 1271398 w 8054153"/>
              <a:gd name="connsiteY40" fmla="*/ 658296 h 2088463"/>
              <a:gd name="connsiteX41" fmla="*/ 1477874 w 8054153"/>
              <a:gd name="connsiteY41" fmla="*/ 932364 h 2088463"/>
              <a:gd name="connsiteX42" fmla="*/ 1491072 w 8054153"/>
              <a:gd name="connsiteY42" fmla="*/ 1041943 h 2088463"/>
              <a:gd name="connsiteX43" fmla="*/ 1485066 w 8054153"/>
              <a:gd name="connsiteY43" fmla="*/ 1041943 h 2088463"/>
              <a:gd name="connsiteX44" fmla="*/ 2531586 w 8054153"/>
              <a:gd name="connsiteY44" fmla="*/ 2088463 h 2088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8054153" h="2088463">
                <a:moveTo>
                  <a:pt x="2531586" y="2088463"/>
                </a:moveTo>
                <a:cubicBezTo>
                  <a:pt x="3037316" y="2088463"/>
                  <a:pt x="3459261" y="1729735"/>
                  <a:pt x="3556845" y="1252853"/>
                </a:cubicBezTo>
                <a:lnTo>
                  <a:pt x="3576568" y="1057201"/>
                </a:lnTo>
                <a:lnTo>
                  <a:pt x="3581719" y="1057053"/>
                </a:lnTo>
                <a:cubicBezTo>
                  <a:pt x="3577075" y="894926"/>
                  <a:pt x="3660457" y="742960"/>
                  <a:pt x="3799696" y="659780"/>
                </a:cubicBezTo>
                <a:cubicBezTo>
                  <a:pt x="3938936" y="576599"/>
                  <a:pt x="4112268" y="575207"/>
                  <a:pt x="4252826" y="656139"/>
                </a:cubicBezTo>
                <a:cubicBezTo>
                  <a:pt x="4358245" y="716838"/>
                  <a:pt x="4432869" y="816729"/>
                  <a:pt x="4462732" y="931301"/>
                </a:cubicBezTo>
                <a:lnTo>
                  <a:pt x="4476195" y="1041943"/>
                </a:lnTo>
                <a:lnTo>
                  <a:pt x="4470200" y="1041943"/>
                </a:lnTo>
                <a:cubicBezTo>
                  <a:pt x="4470200" y="1619920"/>
                  <a:pt x="4938743" y="2088463"/>
                  <a:pt x="5516720" y="2088463"/>
                </a:cubicBezTo>
                <a:cubicBezTo>
                  <a:pt x="6022450" y="2088463"/>
                  <a:pt x="6444394" y="1729735"/>
                  <a:pt x="6541978" y="1252853"/>
                </a:cubicBezTo>
                <a:lnTo>
                  <a:pt x="6561715" y="1057069"/>
                </a:lnTo>
                <a:lnTo>
                  <a:pt x="6562276" y="1057053"/>
                </a:lnTo>
                <a:cubicBezTo>
                  <a:pt x="6557632" y="894926"/>
                  <a:pt x="6641014" y="742960"/>
                  <a:pt x="6780253" y="659780"/>
                </a:cubicBezTo>
                <a:cubicBezTo>
                  <a:pt x="6919493" y="576599"/>
                  <a:pt x="7092825" y="575207"/>
                  <a:pt x="7233383" y="656139"/>
                </a:cubicBezTo>
                <a:cubicBezTo>
                  <a:pt x="7373941" y="737071"/>
                  <a:pt x="7459753" y="887678"/>
                  <a:pt x="7457715" y="1049858"/>
                </a:cubicBezTo>
                <a:lnTo>
                  <a:pt x="8054071" y="1057351"/>
                </a:lnTo>
                <a:cubicBezTo>
                  <a:pt x="8058823" y="679185"/>
                  <a:pt x="7858729" y="328006"/>
                  <a:pt x="7530981" y="139291"/>
                </a:cubicBezTo>
                <a:cubicBezTo>
                  <a:pt x="7203233" y="-49424"/>
                  <a:pt x="6799062" y="-46177"/>
                  <a:pt x="6474389" y="147780"/>
                </a:cubicBezTo>
                <a:cubicBezTo>
                  <a:pt x="6230885" y="293248"/>
                  <a:pt x="6060644" y="528936"/>
                  <a:pt x="5995311" y="797175"/>
                </a:cubicBezTo>
                <a:lnTo>
                  <a:pt x="5969511" y="1041943"/>
                </a:lnTo>
                <a:lnTo>
                  <a:pt x="5966012" y="1041943"/>
                </a:lnTo>
                <a:cubicBezTo>
                  <a:pt x="5966012" y="1290080"/>
                  <a:pt x="5764857" y="1491235"/>
                  <a:pt x="5516720" y="1491235"/>
                </a:cubicBezTo>
                <a:cubicBezTo>
                  <a:pt x="5299600" y="1491235"/>
                  <a:pt x="5118451" y="1337226"/>
                  <a:pt x="5076556" y="1132491"/>
                </a:cubicBezTo>
                <a:lnTo>
                  <a:pt x="5068976" y="1057294"/>
                </a:lnTo>
                <a:lnTo>
                  <a:pt x="5073514" y="1057351"/>
                </a:lnTo>
                <a:cubicBezTo>
                  <a:pt x="5078266" y="679185"/>
                  <a:pt x="4878172" y="328006"/>
                  <a:pt x="4550424" y="139291"/>
                </a:cubicBezTo>
                <a:cubicBezTo>
                  <a:pt x="4222676" y="-49424"/>
                  <a:pt x="3818505" y="-46177"/>
                  <a:pt x="3493832" y="147780"/>
                </a:cubicBezTo>
                <a:cubicBezTo>
                  <a:pt x="3209743" y="317493"/>
                  <a:pt x="3025376" y="610005"/>
                  <a:pt x="2990976" y="933739"/>
                </a:cubicBezTo>
                <a:lnTo>
                  <a:pt x="2986803" y="1041943"/>
                </a:lnTo>
                <a:lnTo>
                  <a:pt x="2980878" y="1041943"/>
                </a:lnTo>
                <a:cubicBezTo>
                  <a:pt x="2980878" y="1290080"/>
                  <a:pt x="2779723" y="1491235"/>
                  <a:pt x="2531586" y="1491235"/>
                </a:cubicBezTo>
                <a:cubicBezTo>
                  <a:pt x="2314466" y="1491235"/>
                  <a:pt x="2133317" y="1337226"/>
                  <a:pt x="2091422" y="1132491"/>
                </a:cubicBezTo>
                <a:lnTo>
                  <a:pt x="2083842" y="1057294"/>
                </a:lnTo>
                <a:lnTo>
                  <a:pt x="2088381" y="1057351"/>
                </a:lnTo>
                <a:cubicBezTo>
                  <a:pt x="2093088" y="682761"/>
                  <a:pt x="1896775" y="334351"/>
                  <a:pt x="1573931" y="144321"/>
                </a:cubicBezTo>
                <a:cubicBezTo>
                  <a:pt x="1251087" y="-45710"/>
                  <a:pt x="851186" y="-48240"/>
                  <a:pt x="525963" y="137690"/>
                </a:cubicBezTo>
                <a:cubicBezTo>
                  <a:pt x="200739" y="323621"/>
                  <a:pt x="34" y="669518"/>
                  <a:pt x="0" y="1044138"/>
                </a:cubicBezTo>
                <a:lnTo>
                  <a:pt x="596402" y="1044191"/>
                </a:lnTo>
                <a:cubicBezTo>
                  <a:pt x="596416" y="883531"/>
                  <a:pt x="682491" y="735190"/>
                  <a:pt x="821967" y="655452"/>
                </a:cubicBezTo>
                <a:cubicBezTo>
                  <a:pt x="961441" y="575714"/>
                  <a:pt x="1132943" y="576800"/>
                  <a:pt x="1271398" y="658296"/>
                </a:cubicBezTo>
                <a:cubicBezTo>
                  <a:pt x="1375239" y="719419"/>
                  <a:pt x="1448557" y="818747"/>
                  <a:pt x="1477874" y="932364"/>
                </a:cubicBezTo>
                <a:lnTo>
                  <a:pt x="1491072" y="1041943"/>
                </a:lnTo>
                <a:lnTo>
                  <a:pt x="1485066" y="1041943"/>
                </a:lnTo>
                <a:cubicBezTo>
                  <a:pt x="1485066" y="1619920"/>
                  <a:pt x="1953609" y="2088463"/>
                  <a:pt x="2531586" y="2088463"/>
                </a:cubicBezTo>
                <a:close/>
              </a:path>
            </a:pathLst>
          </a:custGeom>
          <a:solidFill>
            <a:srgbClr val="B2D9EA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0FC2D63-C56D-E480-972D-CE16C9BED67A}"/>
              </a:ext>
            </a:extLst>
          </p:cNvPr>
          <p:cNvGrpSpPr/>
          <p:nvPr/>
        </p:nvGrpSpPr>
        <p:grpSpPr>
          <a:xfrm>
            <a:off x="7829159" y="3287178"/>
            <a:ext cx="242489" cy="268768"/>
            <a:chOff x="4006850" y="1601788"/>
            <a:chExt cx="322263" cy="357188"/>
          </a:xfrm>
          <a:solidFill>
            <a:srgbClr val="1B4DAC"/>
          </a:solidFill>
        </p:grpSpPr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FDC58217-C20C-7FE1-17C3-FC973041E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913" y="1674813"/>
              <a:ext cx="141288" cy="109538"/>
            </a:xfrm>
            <a:custGeom>
              <a:avLst/>
              <a:gdLst>
                <a:gd name="T0" fmla="*/ 680 w 1255"/>
                <a:gd name="T1" fmla="*/ 0 h 963"/>
                <a:gd name="T2" fmla="*/ 736 w 1255"/>
                <a:gd name="T3" fmla="*/ 1 h 963"/>
                <a:gd name="T4" fmla="*/ 793 w 1255"/>
                <a:gd name="T5" fmla="*/ 6 h 963"/>
                <a:gd name="T6" fmla="*/ 849 w 1255"/>
                <a:gd name="T7" fmla="*/ 17 h 963"/>
                <a:gd name="T8" fmla="*/ 904 w 1255"/>
                <a:gd name="T9" fmla="*/ 32 h 963"/>
                <a:gd name="T10" fmla="*/ 958 w 1255"/>
                <a:gd name="T11" fmla="*/ 52 h 963"/>
                <a:gd name="T12" fmla="*/ 1010 w 1255"/>
                <a:gd name="T13" fmla="*/ 77 h 963"/>
                <a:gd name="T14" fmla="*/ 1060 w 1255"/>
                <a:gd name="T15" fmla="*/ 105 h 963"/>
                <a:gd name="T16" fmla="*/ 1107 w 1255"/>
                <a:gd name="T17" fmla="*/ 140 h 963"/>
                <a:gd name="T18" fmla="*/ 1153 w 1255"/>
                <a:gd name="T19" fmla="*/ 178 h 963"/>
                <a:gd name="T20" fmla="*/ 1195 w 1255"/>
                <a:gd name="T21" fmla="*/ 221 h 963"/>
                <a:gd name="T22" fmla="*/ 1255 w 1255"/>
                <a:gd name="T23" fmla="*/ 287 h 963"/>
                <a:gd name="T24" fmla="*/ 1116 w 1255"/>
                <a:gd name="T25" fmla="*/ 413 h 963"/>
                <a:gd name="T26" fmla="*/ 1093 w 1255"/>
                <a:gd name="T27" fmla="*/ 391 h 963"/>
                <a:gd name="T28" fmla="*/ 1070 w 1255"/>
                <a:gd name="T29" fmla="*/ 375 h 963"/>
                <a:gd name="T30" fmla="*/ 1045 w 1255"/>
                <a:gd name="T31" fmla="*/ 364 h 963"/>
                <a:gd name="T32" fmla="*/ 1021 w 1255"/>
                <a:gd name="T33" fmla="*/ 357 h 963"/>
                <a:gd name="T34" fmla="*/ 997 w 1255"/>
                <a:gd name="T35" fmla="*/ 354 h 963"/>
                <a:gd name="T36" fmla="*/ 974 w 1255"/>
                <a:gd name="T37" fmla="*/ 354 h 963"/>
                <a:gd name="T38" fmla="*/ 952 w 1255"/>
                <a:gd name="T39" fmla="*/ 356 h 963"/>
                <a:gd name="T40" fmla="*/ 930 w 1255"/>
                <a:gd name="T41" fmla="*/ 361 h 963"/>
                <a:gd name="T42" fmla="*/ 911 w 1255"/>
                <a:gd name="T43" fmla="*/ 367 h 963"/>
                <a:gd name="T44" fmla="*/ 894 w 1255"/>
                <a:gd name="T45" fmla="*/ 373 h 963"/>
                <a:gd name="T46" fmla="*/ 878 w 1255"/>
                <a:gd name="T47" fmla="*/ 380 h 963"/>
                <a:gd name="T48" fmla="*/ 866 w 1255"/>
                <a:gd name="T49" fmla="*/ 386 h 963"/>
                <a:gd name="T50" fmla="*/ 857 w 1255"/>
                <a:gd name="T51" fmla="*/ 391 h 963"/>
                <a:gd name="T52" fmla="*/ 851 w 1255"/>
                <a:gd name="T53" fmla="*/ 395 h 963"/>
                <a:gd name="T54" fmla="*/ 849 w 1255"/>
                <a:gd name="T55" fmla="*/ 396 h 963"/>
                <a:gd name="T56" fmla="*/ 699 w 1255"/>
                <a:gd name="T57" fmla="*/ 532 h 963"/>
                <a:gd name="T58" fmla="*/ 676 w 1255"/>
                <a:gd name="T59" fmla="*/ 556 h 963"/>
                <a:gd name="T60" fmla="*/ 657 w 1255"/>
                <a:gd name="T61" fmla="*/ 581 h 963"/>
                <a:gd name="T62" fmla="*/ 645 w 1255"/>
                <a:gd name="T63" fmla="*/ 605 h 963"/>
                <a:gd name="T64" fmla="*/ 638 w 1255"/>
                <a:gd name="T65" fmla="*/ 631 h 963"/>
                <a:gd name="T66" fmla="*/ 635 w 1255"/>
                <a:gd name="T67" fmla="*/ 654 h 963"/>
                <a:gd name="T68" fmla="*/ 635 w 1255"/>
                <a:gd name="T69" fmla="*/ 677 h 963"/>
                <a:gd name="T70" fmla="*/ 638 w 1255"/>
                <a:gd name="T71" fmla="*/ 700 h 963"/>
                <a:gd name="T72" fmla="*/ 643 w 1255"/>
                <a:gd name="T73" fmla="*/ 720 h 963"/>
                <a:gd name="T74" fmla="*/ 650 w 1255"/>
                <a:gd name="T75" fmla="*/ 739 h 963"/>
                <a:gd name="T76" fmla="*/ 657 w 1255"/>
                <a:gd name="T77" fmla="*/ 757 h 963"/>
                <a:gd name="T78" fmla="*/ 666 w 1255"/>
                <a:gd name="T79" fmla="*/ 771 h 963"/>
                <a:gd name="T80" fmla="*/ 673 w 1255"/>
                <a:gd name="T81" fmla="*/ 783 h 963"/>
                <a:gd name="T82" fmla="*/ 679 w 1255"/>
                <a:gd name="T83" fmla="*/ 792 h 963"/>
                <a:gd name="T84" fmla="*/ 684 w 1255"/>
                <a:gd name="T85" fmla="*/ 799 h 963"/>
                <a:gd name="T86" fmla="*/ 686 w 1255"/>
                <a:gd name="T87" fmla="*/ 802 h 963"/>
                <a:gd name="T88" fmla="*/ 505 w 1255"/>
                <a:gd name="T89" fmla="*/ 963 h 963"/>
                <a:gd name="T90" fmla="*/ 0 w 1255"/>
                <a:gd name="T91" fmla="*/ 400 h 963"/>
                <a:gd name="T92" fmla="*/ 255 w 1255"/>
                <a:gd name="T93" fmla="*/ 170 h 963"/>
                <a:gd name="T94" fmla="*/ 302 w 1255"/>
                <a:gd name="T95" fmla="*/ 133 h 963"/>
                <a:gd name="T96" fmla="*/ 352 w 1255"/>
                <a:gd name="T97" fmla="*/ 99 h 963"/>
                <a:gd name="T98" fmla="*/ 403 w 1255"/>
                <a:gd name="T99" fmla="*/ 71 h 963"/>
                <a:gd name="T100" fmla="*/ 457 w 1255"/>
                <a:gd name="T101" fmla="*/ 46 h 963"/>
                <a:gd name="T102" fmla="*/ 511 w 1255"/>
                <a:gd name="T103" fmla="*/ 28 h 963"/>
                <a:gd name="T104" fmla="*/ 567 w 1255"/>
                <a:gd name="T105" fmla="*/ 13 h 963"/>
                <a:gd name="T106" fmla="*/ 623 w 1255"/>
                <a:gd name="T107" fmla="*/ 4 h 963"/>
                <a:gd name="T108" fmla="*/ 680 w 1255"/>
                <a:gd name="T109" fmla="*/ 0 h 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55" h="963">
                  <a:moveTo>
                    <a:pt x="680" y="0"/>
                  </a:moveTo>
                  <a:lnTo>
                    <a:pt x="736" y="1"/>
                  </a:lnTo>
                  <a:lnTo>
                    <a:pt x="793" y="6"/>
                  </a:lnTo>
                  <a:lnTo>
                    <a:pt x="849" y="17"/>
                  </a:lnTo>
                  <a:lnTo>
                    <a:pt x="904" y="32"/>
                  </a:lnTo>
                  <a:lnTo>
                    <a:pt x="958" y="52"/>
                  </a:lnTo>
                  <a:lnTo>
                    <a:pt x="1010" y="77"/>
                  </a:lnTo>
                  <a:lnTo>
                    <a:pt x="1060" y="105"/>
                  </a:lnTo>
                  <a:lnTo>
                    <a:pt x="1107" y="140"/>
                  </a:lnTo>
                  <a:lnTo>
                    <a:pt x="1153" y="178"/>
                  </a:lnTo>
                  <a:lnTo>
                    <a:pt x="1195" y="221"/>
                  </a:lnTo>
                  <a:lnTo>
                    <a:pt x="1255" y="287"/>
                  </a:lnTo>
                  <a:lnTo>
                    <a:pt x="1116" y="413"/>
                  </a:lnTo>
                  <a:lnTo>
                    <a:pt x="1093" y="391"/>
                  </a:lnTo>
                  <a:lnTo>
                    <a:pt x="1070" y="375"/>
                  </a:lnTo>
                  <a:lnTo>
                    <a:pt x="1045" y="364"/>
                  </a:lnTo>
                  <a:lnTo>
                    <a:pt x="1021" y="357"/>
                  </a:lnTo>
                  <a:lnTo>
                    <a:pt x="997" y="354"/>
                  </a:lnTo>
                  <a:lnTo>
                    <a:pt x="974" y="354"/>
                  </a:lnTo>
                  <a:lnTo>
                    <a:pt x="952" y="356"/>
                  </a:lnTo>
                  <a:lnTo>
                    <a:pt x="930" y="361"/>
                  </a:lnTo>
                  <a:lnTo>
                    <a:pt x="911" y="367"/>
                  </a:lnTo>
                  <a:lnTo>
                    <a:pt x="894" y="373"/>
                  </a:lnTo>
                  <a:lnTo>
                    <a:pt x="878" y="380"/>
                  </a:lnTo>
                  <a:lnTo>
                    <a:pt x="866" y="386"/>
                  </a:lnTo>
                  <a:lnTo>
                    <a:pt x="857" y="391"/>
                  </a:lnTo>
                  <a:lnTo>
                    <a:pt x="851" y="395"/>
                  </a:lnTo>
                  <a:lnTo>
                    <a:pt x="849" y="396"/>
                  </a:lnTo>
                  <a:lnTo>
                    <a:pt x="699" y="532"/>
                  </a:lnTo>
                  <a:lnTo>
                    <a:pt x="676" y="556"/>
                  </a:lnTo>
                  <a:lnTo>
                    <a:pt x="657" y="581"/>
                  </a:lnTo>
                  <a:lnTo>
                    <a:pt x="645" y="605"/>
                  </a:lnTo>
                  <a:lnTo>
                    <a:pt x="638" y="631"/>
                  </a:lnTo>
                  <a:lnTo>
                    <a:pt x="635" y="654"/>
                  </a:lnTo>
                  <a:lnTo>
                    <a:pt x="635" y="677"/>
                  </a:lnTo>
                  <a:lnTo>
                    <a:pt x="638" y="700"/>
                  </a:lnTo>
                  <a:lnTo>
                    <a:pt x="643" y="720"/>
                  </a:lnTo>
                  <a:lnTo>
                    <a:pt x="650" y="739"/>
                  </a:lnTo>
                  <a:lnTo>
                    <a:pt x="657" y="757"/>
                  </a:lnTo>
                  <a:lnTo>
                    <a:pt x="666" y="771"/>
                  </a:lnTo>
                  <a:lnTo>
                    <a:pt x="673" y="783"/>
                  </a:lnTo>
                  <a:lnTo>
                    <a:pt x="679" y="792"/>
                  </a:lnTo>
                  <a:lnTo>
                    <a:pt x="684" y="799"/>
                  </a:lnTo>
                  <a:lnTo>
                    <a:pt x="686" y="802"/>
                  </a:lnTo>
                  <a:lnTo>
                    <a:pt x="505" y="963"/>
                  </a:lnTo>
                  <a:lnTo>
                    <a:pt x="0" y="400"/>
                  </a:lnTo>
                  <a:lnTo>
                    <a:pt x="255" y="170"/>
                  </a:lnTo>
                  <a:lnTo>
                    <a:pt x="302" y="133"/>
                  </a:lnTo>
                  <a:lnTo>
                    <a:pt x="352" y="99"/>
                  </a:lnTo>
                  <a:lnTo>
                    <a:pt x="403" y="71"/>
                  </a:lnTo>
                  <a:lnTo>
                    <a:pt x="457" y="46"/>
                  </a:lnTo>
                  <a:lnTo>
                    <a:pt x="511" y="28"/>
                  </a:lnTo>
                  <a:lnTo>
                    <a:pt x="567" y="13"/>
                  </a:lnTo>
                  <a:lnTo>
                    <a:pt x="623" y="4"/>
                  </a:lnTo>
                  <a:lnTo>
                    <a:pt x="6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CE011E44-7240-328C-248D-AB254D7B8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850" y="1725613"/>
              <a:ext cx="234950" cy="233363"/>
            </a:xfrm>
            <a:custGeom>
              <a:avLst/>
              <a:gdLst>
                <a:gd name="T0" fmla="*/ 992 w 2072"/>
                <a:gd name="T1" fmla="*/ 0 h 2058"/>
                <a:gd name="T2" fmla="*/ 2072 w 2072"/>
                <a:gd name="T3" fmla="*/ 1204 h 2058"/>
                <a:gd name="T4" fmla="*/ 1350 w 2072"/>
                <a:gd name="T5" fmla="*/ 1852 h 2058"/>
                <a:gd name="T6" fmla="*/ 1309 w 2072"/>
                <a:gd name="T7" fmla="*/ 1886 h 2058"/>
                <a:gd name="T8" fmla="*/ 1266 w 2072"/>
                <a:gd name="T9" fmla="*/ 1916 h 2058"/>
                <a:gd name="T10" fmla="*/ 1220 w 2072"/>
                <a:gd name="T11" fmla="*/ 1945 h 2058"/>
                <a:gd name="T12" fmla="*/ 1172 w 2072"/>
                <a:gd name="T13" fmla="*/ 1970 h 2058"/>
                <a:gd name="T14" fmla="*/ 1122 w 2072"/>
                <a:gd name="T15" fmla="*/ 1993 h 2058"/>
                <a:gd name="T16" fmla="*/ 1070 w 2072"/>
                <a:gd name="T17" fmla="*/ 2011 h 2058"/>
                <a:gd name="T18" fmla="*/ 1018 w 2072"/>
                <a:gd name="T19" fmla="*/ 2027 h 2058"/>
                <a:gd name="T20" fmla="*/ 964 w 2072"/>
                <a:gd name="T21" fmla="*/ 2040 h 2058"/>
                <a:gd name="T22" fmla="*/ 910 w 2072"/>
                <a:gd name="T23" fmla="*/ 2050 h 2058"/>
                <a:gd name="T24" fmla="*/ 856 w 2072"/>
                <a:gd name="T25" fmla="*/ 2056 h 2058"/>
                <a:gd name="T26" fmla="*/ 801 w 2072"/>
                <a:gd name="T27" fmla="*/ 2058 h 2058"/>
                <a:gd name="T28" fmla="*/ 747 w 2072"/>
                <a:gd name="T29" fmla="*/ 2057 h 2058"/>
                <a:gd name="T30" fmla="*/ 694 w 2072"/>
                <a:gd name="T31" fmla="*/ 2052 h 2058"/>
                <a:gd name="T32" fmla="*/ 642 w 2072"/>
                <a:gd name="T33" fmla="*/ 2044 h 2058"/>
                <a:gd name="T34" fmla="*/ 592 w 2072"/>
                <a:gd name="T35" fmla="*/ 2032 h 2058"/>
                <a:gd name="T36" fmla="*/ 542 w 2072"/>
                <a:gd name="T37" fmla="*/ 2015 h 2058"/>
                <a:gd name="T38" fmla="*/ 494 w 2072"/>
                <a:gd name="T39" fmla="*/ 1995 h 2058"/>
                <a:gd name="T40" fmla="*/ 449 w 2072"/>
                <a:gd name="T41" fmla="*/ 1971 h 2058"/>
                <a:gd name="T42" fmla="*/ 406 w 2072"/>
                <a:gd name="T43" fmla="*/ 1943 h 2058"/>
                <a:gd name="T44" fmla="*/ 367 w 2072"/>
                <a:gd name="T45" fmla="*/ 1910 h 2058"/>
                <a:gd name="T46" fmla="*/ 330 w 2072"/>
                <a:gd name="T47" fmla="*/ 1874 h 2058"/>
                <a:gd name="T48" fmla="*/ 138 w 2072"/>
                <a:gd name="T49" fmla="*/ 1661 h 2058"/>
                <a:gd name="T50" fmla="*/ 106 w 2072"/>
                <a:gd name="T51" fmla="*/ 1620 h 2058"/>
                <a:gd name="T52" fmla="*/ 77 w 2072"/>
                <a:gd name="T53" fmla="*/ 1577 h 2058"/>
                <a:gd name="T54" fmla="*/ 54 w 2072"/>
                <a:gd name="T55" fmla="*/ 1532 h 2058"/>
                <a:gd name="T56" fmla="*/ 35 w 2072"/>
                <a:gd name="T57" fmla="*/ 1484 h 2058"/>
                <a:gd name="T58" fmla="*/ 20 w 2072"/>
                <a:gd name="T59" fmla="*/ 1435 h 2058"/>
                <a:gd name="T60" fmla="*/ 9 w 2072"/>
                <a:gd name="T61" fmla="*/ 1384 h 2058"/>
                <a:gd name="T62" fmla="*/ 3 w 2072"/>
                <a:gd name="T63" fmla="*/ 1331 h 2058"/>
                <a:gd name="T64" fmla="*/ 0 w 2072"/>
                <a:gd name="T65" fmla="*/ 1278 h 2058"/>
                <a:gd name="T66" fmla="*/ 1 w 2072"/>
                <a:gd name="T67" fmla="*/ 1225 h 2058"/>
                <a:gd name="T68" fmla="*/ 6 w 2072"/>
                <a:gd name="T69" fmla="*/ 1171 h 2058"/>
                <a:gd name="T70" fmla="*/ 14 w 2072"/>
                <a:gd name="T71" fmla="*/ 1117 h 2058"/>
                <a:gd name="T72" fmla="*/ 26 w 2072"/>
                <a:gd name="T73" fmla="*/ 1064 h 2058"/>
                <a:gd name="T74" fmla="*/ 41 w 2072"/>
                <a:gd name="T75" fmla="*/ 1011 h 2058"/>
                <a:gd name="T76" fmla="*/ 60 w 2072"/>
                <a:gd name="T77" fmla="*/ 959 h 2058"/>
                <a:gd name="T78" fmla="*/ 81 w 2072"/>
                <a:gd name="T79" fmla="*/ 908 h 2058"/>
                <a:gd name="T80" fmla="*/ 106 w 2072"/>
                <a:gd name="T81" fmla="*/ 860 h 2058"/>
                <a:gd name="T82" fmla="*/ 133 w 2072"/>
                <a:gd name="T83" fmla="*/ 813 h 2058"/>
                <a:gd name="T84" fmla="*/ 164 w 2072"/>
                <a:gd name="T85" fmla="*/ 768 h 2058"/>
                <a:gd name="T86" fmla="*/ 197 w 2072"/>
                <a:gd name="T87" fmla="*/ 725 h 2058"/>
                <a:gd name="T88" fmla="*/ 232 w 2072"/>
                <a:gd name="T89" fmla="*/ 685 h 2058"/>
                <a:gd name="T90" fmla="*/ 270 w 2072"/>
                <a:gd name="T91" fmla="*/ 649 h 2058"/>
                <a:gd name="T92" fmla="*/ 992 w 2072"/>
                <a:gd name="T93" fmla="*/ 0 h 2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72" h="2058">
                  <a:moveTo>
                    <a:pt x="992" y="0"/>
                  </a:moveTo>
                  <a:lnTo>
                    <a:pt x="2072" y="1204"/>
                  </a:lnTo>
                  <a:lnTo>
                    <a:pt x="1350" y="1852"/>
                  </a:lnTo>
                  <a:lnTo>
                    <a:pt x="1309" y="1886"/>
                  </a:lnTo>
                  <a:lnTo>
                    <a:pt x="1266" y="1916"/>
                  </a:lnTo>
                  <a:lnTo>
                    <a:pt x="1220" y="1945"/>
                  </a:lnTo>
                  <a:lnTo>
                    <a:pt x="1172" y="1970"/>
                  </a:lnTo>
                  <a:lnTo>
                    <a:pt x="1122" y="1993"/>
                  </a:lnTo>
                  <a:lnTo>
                    <a:pt x="1070" y="2011"/>
                  </a:lnTo>
                  <a:lnTo>
                    <a:pt x="1018" y="2027"/>
                  </a:lnTo>
                  <a:lnTo>
                    <a:pt x="964" y="2040"/>
                  </a:lnTo>
                  <a:lnTo>
                    <a:pt x="910" y="2050"/>
                  </a:lnTo>
                  <a:lnTo>
                    <a:pt x="856" y="2056"/>
                  </a:lnTo>
                  <a:lnTo>
                    <a:pt x="801" y="2058"/>
                  </a:lnTo>
                  <a:lnTo>
                    <a:pt x="747" y="2057"/>
                  </a:lnTo>
                  <a:lnTo>
                    <a:pt x="694" y="2052"/>
                  </a:lnTo>
                  <a:lnTo>
                    <a:pt x="642" y="2044"/>
                  </a:lnTo>
                  <a:lnTo>
                    <a:pt x="592" y="2032"/>
                  </a:lnTo>
                  <a:lnTo>
                    <a:pt x="542" y="2015"/>
                  </a:lnTo>
                  <a:lnTo>
                    <a:pt x="494" y="1995"/>
                  </a:lnTo>
                  <a:lnTo>
                    <a:pt x="449" y="1971"/>
                  </a:lnTo>
                  <a:lnTo>
                    <a:pt x="406" y="1943"/>
                  </a:lnTo>
                  <a:lnTo>
                    <a:pt x="367" y="1910"/>
                  </a:lnTo>
                  <a:lnTo>
                    <a:pt x="330" y="1874"/>
                  </a:lnTo>
                  <a:lnTo>
                    <a:pt x="138" y="1661"/>
                  </a:lnTo>
                  <a:lnTo>
                    <a:pt x="106" y="1620"/>
                  </a:lnTo>
                  <a:lnTo>
                    <a:pt x="77" y="1577"/>
                  </a:lnTo>
                  <a:lnTo>
                    <a:pt x="54" y="1532"/>
                  </a:lnTo>
                  <a:lnTo>
                    <a:pt x="35" y="1484"/>
                  </a:lnTo>
                  <a:lnTo>
                    <a:pt x="20" y="1435"/>
                  </a:lnTo>
                  <a:lnTo>
                    <a:pt x="9" y="1384"/>
                  </a:lnTo>
                  <a:lnTo>
                    <a:pt x="3" y="1331"/>
                  </a:lnTo>
                  <a:lnTo>
                    <a:pt x="0" y="1278"/>
                  </a:lnTo>
                  <a:lnTo>
                    <a:pt x="1" y="1225"/>
                  </a:lnTo>
                  <a:lnTo>
                    <a:pt x="6" y="1171"/>
                  </a:lnTo>
                  <a:lnTo>
                    <a:pt x="14" y="1117"/>
                  </a:lnTo>
                  <a:lnTo>
                    <a:pt x="26" y="1064"/>
                  </a:lnTo>
                  <a:lnTo>
                    <a:pt x="41" y="1011"/>
                  </a:lnTo>
                  <a:lnTo>
                    <a:pt x="60" y="959"/>
                  </a:lnTo>
                  <a:lnTo>
                    <a:pt x="81" y="908"/>
                  </a:lnTo>
                  <a:lnTo>
                    <a:pt x="106" y="860"/>
                  </a:lnTo>
                  <a:lnTo>
                    <a:pt x="133" y="813"/>
                  </a:lnTo>
                  <a:lnTo>
                    <a:pt x="164" y="768"/>
                  </a:lnTo>
                  <a:lnTo>
                    <a:pt x="197" y="725"/>
                  </a:lnTo>
                  <a:lnTo>
                    <a:pt x="232" y="685"/>
                  </a:lnTo>
                  <a:lnTo>
                    <a:pt x="270" y="649"/>
                  </a:lnTo>
                  <a:lnTo>
                    <a:pt x="9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5C1F96B5-88E9-F2BF-08A9-6B733FF35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1716088"/>
              <a:ext cx="111125" cy="141288"/>
            </a:xfrm>
            <a:custGeom>
              <a:avLst/>
              <a:gdLst>
                <a:gd name="T0" fmla="*/ 754 w 984"/>
                <a:gd name="T1" fmla="*/ 0 h 1236"/>
                <a:gd name="T2" fmla="*/ 814 w 984"/>
                <a:gd name="T3" fmla="*/ 66 h 1236"/>
                <a:gd name="T4" fmla="*/ 853 w 984"/>
                <a:gd name="T5" fmla="*/ 113 h 1236"/>
                <a:gd name="T6" fmla="*/ 887 w 984"/>
                <a:gd name="T7" fmla="*/ 162 h 1236"/>
                <a:gd name="T8" fmla="*/ 915 w 984"/>
                <a:gd name="T9" fmla="*/ 214 h 1236"/>
                <a:gd name="T10" fmla="*/ 939 w 984"/>
                <a:gd name="T11" fmla="*/ 267 h 1236"/>
                <a:gd name="T12" fmla="*/ 957 w 984"/>
                <a:gd name="T13" fmla="*/ 321 h 1236"/>
                <a:gd name="T14" fmla="*/ 971 w 984"/>
                <a:gd name="T15" fmla="*/ 377 h 1236"/>
                <a:gd name="T16" fmla="*/ 980 w 984"/>
                <a:gd name="T17" fmla="*/ 433 h 1236"/>
                <a:gd name="T18" fmla="*/ 984 w 984"/>
                <a:gd name="T19" fmla="*/ 490 h 1236"/>
                <a:gd name="T20" fmla="*/ 983 w 984"/>
                <a:gd name="T21" fmla="*/ 547 h 1236"/>
                <a:gd name="T22" fmla="*/ 978 w 984"/>
                <a:gd name="T23" fmla="*/ 603 h 1236"/>
                <a:gd name="T24" fmla="*/ 968 w 984"/>
                <a:gd name="T25" fmla="*/ 659 h 1236"/>
                <a:gd name="T26" fmla="*/ 953 w 984"/>
                <a:gd name="T27" fmla="*/ 714 h 1236"/>
                <a:gd name="T28" fmla="*/ 933 w 984"/>
                <a:gd name="T29" fmla="*/ 768 h 1236"/>
                <a:gd name="T30" fmla="*/ 908 w 984"/>
                <a:gd name="T31" fmla="*/ 819 h 1236"/>
                <a:gd name="T32" fmla="*/ 880 w 984"/>
                <a:gd name="T33" fmla="*/ 870 h 1236"/>
                <a:gd name="T34" fmla="*/ 845 w 984"/>
                <a:gd name="T35" fmla="*/ 918 h 1236"/>
                <a:gd name="T36" fmla="*/ 806 w 984"/>
                <a:gd name="T37" fmla="*/ 963 h 1236"/>
                <a:gd name="T38" fmla="*/ 764 w 984"/>
                <a:gd name="T39" fmla="*/ 1006 h 1236"/>
                <a:gd name="T40" fmla="*/ 507 w 984"/>
                <a:gd name="T41" fmla="*/ 1236 h 1236"/>
                <a:gd name="T42" fmla="*/ 0 w 984"/>
                <a:gd name="T43" fmla="*/ 671 h 1236"/>
                <a:gd name="T44" fmla="*/ 180 w 984"/>
                <a:gd name="T45" fmla="*/ 509 h 1236"/>
                <a:gd name="T46" fmla="*/ 180 w 984"/>
                <a:gd name="T47" fmla="*/ 507 h 1236"/>
                <a:gd name="T48" fmla="*/ 205 w 984"/>
                <a:gd name="T49" fmla="*/ 530 h 1236"/>
                <a:gd name="T50" fmla="*/ 229 w 984"/>
                <a:gd name="T51" fmla="*/ 548 h 1236"/>
                <a:gd name="T52" fmla="*/ 254 w 984"/>
                <a:gd name="T53" fmla="*/ 559 h 1236"/>
                <a:gd name="T54" fmla="*/ 279 w 984"/>
                <a:gd name="T55" fmla="*/ 566 h 1236"/>
                <a:gd name="T56" fmla="*/ 303 w 984"/>
                <a:gd name="T57" fmla="*/ 569 h 1236"/>
                <a:gd name="T58" fmla="*/ 328 w 984"/>
                <a:gd name="T59" fmla="*/ 568 h 1236"/>
                <a:gd name="T60" fmla="*/ 350 w 984"/>
                <a:gd name="T61" fmla="*/ 565 h 1236"/>
                <a:gd name="T62" fmla="*/ 372 w 984"/>
                <a:gd name="T63" fmla="*/ 559 h 1236"/>
                <a:gd name="T64" fmla="*/ 391 w 984"/>
                <a:gd name="T65" fmla="*/ 552 h 1236"/>
                <a:gd name="T66" fmla="*/ 409 w 984"/>
                <a:gd name="T67" fmla="*/ 545 h 1236"/>
                <a:gd name="T68" fmla="*/ 423 w 984"/>
                <a:gd name="T69" fmla="*/ 536 h 1236"/>
                <a:gd name="T70" fmla="*/ 436 w 984"/>
                <a:gd name="T71" fmla="*/ 529 h 1236"/>
                <a:gd name="T72" fmla="*/ 445 w 984"/>
                <a:gd name="T73" fmla="*/ 523 h 1236"/>
                <a:gd name="T74" fmla="*/ 451 w 984"/>
                <a:gd name="T75" fmla="*/ 519 h 1236"/>
                <a:gd name="T76" fmla="*/ 453 w 984"/>
                <a:gd name="T77" fmla="*/ 518 h 1236"/>
                <a:gd name="T78" fmla="*/ 595 w 984"/>
                <a:gd name="T79" fmla="*/ 391 h 1236"/>
                <a:gd name="T80" fmla="*/ 618 w 984"/>
                <a:gd name="T81" fmla="*/ 366 h 1236"/>
                <a:gd name="T82" fmla="*/ 635 w 984"/>
                <a:gd name="T83" fmla="*/ 342 h 1236"/>
                <a:gd name="T84" fmla="*/ 647 w 984"/>
                <a:gd name="T85" fmla="*/ 317 h 1236"/>
                <a:gd name="T86" fmla="*/ 655 w 984"/>
                <a:gd name="T87" fmla="*/ 293 h 1236"/>
                <a:gd name="T88" fmla="*/ 659 w 984"/>
                <a:gd name="T89" fmla="*/ 269 h 1236"/>
                <a:gd name="T90" fmla="*/ 659 w 984"/>
                <a:gd name="T91" fmla="*/ 246 h 1236"/>
                <a:gd name="T92" fmla="*/ 656 w 984"/>
                <a:gd name="T93" fmla="*/ 224 h 1236"/>
                <a:gd name="T94" fmla="*/ 651 w 984"/>
                <a:gd name="T95" fmla="*/ 203 h 1236"/>
                <a:gd name="T96" fmla="*/ 644 w 984"/>
                <a:gd name="T97" fmla="*/ 185 h 1236"/>
                <a:gd name="T98" fmla="*/ 637 w 984"/>
                <a:gd name="T99" fmla="*/ 169 h 1236"/>
                <a:gd name="T100" fmla="*/ 630 w 984"/>
                <a:gd name="T101" fmla="*/ 154 h 1236"/>
                <a:gd name="T102" fmla="*/ 624 w 984"/>
                <a:gd name="T103" fmla="*/ 142 h 1236"/>
                <a:gd name="T104" fmla="*/ 618 w 984"/>
                <a:gd name="T105" fmla="*/ 134 h 1236"/>
                <a:gd name="T106" fmla="*/ 614 w 984"/>
                <a:gd name="T107" fmla="*/ 128 h 1236"/>
                <a:gd name="T108" fmla="*/ 613 w 984"/>
                <a:gd name="T109" fmla="*/ 127 h 1236"/>
                <a:gd name="T110" fmla="*/ 754 w 984"/>
                <a:gd name="T111" fmla="*/ 0 h 1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84" h="1236">
                  <a:moveTo>
                    <a:pt x="754" y="0"/>
                  </a:moveTo>
                  <a:lnTo>
                    <a:pt x="814" y="66"/>
                  </a:lnTo>
                  <a:lnTo>
                    <a:pt x="853" y="113"/>
                  </a:lnTo>
                  <a:lnTo>
                    <a:pt x="887" y="162"/>
                  </a:lnTo>
                  <a:lnTo>
                    <a:pt x="915" y="214"/>
                  </a:lnTo>
                  <a:lnTo>
                    <a:pt x="939" y="267"/>
                  </a:lnTo>
                  <a:lnTo>
                    <a:pt x="957" y="321"/>
                  </a:lnTo>
                  <a:lnTo>
                    <a:pt x="971" y="377"/>
                  </a:lnTo>
                  <a:lnTo>
                    <a:pt x="980" y="433"/>
                  </a:lnTo>
                  <a:lnTo>
                    <a:pt x="984" y="490"/>
                  </a:lnTo>
                  <a:lnTo>
                    <a:pt x="983" y="547"/>
                  </a:lnTo>
                  <a:lnTo>
                    <a:pt x="978" y="603"/>
                  </a:lnTo>
                  <a:lnTo>
                    <a:pt x="968" y="659"/>
                  </a:lnTo>
                  <a:lnTo>
                    <a:pt x="953" y="714"/>
                  </a:lnTo>
                  <a:lnTo>
                    <a:pt x="933" y="768"/>
                  </a:lnTo>
                  <a:lnTo>
                    <a:pt x="908" y="819"/>
                  </a:lnTo>
                  <a:lnTo>
                    <a:pt x="880" y="870"/>
                  </a:lnTo>
                  <a:lnTo>
                    <a:pt x="845" y="918"/>
                  </a:lnTo>
                  <a:lnTo>
                    <a:pt x="806" y="963"/>
                  </a:lnTo>
                  <a:lnTo>
                    <a:pt x="764" y="1006"/>
                  </a:lnTo>
                  <a:lnTo>
                    <a:pt x="507" y="1236"/>
                  </a:lnTo>
                  <a:lnTo>
                    <a:pt x="0" y="671"/>
                  </a:lnTo>
                  <a:lnTo>
                    <a:pt x="180" y="509"/>
                  </a:lnTo>
                  <a:lnTo>
                    <a:pt x="180" y="507"/>
                  </a:lnTo>
                  <a:lnTo>
                    <a:pt x="205" y="530"/>
                  </a:lnTo>
                  <a:lnTo>
                    <a:pt x="229" y="548"/>
                  </a:lnTo>
                  <a:lnTo>
                    <a:pt x="254" y="559"/>
                  </a:lnTo>
                  <a:lnTo>
                    <a:pt x="279" y="566"/>
                  </a:lnTo>
                  <a:lnTo>
                    <a:pt x="303" y="569"/>
                  </a:lnTo>
                  <a:lnTo>
                    <a:pt x="328" y="568"/>
                  </a:lnTo>
                  <a:lnTo>
                    <a:pt x="350" y="565"/>
                  </a:lnTo>
                  <a:lnTo>
                    <a:pt x="372" y="559"/>
                  </a:lnTo>
                  <a:lnTo>
                    <a:pt x="391" y="552"/>
                  </a:lnTo>
                  <a:lnTo>
                    <a:pt x="409" y="545"/>
                  </a:lnTo>
                  <a:lnTo>
                    <a:pt x="423" y="536"/>
                  </a:lnTo>
                  <a:lnTo>
                    <a:pt x="436" y="529"/>
                  </a:lnTo>
                  <a:lnTo>
                    <a:pt x="445" y="523"/>
                  </a:lnTo>
                  <a:lnTo>
                    <a:pt x="451" y="519"/>
                  </a:lnTo>
                  <a:lnTo>
                    <a:pt x="453" y="518"/>
                  </a:lnTo>
                  <a:lnTo>
                    <a:pt x="595" y="391"/>
                  </a:lnTo>
                  <a:lnTo>
                    <a:pt x="618" y="366"/>
                  </a:lnTo>
                  <a:lnTo>
                    <a:pt x="635" y="342"/>
                  </a:lnTo>
                  <a:lnTo>
                    <a:pt x="647" y="317"/>
                  </a:lnTo>
                  <a:lnTo>
                    <a:pt x="655" y="293"/>
                  </a:lnTo>
                  <a:lnTo>
                    <a:pt x="659" y="269"/>
                  </a:lnTo>
                  <a:lnTo>
                    <a:pt x="659" y="246"/>
                  </a:lnTo>
                  <a:lnTo>
                    <a:pt x="656" y="224"/>
                  </a:lnTo>
                  <a:lnTo>
                    <a:pt x="651" y="203"/>
                  </a:lnTo>
                  <a:lnTo>
                    <a:pt x="644" y="185"/>
                  </a:lnTo>
                  <a:lnTo>
                    <a:pt x="637" y="169"/>
                  </a:lnTo>
                  <a:lnTo>
                    <a:pt x="630" y="154"/>
                  </a:lnTo>
                  <a:lnTo>
                    <a:pt x="624" y="142"/>
                  </a:lnTo>
                  <a:lnTo>
                    <a:pt x="618" y="134"/>
                  </a:lnTo>
                  <a:lnTo>
                    <a:pt x="614" y="128"/>
                  </a:lnTo>
                  <a:lnTo>
                    <a:pt x="613" y="127"/>
                  </a:lnTo>
                  <a:lnTo>
                    <a:pt x="7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BAF06B59-7A68-D0B1-4566-51630E2CB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1601788"/>
              <a:ext cx="61913" cy="114300"/>
            </a:xfrm>
            <a:custGeom>
              <a:avLst/>
              <a:gdLst>
                <a:gd name="T0" fmla="*/ 351 w 546"/>
                <a:gd name="T1" fmla="*/ 3 h 1016"/>
                <a:gd name="T2" fmla="*/ 442 w 546"/>
                <a:gd name="T3" fmla="*/ 23 h 1016"/>
                <a:gd name="T4" fmla="*/ 538 w 546"/>
                <a:gd name="T5" fmla="*/ 60 h 1016"/>
                <a:gd name="T6" fmla="*/ 546 w 546"/>
                <a:gd name="T7" fmla="*/ 72 h 1016"/>
                <a:gd name="T8" fmla="*/ 540 w 546"/>
                <a:gd name="T9" fmla="*/ 91 h 1016"/>
                <a:gd name="T10" fmla="*/ 521 w 546"/>
                <a:gd name="T11" fmla="*/ 113 h 1016"/>
                <a:gd name="T12" fmla="*/ 499 w 546"/>
                <a:gd name="T13" fmla="*/ 125 h 1016"/>
                <a:gd name="T14" fmla="*/ 480 w 546"/>
                <a:gd name="T15" fmla="*/ 125 h 1016"/>
                <a:gd name="T16" fmla="*/ 386 w 546"/>
                <a:gd name="T17" fmla="*/ 89 h 1016"/>
                <a:gd name="T18" fmla="*/ 305 w 546"/>
                <a:gd name="T19" fmla="*/ 72 h 1016"/>
                <a:gd name="T20" fmla="*/ 235 w 546"/>
                <a:gd name="T21" fmla="*/ 68 h 1016"/>
                <a:gd name="T22" fmla="*/ 178 w 546"/>
                <a:gd name="T23" fmla="*/ 75 h 1016"/>
                <a:gd name="T24" fmla="*/ 136 w 546"/>
                <a:gd name="T25" fmla="*/ 90 h 1016"/>
                <a:gd name="T26" fmla="*/ 107 w 546"/>
                <a:gd name="T27" fmla="*/ 111 h 1016"/>
                <a:gd name="T28" fmla="*/ 88 w 546"/>
                <a:gd name="T29" fmla="*/ 145 h 1016"/>
                <a:gd name="T30" fmla="*/ 82 w 546"/>
                <a:gd name="T31" fmla="*/ 191 h 1016"/>
                <a:gd name="T32" fmla="*/ 93 w 546"/>
                <a:gd name="T33" fmla="*/ 247 h 1016"/>
                <a:gd name="T34" fmla="*/ 124 w 546"/>
                <a:gd name="T35" fmla="*/ 310 h 1016"/>
                <a:gd name="T36" fmla="*/ 180 w 546"/>
                <a:gd name="T37" fmla="*/ 377 h 1016"/>
                <a:gd name="T38" fmla="*/ 262 w 546"/>
                <a:gd name="T39" fmla="*/ 449 h 1016"/>
                <a:gd name="T40" fmla="*/ 330 w 546"/>
                <a:gd name="T41" fmla="*/ 523 h 1016"/>
                <a:gd name="T42" fmla="*/ 372 w 546"/>
                <a:gd name="T43" fmla="*/ 594 h 1016"/>
                <a:gd name="T44" fmla="*/ 389 w 546"/>
                <a:gd name="T45" fmla="*/ 665 h 1016"/>
                <a:gd name="T46" fmla="*/ 381 w 546"/>
                <a:gd name="T47" fmla="*/ 733 h 1016"/>
                <a:gd name="T48" fmla="*/ 347 w 546"/>
                <a:gd name="T49" fmla="*/ 799 h 1016"/>
                <a:gd name="T50" fmla="*/ 302 w 546"/>
                <a:gd name="T51" fmla="*/ 856 h 1016"/>
                <a:gd name="T52" fmla="*/ 253 w 546"/>
                <a:gd name="T53" fmla="*/ 904 h 1016"/>
                <a:gd name="T54" fmla="*/ 202 w 546"/>
                <a:gd name="T55" fmla="*/ 944 h 1016"/>
                <a:gd name="T56" fmla="*/ 154 w 546"/>
                <a:gd name="T57" fmla="*/ 974 h 1016"/>
                <a:gd name="T58" fmla="*/ 114 w 546"/>
                <a:gd name="T59" fmla="*/ 996 h 1016"/>
                <a:gd name="T60" fmla="*/ 85 w 546"/>
                <a:gd name="T61" fmla="*/ 1011 h 1016"/>
                <a:gd name="T62" fmla="*/ 71 w 546"/>
                <a:gd name="T63" fmla="*/ 1016 h 1016"/>
                <a:gd name="T64" fmla="*/ 5 w 546"/>
                <a:gd name="T65" fmla="*/ 932 h 1016"/>
                <a:gd name="T66" fmla="*/ 28 w 546"/>
                <a:gd name="T67" fmla="*/ 923 h 1016"/>
                <a:gd name="T68" fmla="*/ 57 w 546"/>
                <a:gd name="T69" fmla="*/ 916 h 1016"/>
                <a:gd name="T70" fmla="*/ 85 w 546"/>
                <a:gd name="T71" fmla="*/ 911 h 1016"/>
                <a:gd name="T72" fmla="*/ 134 w 546"/>
                <a:gd name="T73" fmla="*/ 895 h 1016"/>
                <a:gd name="T74" fmla="*/ 199 w 546"/>
                <a:gd name="T75" fmla="*/ 862 h 1016"/>
                <a:gd name="T76" fmla="*/ 242 w 546"/>
                <a:gd name="T77" fmla="*/ 829 h 1016"/>
                <a:gd name="T78" fmla="*/ 269 w 546"/>
                <a:gd name="T79" fmla="*/ 802 h 1016"/>
                <a:gd name="T80" fmla="*/ 281 w 546"/>
                <a:gd name="T81" fmla="*/ 786 h 1016"/>
                <a:gd name="T82" fmla="*/ 289 w 546"/>
                <a:gd name="T83" fmla="*/ 773 h 1016"/>
                <a:gd name="T84" fmla="*/ 301 w 546"/>
                <a:gd name="T85" fmla="*/ 748 h 1016"/>
                <a:gd name="T86" fmla="*/ 309 w 546"/>
                <a:gd name="T87" fmla="*/ 717 h 1016"/>
                <a:gd name="T88" fmla="*/ 308 w 546"/>
                <a:gd name="T89" fmla="*/ 681 h 1016"/>
                <a:gd name="T90" fmla="*/ 295 w 546"/>
                <a:gd name="T91" fmla="*/ 639 h 1016"/>
                <a:gd name="T92" fmla="*/ 268 w 546"/>
                <a:gd name="T93" fmla="*/ 590 h 1016"/>
                <a:gd name="T94" fmla="*/ 222 w 546"/>
                <a:gd name="T95" fmla="*/ 535 h 1016"/>
                <a:gd name="T96" fmla="*/ 155 w 546"/>
                <a:gd name="T97" fmla="*/ 473 h 1016"/>
                <a:gd name="T98" fmla="*/ 87 w 546"/>
                <a:gd name="T99" fmla="*/ 407 h 1016"/>
                <a:gd name="T100" fmla="*/ 39 w 546"/>
                <a:gd name="T101" fmla="*/ 340 h 1016"/>
                <a:gd name="T102" fmla="*/ 12 w 546"/>
                <a:gd name="T103" fmla="*/ 272 h 1016"/>
                <a:gd name="T104" fmla="*/ 8 w 546"/>
                <a:gd name="T105" fmla="*/ 206 h 1016"/>
                <a:gd name="T106" fmla="*/ 27 w 546"/>
                <a:gd name="T107" fmla="*/ 144 h 1016"/>
                <a:gd name="T108" fmla="*/ 67 w 546"/>
                <a:gd name="T109" fmla="*/ 86 h 1016"/>
                <a:gd name="T110" fmla="*/ 123 w 546"/>
                <a:gd name="T111" fmla="*/ 41 h 1016"/>
                <a:gd name="T112" fmla="*/ 190 w 546"/>
                <a:gd name="T113" fmla="*/ 13 h 1016"/>
                <a:gd name="T114" fmla="*/ 267 w 546"/>
                <a:gd name="T115" fmla="*/ 0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46" h="1016">
                  <a:moveTo>
                    <a:pt x="309" y="0"/>
                  </a:moveTo>
                  <a:lnTo>
                    <a:pt x="351" y="3"/>
                  </a:lnTo>
                  <a:lnTo>
                    <a:pt x="396" y="11"/>
                  </a:lnTo>
                  <a:lnTo>
                    <a:pt x="442" y="23"/>
                  </a:lnTo>
                  <a:lnTo>
                    <a:pt x="490" y="39"/>
                  </a:lnTo>
                  <a:lnTo>
                    <a:pt x="538" y="60"/>
                  </a:lnTo>
                  <a:lnTo>
                    <a:pt x="544" y="64"/>
                  </a:lnTo>
                  <a:lnTo>
                    <a:pt x="546" y="72"/>
                  </a:lnTo>
                  <a:lnTo>
                    <a:pt x="545" y="81"/>
                  </a:lnTo>
                  <a:lnTo>
                    <a:pt x="540" y="91"/>
                  </a:lnTo>
                  <a:lnTo>
                    <a:pt x="532" y="102"/>
                  </a:lnTo>
                  <a:lnTo>
                    <a:pt x="521" y="113"/>
                  </a:lnTo>
                  <a:lnTo>
                    <a:pt x="510" y="120"/>
                  </a:lnTo>
                  <a:lnTo>
                    <a:pt x="499" y="125"/>
                  </a:lnTo>
                  <a:lnTo>
                    <a:pt x="489" y="127"/>
                  </a:lnTo>
                  <a:lnTo>
                    <a:pt x="480" y="125"/>
                  </a:lnTo>
                  <a:lnTo>
                    <a:pt x="432" y="105"/>
                  </a:lnTo>
                  <a:lnTo>
                    <a:pt x="386" y="89"/>
                  </a:lnTo>
                  <a:lnTo>
                    <a:pt x="344" y="79"/>
                  </a:lnTo>
                  <a:lnTo>
                    <a:pt x="305" y="72"/>
                  </a:lnTo>
                  <a:lnTo>
                    <a:pt x="268" y="68"/>
                  </a:lnTo>
                  <a:lnTo>
                    <a:pt x="235" y="68"/>
                  </a:lnTo>
                  <a:lnTo>
                    <a:pt x="205" y="70"/>
                  </a:lnTo>
                  <a:lnTo>
                    <a:pt x="178" y="75"/>
                  </a:lnTo>
                  <a:lnTo>
                    <a:pt x="155" y="82"/>
                  </a:lnTo>
                  <a:lnTo>
                    <a:pt x="136" y="90"/>
                  </a:lnTo>
                  <a:lnTo>
                    <a:pt x="119" y="100"/>
                  </a:lnTo>
                  <a:lnTo>
                    <a:pt x="107" y="111"/>
                  </a:lnTo>
                  <a:lnTo>
                    <a:pt x="96" y="126"/>
                  </a:lnTo>
                  <a:lnTo>
                    <a:pt x="88" y="145"/>
                  </a:lnTo>
                  <a:lnTo>
                    <a:pt x="83" y="167"/>
                  </a:lnTo>
                  <a:lnTo>
                    <a:pt x="82" y="191"/>
                  </a:lnTo>
                  <a:lnTo>
                    <a:pt x="85" y="218"/>
                  </a:lnTo>
                  <a:lnTo>
                    <a:pt x="93" y="247"/>
                  </a:lnTo>
                  <a:lnTo>
                    <a:pt x="105" y="278"/>
                  </a:lnTo>
                  <a:lnTo>
                    <a:pt x="124" y="310"/>
                  </a:lnTo>
                  <a:lnTo>
                    <a:pt x="149" y="343"/>
                  </a:lnTo>
                  <a:lnTo>
                    <a:pt x="180" y="377"/>
                  </a:lnTo>
                  <a:lnTo>
                    <a:pt x="219" y="411"/>
                  </a:lnTo>
                  <a:lnTo>
                    <a:pt x="262" y="449"/>
                  </a:lnTo>
                  <a:lnTo>
                    <a:pt x="298" y="486"/>
                  </a:lnTo>
                  <a:lnTo>
                    <a:pt x="330" y="523"/>
                  </a:lnTo>
                  <a:lnTo>
                    <a:pt x="353" y="559"/>
                  </a:lnTo>
                  <a:lnTo>
                    <a:pt x="372" y="594"/>
                  </a:lnTo>
                  <a:lnTo>
                    <a:pt x="383" y="630"/>
                  </a:lnTo>
                  <a:lnTo>
                    <a:pt x="389" y="665"/>
                  </a:lnTo>
                  <a:lnTo>
                    <a:pt x="388" y="699"/>
                  </a:lnTo>
                  <a:lnTo>
                    <a:pt x="381" y="733"/>
                  </a:lnTo>
                  <a:lnTo>
                    <a:pt x="368" y="766"/>
                  </a:lnTo>
                  <a:lnTo>
                    <a:pt x="347" y="799"/>
                  </a:lnTo>
                  <a:lnTo>
                    <a:pt x="326" y="828"/>
                  </a:lnTo>
                  <a:lnTo>
                    <a:pt x="302" y="856"/>
                  </a:lnTo>
                  <a:lnTo>
                    <a:pt x="278" y="880"/>
                  </a:lnTo>
                  <a:lnTo>
                    <a:pt x="253" y="904"/>
                  </a:lnTo>
                  <a:lnTo>
                    <a:pt x="227" y="924"/>
                  </a:lnTo>
                  <a:lnTo>
                    <a:pt x="202" y="944"/>
                  </a:lnTo>
                  <a:lnTo>
                    <a:pt x="177" y="960"/>
                  </a:lnTo>
                  <a:lnTo>
                    <a:pt x="154" y="974"/>
                  </a:lnTo>
                  <a:lnTo>
                    <a:pt x="132" y="986"/>
                  </a:lnTo>
                  <a:lnTo>
                    <a:pt x="114" y="996"/>
                  </a:lnTo>
                  <a:lnTo>
                    <a:pt x="98" y="1005"/>
                  </a:lnTo>
                  <a:lnTo>
                    <a:pt x="85" y="1011"/>
                  </a:lnTo>
                  <a:lnTo>
                    <a:pt x="76" y="1015"/>
                  </a:lnTo>
                  <a:lnTo>
                    <a:pt x="71" y="1016"/>
                  </a:lnTo>
                  <a:lnTo>
                    <a:pt x="0" y="939"/>
                  </a:lnTo>
                  <a:lnTo>
                    <a:pt x="5" y="932"/>
                  </a:lnTo>
                  <a:lnTo>
                    <a:pt x="14" y="927"/>
                  </a:lnTo>
                  <a:lnTo>
                    <a:pt x="28" y="923"/>
                  </a:lnTo>
                  <a:lnTo>
                    <a:pt x="42" y="919"/>
                  </a:lnTo>
                  <a:lnTo>
                    <a:pt x="57" y="916"/>
                  </a:lnTo>
                  <a:lnTo>
                    <a:pt x="72" y="913"/>
                  </a:lnTo>
                  <a:lnTo>
                    <a:pt x="85" y="911"/>
                  </a:lnTo>
                  <a:lnTo>
                    <a:pt x="94" y="910"/>
                  </a:lnTo>
                  <a:lnTo>
                    <a:pt x="134" y="895"/>
                  </a:lnTo>
                  <a:lnTo>
                    <a:pt x="169" y="879"/>
                  </a:lnTo>
                  <a:lnTo>
                    <a:pt x="199" y="862"/>
                  </a:lnTo>
                  <a:lnTo>
                    <a:pt x="223" y="846"/>
                  </a:lnTo>
                  <a:lnTo>
                    <a:pt x="242" y="829"/>
                  </a:lnTo>
                  <a:lnTo>
                    <a:pt x="258" y="815"/>
                  </a:lnTo>
                  <a:lnTo>
                    <a:pt x="269" y="802"/>
                  </a:lnTo>
                  <a:lnTo>
                    <a:pt x="277" y="792"/>
                  </a:lnTo>
                  <a:lnTo>
                    <a:pt x="281" y="786"/>
                  </a:lnTo>
                  <a:lnTo>
                    <a:pt x="282" y="784"/>
                  </a:lnTo>
                  <a:lnTo>
                    <a:pt x="289" y="773"/>
                  </a:lnTo>
                  <a:lnTo>
                    <a:pt x="295" y="761"/>
                  </a:lnTo>
                  <a:lnTo>
                    <a:pt x="301" y="748"/>
                  </a:lnTo>
                  <a:lnTo>
                    <a:pt x="306" y="734"/>
                  </a:lnTo>
                  <a:lnTo>
                    <a:pt x="309" y="717"/>
                  </a:lnTo>
                  <a:lnTo>
                    <a:pt x="310" y="700"/>
                  </a:lnTo>
                  <a:lnTo>
                    <a:pt x="308" y="681"/>
                  </a:lnTo>
                  <a:lnTo>
                    <a:pt x="302" y="660"/>
                  </a:lnTo>
                  <a:lnTo>
                    <a:pt x="295" y="639"/>
                  </a:lnTo>
                  <a:lnTo>
                    <a:pt x="283" y="616"/>
                  </a:lnTo>
                  <a:lnTo>
                    <a:pt x="268" y="590"/>
                  </a:lnTo>
                  <a:lnTo>
                    <a:pt x="248" y="564"/>
                  </a:lnTo>
                  <a:lnTo>
                    <a:pt x="222" y="535"/>
                  </a:lnTo>
                  <a:lnTo>
                    <a:pt x="192" y="505"/>
                  </a:lnTo>
                  <a:lnTo>
                    <a:pt x="155" y="473"/>
                  </a:lnTo>
                  <a:lnTo>
                    <a:pt x="118" y="441"/>
                  </a:lnTo>
                  <a:lnTo>
                    <a:pt x="87" y="407"/>
                  </a:lnTo>
                  <a:lnTo>
                    <a:pt x="60" y="373"/>
                  </a:lnTo>
                  <a:lnTo>
                    <a:pt x="39" y="340"/>
                  </a:lnTo>
                  <a:lnTo>
                    <a:pt x="24" y="306"/>
                  </a:lnTo>
                  <a:lnTo>
                    <a:pt x="12" y="272"/>
                  </a:lnTo>
                  <a:lnTo>
                    <a:pt x="7" y="239"/>
                  </a:lnTo>
                  <a:lnTo>
                    <a:pt x="8" y="206"/>
                  </a:lnTo>
                  <a:lnTo>
                    <a:pt x="14" y="175"/>
                  </a:lnTo>
                  <a:lnTo>
                    <a:pt x="27" y="144"/>
                  </a:lnTo>
                  <a:lnTo>
                    <a:pt x="44" y="115"/>
                  </a:lnTo>
                  <a:lnTo>
                    <a:pt x="67" y="86"/>
                  </a:lnTo>
                  <a:lnTo>
                    <a:pt x="94" y="62"/>
                  </a:lnTo>
                  <a:lnTo>
                    <a:pt x="123" y="41"/>
                  </a:lnTo>
                  <a:lnTo>
                    <a:pt x="156" y="25"/>
                  </a:lnTo>
                  <a:lnTo>
                    <a:pt x="190" y="13"/>
                  </a:lnTo>
                  <a:lnTo>
                    <a:pt x="227" y="4"/>
                  </a:lnTo>
                  <a:lnTo>
                    <a:pt x="267" y="0"/>
                  </a:lnTo>
                  <a:lnTo>
                    <a:pt x="3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F37D1D41-1A20-EFB2-5786-EFE9C6D3B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638" y="1727200"/>
              <a:ext cx="41275" cy="39688"/>
            </a:xfrm>
            <a:custGeom>
              <a:avLst/>
              <a:gdLst>
                <a:gd name="T0" fmla="*/ 263 w 366"/>
                <a:gd name="T1" fmla="*/ 0 h 351"/>
                <a:gd name="T2" fmla="*/ 283 w 366"/>
                <a:gd name="T3" fmla="*/ 3 h 351"/>
                <a:gd name="T4" fmla="*/ 303 w 366"/>
                <a:gd name="T5" fmla="*/ 11 h 351"/>
                <a:gd name="T6" fmla="*/ 322 w 366"/>
                <a:gd name="T7" fmla="*/ 22 h 351"/>
                <a:gd name="T8" fmla="*/ 338 w 366"/>
                <a:gd name="T9" fmla="*/ 37 h 351"/>
                <a:gd name="T10" fmla="*/ 350 w 366"/>
                <a:gd name="T11" fmla="*/ 54 h 351"/>
                <a:gd name="T12" fmla="*/ 360 w 366"/>
                <a:gd name="T13" fmla="*/ 75 h 351"/>
                <a:gd name="T14" fmla="*/ 365 w 366"/>
                <a:gd name="T15" fmla="*/ 95 h 351"/>
                <a:gd name="T16" fmla="*/ 366 w 366"/>
                <a:gd name="T17" fmla="*/ 115 h 351"/>
                <a:gd name="T18" fmla="*/ 363 w 366"/>
                <a:gd name="T19" fmla="*/ 136 h 351"/>
                <a:gd name="T20" fmla="*/ 356 w 366"/>
                <a:gd name="T21" fmla="*/ 156 h 351"/>
                <a:gd name="T22" fmla="*/ 344 w 366"/>
                <a:gd name="T23" fmla="*/ 175 h 351"/>
                <a:gd name="T24" fmla="*/ 330 w 366"/>
                <a:gd name="T25" fmla="*/ 191 h 351"/>
                <a:gd name="T26" fmla="*/ 182 w 366"/>
                <a:gd name="T27" fmla="*/ 323 h 351"/>
                <a:gd name="T28" fmla="*/ 164 w 366"/>
                <a:gd name="T29" fmla="*/ 336 h 351"/>
                <a:gd name="T30" fmla="*/ 145 w 366"/>
                <a:gd name="T31" fmla="*/ 346 h 351"/>
                <a:gd name="T32" fmla="*/ 124 w 366"/>
                <a:gd name="T33" fmla="*/ 351 h 351"/>
                <a:gd name="T34" fmla="*/ 103 w 366"/>
                <a:gd name="T35" fmla="*/ 351 h 351"/>
                <a:gd name="T36" fmla="*/ 83 w 366"/>
                <a:gd name="T37" fmla="*/ 348 h 351"/>
                <a:gd name="T38" fmla="*/ 63 w 366"/>
                <a:gd name="T39" fmla="*/ 340 h 351"/>
                <a:gd name="T40" fmla="*/ 44 w 366"/>
                <a:gd name="T41" fmla="*/ 330 h 351"/>
                <a:gd name="T42" fmla="*/ 28 w 366"/>
                <a:gd name="T43" fmla="*/ 315 h 351"/>
                <a:gd name="T44" fmla="*/ 15 w 366"/>
                <a:gd name="T45" fmla="*/ 297 h 351"/>
                <a:gd name="T46" fmla="*/ 6 w 366"/>
                <a:gd name="T47" fmla="*/ 277 h 351"/>
                <a:gd name="T48" fmla="*/ 1 w 366"/>
                <a:gd name="T49" fmla="*/ 257 h 351"/>
                <a:gd name="T50" fmla="*/ 0 w 366"/>
                <a:gd name="T51" fmla="*/ 236 h 351"/>
                <a:gd name="T52" fmla="*/ 3 w 366"/>
                <a:gd name="T53" fmla="*/ 215 h 351"/>
                <a:gd name="T54" fmla="*/ 10 w 366"/>
                <a:gd name="T55" fmla="*/ 196 h 351"/>
                <a:gd name="T56" fmla="*/ 22 w 366"/>
                <a:gd name="T57" fmla="*/ 178 h 351"/>
                <a:gd name="T58" fmla="*/ 37 w 366"/>
                <a:gd name="T59" fmla="*/ 161 h 351"/>
                <a:gd name="T60" fmla="*/ 183 w 366"/>
                <a:gd name="T61" fmla="*/ 29 h 351"/>
                <a:gd name="T62" fmla="*/ 202 w 366"/>
                <a:gd name="T63" fmla="*/ 16 h 351"/>
                <a:gd name="T64" fmla="*/ 221 w 366"/>
                <a:gd name="T65" fmla="*/ 7 h 351"/>
                <a:gd name="T66" fmla="*/ 241 w 366"/>
                <a:gd name="T67" fmla="*/ 1 h 351"/>
                <a:gd name="T68" fmla="*/ 263 w 366"/>
                <a:gd name="T69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6" h="351">
                  <a:moveTo>
                    <a:pt x="263" y="0"/>
                  </a:moveTo>
                  <a:lnTo>
                    <a:pt x="283" y="3"/>
                  </a:lnTo>
                  <a:lnTo>
                    <a:pt x="303" y="11"/>
                  </a:lnTo>
                  <a:lnTo>
                    <a:pt x="322" y="22"/>
                  </a:lnTo>
                  <a:lnTo>
                    <a:pt x="338" y="37"/>
                  </a:lnTo>
                  <a:lnTo>
                    <a:pt x="350" y="54"/>
                  </a:lnTo>
                  <a:lnTo>
                    <a:pt x="360" y="75"/>
                  </a:lnTo>
                  <a:lnTo>
                    <a:pt x="365" y="95"/>
                  </a:lnTo>
                  <a:lnTo>
                    <a:pt x="366" y="115"/>
                  </a:lnTo>
                  <a:lnTo>
                    <a:pt x="363" y="136"/>
                  </a:lnTo>
                  <a:lnTo>
                    <a:pt x="356" y="156"/>
                  </a:lnTo>
                  <a:lnTo>
                    <a:pt x="344" y="175"/>
                  </a:lnTo>
                  <a:lnTo>
                    <a:pt x="330" y="191"/>
                  </a:lnTo>
                  <a:lnTo>
                    <a:pt x="182" y="323"/>
                  </a:lnTo>
                  <a:lnTo>
                    <a:pt x="164" y="336"/>
                  </a:lnTo>
                  <a:lnTo>
                    <a:pt x="145" y="346"/>
                  </a:lnTo>
                  <a:lnTo>
                    <a:pt x="124" y="351"/>
                  </a:lnTo>
                  <a:lnTo>
                    <a:pt x="103" y="351"/>
                  </a:lnTo>
                  <a:lnTo>
                    <a:pt x="83" y="348"/>
                  </a:lnTo>
                  <a:lnTo>
                    <a:pt x="63" y="340"/>
                  </a:lnTo>
                  <a:lnTo>
                    <a:pt x="44" y="330"/>
                  </a:lnTo>
                  <a:lnTo>
                    <a:pt x="28" y="315"/>
                  </a:lnTo>
                  <a:lnTo>
                    <a:pt x="15" y="297"/>
                  </a:lnTo>
                  <a:lnTo>
                    <a:pt x="6" y="277"/>
                  </a:lnTo>
                  <a:lnTo>
                    <a:pt x="1" y="257"/>
                  </a:lnTo>
                  <a:lnTo>
                    <a:pt x="0" y="236"/>
                  </a:lnTo>
                  <a:lnTo>
                    <a:pt x="3" y="215"/>
                  </a:lnTo>
                  <a:lnTo>
                    <a:pt x="10" y="196"/>
                  </a:lnTo>
                  <a:lnTo>
                    <a:pt x="22" y="178"/>
                  </a:lnTo>
                  <a:lnTo>
                    <a:pt x="37" y="161"/>
                  </a:lnTo>
                  <a:lnTo>
                    <a:pt x="183" y="29"/>
                  </a:lnTo>
                  <a:lnTo>
                    <a:pt x="202" y="16"/>
                  </a:lnTo>
                  <a:lnTo>
                    <a:pt x="221" y="7"/>
                  </a:lnTo>
                  <a:lnTo>
                    <a:pt x="241" y="1"/>
                  </a:lnTo>
                  <a:lnTo>
                    <a:pt x="2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C40C9A8-A59C-99A7-DA16-8495F961F4C6}"/>
              </a:ext>
            </a:extLst>
          </p:cNvPr>
          <p:cNvGrpSpPr/>
          <p:nvPr/>
        </p:nvGrpSpPr>
        <p:grpSpPr>
          <a:xfrm>
            <a:off x="9121595" y="3315981"/>
            <a:ext cx="248742" cy="219910"/>
            <a:chOff x="5435600" y="488950"/>
            <a:chExt cx="1725613" cy="1525587"/>
          </a:xfrm>
          <a:solidFill>
            <a:srgbClr val="1B4DAC"/>
          </a:solidFill>
        </p:grpSpPr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764A55C3-285A-C457-7E97-3DA242EF3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325" y="1050925"/>
              <a:ext cx="630238" cy="963612"/>
            </a:xfrm>
            <a:custGeom>
              <a:avLst/>
              <a:gdLst>
                <a:gd name="T0" fmla="*/ 593 w 1587"/>
                <a:gd name="T1" fmla="*/ 4 h 2426"/>
                <a:gd name="T2" fmla="*/ 652 w 1587"/>
                <a:gd name="T3" fmla="*/ 31 h 2426"/>
                <a:gd name="T4" fmla="*/ 697 w 1587"/>
                <a:gd name="T5" fmla="*/ 83 h 2426"/>
                <a:gd name="T6" fmla="*/ 722 w 1587"/>
                <a:gd name="T7" fmla="*/ 151 h 2426"/>
                <a:gd name="T8" fmla="*/ 726 w 1587"/>
                <a:gd name="T9" fmla="*/ 781 h 2426"/>
                <a:gd name="T10" fmla="*/ 770 w 1587"/>
                <a:gd name="T11" fmla="*/ 740 h 2426"/>
                <a:gd name="T12" fmla="*/ 823 w 1587"/>
                <a:gd name="T13" fmla="*/ 717 h 2426"/>
                <a:gd name="T14" fmla="*/ 883 w 1587"/>
                <a:gd name="T15" fmla="*/ 717 h 2426"/>
                <a:gd name="T16" fmla="*/ 940 w 1587"/>
                <a:gd name="T17" fmla="*/ 742 h 2426"/>
                <a:gd name="T18" fmla="*/ 984 w 1587"/>
                <a:gd name="T19" fmla="*/ 786 h 2426"/>
                <a:gd name="T20" fmla="*/ 1017 w 1587"/>
                <a:gd name="T21" fmla="*/ 786 h 2426"/>
                <a:gd name="T22" fmla="*/ 1060 w 1587"/>
                <a:gd name="T23" fmla="*/ 742 h 2426"/>
                <a:gd name="T24" fmla="*/ 1116 w 1587"/>
                <a:gd name="T25" fmla="*/ 717 h 2426"/>
                <a:gd name="T26" fmla="*/ 1180 w 1587"/>
                <a:gd name="T27" fmla="*/ 719 h 2426"/>
                <a:gd name="T28" fmla="*/ 1240 w 1587"/>
                <a:gd name="T29" fmla="*/ 746 h 2426"/>
                <a:gd name="T30" fmla="*/ 1286 w 1587"/>
                <a:gd name="T31" fmla="*/ 798 h 2426"/>
                <a:gd name="T32" fmla="*/ 1311 w 1587"/>
                <a:gd name="T33" fmla="*/ 866 h 2426"/>
                <a:gd name="T34" fmla="*/ 1314 w 1587"/>
                <a:gd name="T35" fmla="*/ 913 h 2426"/>
                <a:gd name="T36" fmla="*/ 1353 w 1587"/>
                <a:gd name="T37" fmla="*/ 861 h 2426"/>
                <a:gd name="T38" fmla="*/ 1409 w 1587"/>
                <a:gd name="T39" fmla="*/ 832 h 2426"/>
                <a:gd name="T40" fmla="*/ 1471 w 1587"/>
                <a:gd name="T41" fmla="*/ 832 h 2426"/>
                <a:gd name="T42" fmla="*/ 1522 w 1587"/>
                <a:gd name="T43" fmla="*/ 857 h 2426"/>
                <a:gd name="T44" fmla="*/ 1562 w 1587"/>
                <a:gd name="T45" fmla="*/ 902 h 2426"/>
                <a:gd name="T46" fmla="*/ 1584 w 1587"/>
                <a:gd name="T47" fmla="*/ 961 h 2426"/>
                <a:gd name="T48" fmla="*/ 1587 w 1587"/>
                <a:gd name="T49" fmla="*/ 2060 h 2426"/>
                <a:gd name="T50" fmla="*/ 1574 w 1587"/>
                <a:gd name="T51" fmla="*/ 2166 h 2426"/>
                <a:gd name="T52" fmla="*/ 1538 w 1587"/>
                <a:gd name="T53" fmla="*/ 2258 h 2426"/>
                <a:gd name="T54" fmla="*/ 1482 w 1587"/>
                <a:gd name="T55" fmla="*/ 2336 h 2426"/>
                <a:gd name="T56" fmla="*/ 1409 w 1587"/>
                <a:gd name="T57" fmla="*/ 2392 h 2426"/>
                <a:gd name="T58" fmla="*/ 1324 w 1587"/>
                <a:gd name="T59" fmla="*/ 2422 h 2426"/>
                <a:gd name="T60" fmla="*/ 699 w 1587"/>
                <a:gd name="T61" fmla="*/ 2426 h 2426"/>
                <a:gd name="T62" fmla="*/ 629 w 1587"/>
                <a:gd name="T63" fmla="*/ 2414 h 2426"/>
                <a:gd name="T64" fmla="*/ 568 w 1587"/>
                <a:gd name="T65" fmla="*/ 2382 h 2426"/>
                <a:gd name="T66" fmla="*/ 514 w 1587"/>
                <a:gd name="T67" fmla="*/ 2333 h 2426"/>
                <a:gd name="T68" fmla="*/ 469 w 1587"/>
                <a:gd name="T69" fmla="*/ 2274 h 2426"/>
                <a:gd name="T70" fmla="*/ 450 w 1587"/>
                <a:gd name="T71" fmla="*/ 2246 h 2426"/>
                <a:gd name="T72" fmla="*/ 429 w 1587"/>
                <a:gd name="T73" fmla="*/ 2215 h 2426"/>
                <a:gd name="T74" fmla="*/ 413 w 1587"/>
                <a:gd name="T75" fmla="*/ 2188 h 2426"/>
                <a:gd name="T76" fmla="*/ 407 w 1587"/>
                <a:gd name="T77" fmla="*/ 2178 h 2426"/>
                <a:gd name="T78" fmla="*/ 9 w 1587"/>
                <a:gd name="T79" fmla="*/ 1344 h 2426"/>
                <a:gd name="T80" fmla="*/ 0 w 1587"/>
                <a:gd name="T81" fmla="*/ 1278 h 2426"/>
                <a:gd name="T82" fmla="*/ 12 w 1587"/>
                <a:gd name="T83" fmla="*/ 1215 h 2426"/>
                <a:gd name="T84" fmla="*/ 41 w 1587"/>
                <a:gd name="T85" fmla="*/ 1159 h 2426"/>
                <a:gd name="T86" fmla="*/ 87 w 1587"/>
                <a:gd name="T87" fmla="*/ 1117 h 2426"/>
                <a:gd name="T88" fmla="*/ 140 w 1587"/>
                <a:gd name="T89" fmla="*/ 1096 h 2426"/>
                <a:gd name="T90" fmla="*/ 197 w 1587"/>
                <a:gd name="T91" fmla="*/ 1096 h 2426"/>
                <a:gd name="T92" fmla="*/ 251 w 1587"/>
                <a:gd name="T93" fmla="*/ 1120 h 2426"/>
                <a:gd name="T94" fmla="*/ 297 w 1587"/>
                <a:gd name="T95" fmla="*/ 1163 h 2426"/>
                <a:gd name="T96" fmla="*/ 392 w 1587"/>
                <a:gd name="T97" fmla="*/ 1355 h 2426"/>
                <a:gd name="T98" fmla="*/ 395 w 1587"/>
                <a:gd name="T99" fmla="*/ 151 h 2426"/>
                <a:gd name="T100" fmla="*/ 420 w 1587"/>
                <a:gd name="T101" fmla="*/ 83 h 2426"/>
                <a:gd name="T102" fmla="*/ 466 w 1587"/>
                <a:gd name="T103" fmla="*/ 31 h 2426"/>
                <a:gd name="T104" fmla="*/ 526 w 1587"/>
                <a:gd name="T105" fmla="*/ 4 h 2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87" h="2426">
                  <a:moveTo>
                    <a:pt x="559" y="0"/>
                  </a:moveTo>
                  <a:lnTo>
                    <a:pt x="593" y="4"/>
                  </a:lnTo>
                  <a:lnTo>
                    <a:pt x="625" y="14"/>
                  </a:lnTo>
                  <a:lnTo>
                    <a:pt x="652" y="31"/>
                  </a:lnTo>
                  <a:lnTo>
                    <a:pt x="677" y="55"/>
                  </a:lnTo>
                  <a:lnTo>
                    <a:pt x="697" y="83"/>
                  </a:lnTo>
                  <a:lnTo>
                    <a:pt x="713" y="116"/>
                  </a:lnTo>
                  <a:lnTo>
                    <a:pt x="722" y="151"/>
                  </a:lnTo>
                  <a:lnTo>
                    <a:pt x="726" y="190"/>
                  </a:lnTo>
                  <a:lnTo>
                    <a:pt x="726" y="781"/>
                  </a:lnTo>
                  <a:lnTo>
                    <a:pt x="746" y="758"/>
                  </a:lnTo>
                  <a:lnTo>
                    <a:pt x="770" y="740"/>
                  </a:lnTo>
                  <a:lnTo>
                    <a:pt x="795" y="727"/>
                  </a:lnTo>
                  <a:lnTo>
                    <a:pt x="823" y="717"/>
                  </a:lnTo>
                  <a:lnTo>
                    <a:pt x="853" y="715"/>
                  </a:lnTo>
                  <a:lnTo>
                    <a:pt x="883" y="717"/>
                  </a:lnTo>
                  <a:lnTo>
                    <a:pt x="912" y="727"/>
                  </a:lnTo>
                  <a:lnTo>
                    <a:pt x="940" y="742"/>
                  </a:lnTo>
                  <a:lnTo>
                    <a:pt x="964" y="762"/>
                  </a:lnTo>
                  <a:lnTo>
                    <a:pt x="984" y="786"/>
                  </a:lnTo>
                  <a:lnTo>
                    <a:pt x="1000" y="814"/>
                  </a:lnTo>
                  <a:lnTo>
                    <a:pt x="1017" y="786"/>
                  </a:lnTo>
                  <a:lnTo>
                    <a:pt x="1037" y="762"/>
                  </a:lnTo>
                  <a:lnTo>
                    <a:pt x="1060" y="742"/>
                  </a:lnTo>
                  <a:lnTo>
                    <a:pt x="1087" y="727"/>
                  </a:lnTo>
                  <a:lnTo>
                    <a:pt x="1116" y="717"/>
                  </a:lnTo>
                  <a:lnTo>
                    <a:pt x="1147" y="715"/>
                  </a:lnTo>
                  <a:lnTo>
                    <a:pt x="1180" y="719"/>
                  </a:lnTo>
                  <a:lnTo>
                    <a:pt x="1212" y="729"/>
                  </a:lnTo>
                  <a:lnTo>
                    <a:pt x="1240" y="746"/>
                  </a:lnTo>
                  <a:lnTo>
                    <a:pt x="1265" y="770"/>
                  </a:lnTo>
                  <a:lnTo>
                    <a:pt x="1286" y="798"/>
                  </a:lnTo>
                  <a:lnTo>
                    <a:pt x="1301" y="831"/>
                  </a:lnTo>
                  <a:lnTo>
                    <a:pt x="1311" y="866"/>
                  </a:lnTo>
                  <a:lnTo>
                    <a:pt x="1314" y="905"/>
                  </a:lnTo>
                  <a:lnTo>
                    <a:pt x="1314" y="913"/>
                  </a:lnTo>
                  <a:lnTo>
                    <a:pt x="1332" y="885"/>
                  </a:lnTo>
                  <a:lnTo>
                    <a:pt x="1353" y="861"/>
                  </a:lnTo>
                  <a:lnTo>
                    <a:pt x="1380" y="844"/>
                  </a:lnTo>
                  <a:lnTo>
                    <a:pt x="1409" y="832"/>
                  </a:lnTo>
                  <a:lnTo>
                    <a:pt x="1441" y="828"/>
                  </a:lnTo>
                  <a:lnTo>
                    <a:pt x="1471" y="832"/>
                  </a:lnTo>
                  <a:lnTo>
                    <a:pt x="1499" y="841"/>
                  </a:lnTo>
                  <a:lnTo>
                    <a:pt x="1522" y="857"/>
                  </a:lnTo>
                  <a:lnTo>
                    <a:pt x="1545" y="877"/>
                  </a:lnTo>
                  <a:lnTo>
                    <a:pt x="1562" y="902"/>
                  </a:lnTo>
                  <a:lnTo>
                    <a:pt x="1577" y="930"/>
                  </a:lnTo>
                  <a:lnTo>
                    <a:pt x="1584" y="961"/>
                  </a:lnTo>
                  <a:lnTo>
                    <a:pt x="1587" y="996"/>
                  </a:lnTo>
                  <a:lnTo>
                    <a:pt x="1587" y="2060"/>
                  </a:lnTo>
                  <a:lnTo>
                    <a:pt x="1584" y="2113"/>
                  </a:lnTo>
                  <a:lnTo>
                    <a:pt x="1574" y="2166"/>
                  </a:lnTo>
                  <a:lnTo>
                    <a:pt x="1558" y="2213"/>
                  </a:lnTo>
                  <a:lnTo>
                    <a:pt x="1538" y="2258"/>
                  </a:lnTo>
                  <a:lnTo>
                    <a:pt x="1512" y="2299"/>
                  </a:lnTo>
                  <a:lnTo>
                    <a:pt x="1482" y="2336"/>
                  </a:lnTo>
                  <a:lnTo>
                    <a:pt x="1447" y="2366"/>
                  </a:lnTo>
                  <a:lnTo>
                    <a:pt x="1409" y="2392"/>
                  </a:lnTo>
                  <a:lnTo>
                    <a:pt x="1368" y="2410"/>
                  </a:lnTo>
                  <a:lnTo>
                    <a:pt x="1324" y="2422"/>
                  </a:lnTo>
                  <a:lnTo>
                    <a:pt x="1278" y="2426"/>
                  </a:lnTo>
                  <a:lnTo>
                    <a:pt x="699" y="2426"/>
                  </a:lnTo>
                  <a:lnTo>
                    <a:pt x="663" y="2422"/>
                  </a:lnTo>
                  <a:lnTo>
                    <a:pt x="629" y="2414"/>
                  </a:lnTo>
                  <a:lnTo>
                    <a:pt x="597" y="2399"/>
                  </a:lnTo>
                  <a:lnTo>
                    <a:pt x="568" y="2382"/>
                  </a:lnTo>
                  <a:lnTo>
                    <a:pt x="540" y="2360"/>
                  </a:lnTo>
                  <a:lnTo>
                    <a:pt x="514" y="2333"/>
                  </a:lnTo>
                  <a:lnTo>
                    <a:pt x="490" y="2306"/>
                  </a:lnTo>
                  <a:lnTo>
                    <a:pt x="469" y="2274"/>
                  </a:lnTo>
                  <a:lnTo>
                    <a:pt x="460" y="2261"/>
                  </a:lnTo>
                  <a:lnTo>
                    <a:pt x="450" y="2246"/>
                  </a:lnTo>
                  <a:lnTo>
                    <a:pt x="440" y="2231"/>
                  </a:lnTo>
                  <a:lnTo>
                    <a:pt x="429" y="2215"/>
                  </a:lnTo>
                  <a:lnTo>
                    <a:pt x="420" y="2200"/>
                  </a:lnTo>
                  <a:lnTo>
                    <a:pt x="413" y="2188"/>
                  </a:lnTo>
                  <a:lnTo>
                    <a:pt x="408" y="2180"/>
                  </a:lnTo>
                  <a:lnTo>
                    <a:pt x="407" y="2178"/>
                  </a:lnTo>
                  <a:lnTo>
                    <a:pt x="21" y="1376"/>
                  </a:lnTo>
                  <a:lnTo>
                    <a:pt x="9" y="1344"/>
                  </a:lnTo>
                  <a:lnTo>
                    <a:pt x="3" y="1311"/>
                  </a:lnTo>
                  <a:lnTo>
                    <a:pt x="0" y="1278"/>
                  </a:lnTo>
                  <a:lnTo>
                    <a:pt x="4" y="1246"/>
                  </a:lnTo>
                  <a:lnTo>
                    <a:pt x="12" y="1215"/>
                  </a:lnTo>
                  <a:lnTo>
                    <a:pt x="24" y="1186"/>
                  </a:lnTo>
                  <a:lnTo>
                    <a:pt x="41" y="1159"/>
                  </a:lnTo>
                  <a:lnTo>
                    <a:pt x="62" y="1136"/>
                  </a:lnTo>
                  <a:lnTo>
                    <a:pt x="87" y="1117"/>
                  </a:lnTo>
                  <a:lnTo>
                    <a:pt x="114" y="1104"/>
                  </a:lnTo>
                  <a:lnTo>
                    <a:pt x="140" y="1096"/>
                  </a:lnTo>
                  <a:lnTo>
                    <a:pt x="168" y="1093"/>
                  </a:lnTo>
                  <a:lnTo>
                    <a:pt x="197" y="1096"/>
                  </a:lnTo>
                  <a:lnTo>
                    <a:pt x="224" y="1105"/>
                  </a:lnTo>
                  <a:lnTo>
                    <a:pt x="251" y="1120"/>
                  </a:lnTo>
                  <a:lnTo>
                    <a:pt x="276" y="1138"/>
                  </a:lnTo>
                  <a:lnTo>
                    <a:pt x="297" y="1163"/>
                  </a:lnTo>
                  <a:lnTo>
                    <a:pt x="314" y="1192"/>
                  </a:lnTo>
                  <a:lnTo>
                    <a:pt x="392" y="1355"/>
                  </a:lnTo>
                  <a:lnTo>
                    <a:pt x="392" y="190"/>
                  </a:lnTo>
                  <a:lnTo>
                    <a:pt x="395" y="151"/>
                  </a:lnTo>
                  <a:lnTo>
                    <a:pt x="405" y="116"/>
                  </a:lnTo>
                  <a:lnTo>
                    <a:pt x="420" y="83"/>
                  </a:lnTo>
                  <a:lnTo>
                    <a:pt x="441" y="55"/>
                  </a:lnTo>
                  <a:lnTo>
                    <a:pt x="466" y="31"/>
                  </a:lnTo>
                  <a:lnTo>
                    <a:pt x="494" y="14"/>
                  </a:lnTo>
                  <a:lnTo>
                    <a:pt x="526" y="4"/>
                  </a:lnTo>
                  <a:lnTo>
                    <a:pt x="5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EB8CD967-28E8-C1CC-7E41-C0FDEA3DF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35600" y="488950"/>
              <a:ext cx="1725613" cy="1219200"/>
            </a:xfrm>
            <a:custGeom>
              <a:avLst/>
              <a:gdLst>
                <a:gd name="T0" fmla="*/ 3978 w 4349"/>
                <a:gd name="T1" fmla="*/ 1418 h 3070"/>
                <a:gd name="T2" fmla="*/ 3920 w 4349"/>
                <a:gd name="T3" fmla="*/ 1476 h 3070"/>
                <a:gd name="T4" fmla="*/ 3911 w 4349"/>
                <a:gd name="T5" fmla="*/ 1562 h 3070"/>
                <a:gd name="T6" fmla="*/ 3955 w 4349"/>
                <a:gd name="T7" fmla="*/ 1632 h 3070"/>
                <a:gd name="T8" fmla="*/ 4035 w 4349"/>
                <a:gd name="T9" fmla="*/ 1661 h 3070"/>
                <a:gd name="T10" fmla="*/ 4114 w 4349"/>
                <a:gd name="T11" fmla="*/ 1632 h 3070"/>
                <a:gd name="T12" fmla="*/ 4159 w 4349"/>
                <a:gd name="T13" fmla="*/ 1562 h 3070"/>
                <a:gd name="T14" fmla="*/ 4150 w 4349"/>
                <a:gd name="T15" fmla="*/ 1476 h 3070"/>
                <a:gd name="T16" fmla="*/ 4091 w 4349"/>
                <a:gd name="T17" fmla="*/ 1418 h 3070"/>
                <a:gd name="T18" fmla="*/ 261 w 4349"/>
                <a:gd name="T19" fmla="*/ 0 h 3070"/>
                <a:gd name="T20" fmla="*/ 4170 w 4349"/>
                <a:gd name="T21" fmla="*/ 13 h 3070"/>
                <a:gd name="T22" fmla="*/ 4273 w 4349"/>
                <a:gd name="T23" fmla="*/ 77 h 3070"/>
                <a:gd name="T24" fmla="*/ 4336 w 4349"/>
                <a:gd name="T25" fmla="*/ 180 h 3070"/>
                <a:gd name="T26" fmla="*/ 4349 w 4349"/>
                <a:gd name="T27" fmla="*/ 2809 h 3070"/>
                <a:gd name="T28" fmla="*/ 4320 w 4349"/>
                <a:gd name="T29" fmla="*/ 2929 h 3070"/>
                <a:gd name="T30" fmla="*/ 4241 w 4349"/>
                <a:gd name="T31" fmla="*/ 3020 h 3070"/>
                <a:gd name="T32" fmla="*/ 4129 w 4349"/>
                <a:gd name="T33" fmla="*/ 3067 h 3070"/>
                <a:gd name="T34" fmla="*/ 3331 w 4349"/>
                <a:gd name="T35" fmla="*/ 3070 h 3070"/>
                <a:gd name="T36" fmla="*/ 3301 w 4349"/>
                <a:gd name="T37" fmla="*/ 3066 h 3070"/>
                <a:gd name="T38" fmla="*/ 3261 w 4349"/>
                <a:gd name="T39" fmla="*/ 3048 h 3070"/>
                <a:gd name="T40" fmla="*/ 3240 w 4349"/>
                <a:gd name="T41" fmla="*/ 3004 h 3070"/>
                <a:gd name="T42" fmla="*/ 3250 w 4349"/>
                <a:gd name="T43" fmla="*/ 2876 h 3070"/>
                <a:gd name="T44" fmla="*/ 3285 w 4349"/>
                <a:gd name="T45" fmla="*/ 2851 h 3070"/>
                <a:gd name="T46" fmla="*/ 3319 w 4349"/>
                <a:gd name="T47" fmla="*/ 2846 h 3070"/>
                <a:gd name="T48" fmla="*/ 3767 w 4349"/>
                <a:gd name="T49" fmla="*/ 2846 h 3070"/>
                <a:gd name="T50" fmla="*/ 3817 w 4349"/>
                <a:gd name="T51" fmla="*/ 2821 h 3070"/>
                <a:gd name="T52" fmla="*/ 3830 w 4349"/>
                <a:gd name="T53" fmla="*/ 286 h 3070"/>
                <a:gd name="T54" fmla="*/ 3804 w 4349"/>
                <a:gd name="T55" fmla="*/ 238 h 3070"/>
                <a:gd name="T56" fmla="*/ 477 w 4349"/>
                <a:gd name="T57" fmla="*/ 224 h 3070"/>
                <a:gd name="T58" fmla="*/ 425 w 4349"/>
                <a:gd name="T59" fmla="*/ 251 h 3070"/>
                <a:gd name="T60" fmla="*/ 413 w 4349"/>
                <a:gd name="T61" fmla="*/ 2784 h 3070"/>
                <a:gd name="T62" fmla="*/ 440 w 4349"/>
                <a:gd name="T63" fmla="*/ 2834 h 3070"/>
                <a:gd name="T64" fmla="*/ 1310 w 4349"/>
                <a:gd name="T65" fmla="*/ 2846 h 3070"/>
                <a:gd name="T66" fmla="*/ 1334 w 4349"/>
                <a:gd name="T67" fmla="*/ 2847 h 3070"/>
                <a:gd name="T68" fmla="*/ 1376 w 4349"/>
                <a:gd name="T69" fmla="*/ 2868 h 3070"/>
                <a:gd name="T70" fmla="*/ 1394 w 4349"/>
                <a:gd name="T71" fmla="*/ 2897 h 3070"/>
                <a:gd name="T72" fmla="*/ 1421 w 4349"/>
                <a:gd name="T73" fmla="*/ 2949 h 3070"/>
                <a:gd name="T74" fmla="*/ 1447 w 4349"/>
                <a:gd name="T75" fmla="*/ 3005 h 3070"/>
                <a:gd name="T76" fmla="*/ 1451 w 4349"/>
                <a:gd name="T77" fmla="*/ 3046 h 3070"/>
                <a:gd name="T78" fmla="*/ 1425 w 4349"/>
                <a:gd name="T79" fmla="*/ 3066 h 3070"/>
                <a:gd name="T80" fmla="*/ 1400 w 4349"/>
                <a:gd name="T81" fmla="*/ 3070 h 3070"/>
                <a:gd name="T82" fmla="*/ 219 w 4349"/>
                <a:gd name="T83" fmla="*/ 3067 h 3070"/>
                <a:gd name="T84" fmla="*/ 107 w 4349"/>
                <a:gd name="T85" fmla="*/ 3020 h 3070"/>
                <a:gd name="T86" fmla="*/ 29 w 4349"/>
                <a:gd name="T87" fmla="*/ 2929 h 3070"/>
                <a:gd name="T88" fmla="*/ 0 w 4349"/>
                <a:gd name="T89" fmla="*/ 2809 h 3070"/>
                <a:gd name="T90" fmla="*/ 13 w 4349"/>
                <a:gd name="T91" fmla="*/ 180 h 3070"/>
                <a:gd name="T92" fmla="*/ 77 w 4349"/>
                <a:gd name="T93" fmla="*/ 77 h 3070"/>
                <a:gd name="T94" fmla="*/ 180 w 4349"/>
                <a:gd name="T95" fmla="*/ 13 h 3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349" h="3070">
                  <a:moveTo>
                    <a:pt x="4035" y="1405"/>
                  </a:moveTo>
                  <a:lnTo>
                    <a:pt x="4005" y="1409"/>
                  </a:lnTo>
                  <a:lnTo>
                    <a:pt x="3978" y="1418"/>
                  </a:lnTo>
                  <a:lnTo>
                    <a:pt x="3955" y="1434"/>
                  </a:lnTo>
                  <a:lnTo>
                    <a:pt x="3935" y="1454"/>
                  </a:lnTo>
                  <a:lnTo>
                    <a:pt x="3920" y="1476"/>
                  </a:lnTo>
                  <a:lnTo>
                    <a:pt x="3911" y="1504"/>
                  </a:lnTo>
                  <a:lnTo>
                    <a:pt x="3907" y="1533"/>
                  </a:lnTo>
                  <a:lnTo>
                    <a:pt x="3911" y="1562"/>
                  </a:lnTo>
                  <a:lnTo>
                    <a:pt x="3920" y="1590"/>
                  </a:lnTo>
                  <a:lnTo>
                    <a:pt x="3935" y="1612"/>
                  </a:lnTo>
                  <a:lnTo>
                    <a:pt x="3955" y="1632"/>
                  </a:lnTo>
                  <a:lnTo>
                    <a:pt x="3978" y="1648"/>
                  </a:lnTo>
                  <a:lnTo>
                    <a:pt x="4005" y="1657"/>
                  </a:lnTo>
                  <a:lnTo>
                    <a:pt x="4035" y="1661"/>
                  </a:lnTo>
                  <a:lnTo>
                    <a:pt x="4064" y="1657"/>
                  </a:lnTo>
                  <a:lnTo>
                    <a:pt x="4091" y="1648"/>
                  </a:lnTo>
                  <a:lnTo>
                    <a:pt x="4114" y="1632"/>
                  </a:lnTo>
                  <a:lnTo>
                    <a:pt x="4134" y="1612"/>
                  </a:lnTo>
                  <a:lnTo>
                    <a:pt x="4150" y="1590"/>
                  </a:lnTo>
                  <a:lnTo>
                    <a:pt x="4159" y="1562"/>
                  </a:lnTo>
                  <a:lnTo>
                    <a:pt x="4162" y="1533"/>
                  </a:lnTo>
                  <a:lnTo>
                    <a:pt x="4159" y="1504"/>
                  </a:lnTo>
                  <a:lnTo>
                    <a:pt x="4150" y="1476"/>
                  </a:lnTo>
                  <a:lnTo>
                    <a:pt x="4134" y="1454"/>
                  </a:lnTo>
                  <a:lnTo>
                    <a:pt x="4114" y="1434"/>
                  </a:lnTo>
                  <a:lnTo>
                    <a:pt x="4091" y="1418"/>
                  </a:lnTo>
                  <a:lnTo>
                    <a:pt x="4064" y="1409"/>
                  </a:lnTo>
                  <a:lnTo>
                    <a:pt x="4035" y="1405"/>
                  </a:lnTo>
                  <a:close/>
                  <a:moveTo>
                    <a:pt x="261" y="0"/>
                  </a:moveTo>
                  <a:lnTo>
                    <a:pt x="4087" y="0"/>
                  </a:lnTo>
                  <a:lnTo>
                    <a:pt x="4129" y="4"/>
                  </a:lnTo>
                  <a:lnTo>
                    <a:pt x="4170" y="13"/>
                  </a:lnTo>
                  <a:lnTo>
                    <a:pt x="4207" y="29"/>
                  </a:lnTo>
                  <a:lnTo>
                    <a:pt x="4241" y="50"/>
                  </a:lnTo>
                  <a:lnTo>
                    <a:pt x="4273" y="77"/>
                  </a:lnTo>
                  <a:lnTo>
                    <a:pt x="4298" y="107"/>
                  </a:lnTo>
                  <a:lnTo>
                    <a:pt x="4320" y="141"/>
                  </a:lnTo>
                  <a:lnTo>
                    <a:pt x="4336" y="180"/>
                  </a:lnTo>
                  <a:lnTo>
                    <a:pt x="4345" y="219"/>
                  </a:lnTo>
                  <a:lnTo>
                    <a:pt x="4349" y="261"/>
                  </a:lnTo>
                  <a:lnTo>
                    <a:pt x="4349" y="2809"/>
                  </a:lnTo>
                  <a:lnTo>
                    <a:pt x="4345" y="2851"/>
                  </a:lnTo>
                  <a:lnTo>
                    <a:pt x="4336" y="2892"/>
                  </a:lnTo>
                  <a:lnTo>
                    <a:pt x="4320" y="2929"/>
                  </a:lnTo>
                  <a:lnTo>
                    <a:pt x="4298" y="2963"/>
                  </a:lnTo>
                  <a:lnTo>
                    <a:pt x="4273" y="2994"/>
                  </a:lnTo>
                  <a:lnTo>
                    <a:pt x="4241" y="3020"/>
                  </a:lnTo>
                  <a:lnTo>
                    <a:pt x="4207" y="3041"/>
                  </a:lnTo>
                  <a:lnTo>
                    <a:pt x="4170" y="3057"/>
                  </a:lnTo>
                  <a:lnTo>
                    <a:pt x="4129" y="3067"/>
                  </a:lnTo>
                  <a:lnTo>
                    <a:pt x="4087" y="3070"/>
                  </a:lnTo>
                  <a:lnTo>
                    <a:pt x="3334" y="3070"/>
                  </a:lnTo>
                  <a:lnTo>
                    <a:pt x="3331" y="3070"/>
                  </a:lnTo>
                  <a:lnTo>
                    <a:pt x="3325" y="3070"/>
                  </a:lnTo>
                  <a:lnTo>
                    <a:pt x="3314" y="3069"/>
                  </a:lnTo>
                  <a:lnTo>
                    <a:pt x="3301" y="3066"/>
                  </a:lnTo>
                  <a:lnTo>
                    <a:pt x="3288" y="3062"/>
                  </a:lnTo>
                  <a:lnTo>
                    <a:pt x="3273" y="3057"/>
                  </a:lnTo>
                  <a:lnTo>
                    <a:pt x="3261" y="3048"/>
                  </a:lnTo>
                  <a:lnTo>
                    <a:pt x="3251" y="3037"/>
                  </a:lnTo>
                  <a:lnTo>
                    <a:pt x="3243" y="3023"/>
                  </a:lnTo>
                  <a:lnTo>
                    <a:pt x="3240" y="3004"/>
                  </a:lnTo>
                  <a:lnTo>
                    <a:pt x="3240" y="2912"/>
                  </a:lnTo>
                  <a:lnTo>
                    <a:pt x="3243" y="2892"/>
                  </a:lnTo>
                  <a:lnTo>
                    <a:pt x="3250" y="2876"/>
                  </a:lnTo>
                  <a:lnTo>
                    <a:pt x="3260" y="2864"/>
                  </a:lnTo>
                  <a:lnTo>
                    <a:pt x="3272" y="2856"/>
                  </a:lnTo>
                  <a:lnTo>
                    <a:pt x="3285" y="2851"/>
                  </a:lnTo>
                  <a:lnTo>
                    <a:pt x="3298" y="2847"/>
                  </a:lnTo>
                  <a:lnTo>
                    <a:pt x="3310" y="2846"/>
                  </a:lnTo>
                  <a:lnTo>
                    <a:pt x="3319" y="2846"/>
                  </a:lnTo>
                  <a:lnTo>
                    <a:pt x="3326" y="2846"/>
                  </a:lnTo>
                  <a:lnTo>
                    <a:pt x="3329" y="2846"/>
                  </a:lnTo>
                  <a:lnTo>
                    <a:pt x="3767" y="2846"/>
                  </a:lnTo>
                  <a:lnTo>
                    <a:pt x="3787" y="2843"/>
                  </a:lnTo>
                  <a:lnTo>
                    <a:pt x="3804" y="2834"/>
                  </a:lnTo>
                  <a:lnTo>
                    <a:pt x="3817" y="2821"/>
                  </a:lnTo>
                  <a:lnTo>
                    <a:pt x="3827" y="2804"/>
                  </a:lnTo>
                  <a:lnTo>
                    <a:pt x="3830" y="2784"/>
                  </a:lnTo>
                  <a:lnTo>
                    <a:pt x="3830" y="286"/>
                  </a:lnTo>
                  <a:lnTo>
                    <a:pt x="3827" y="268"/>
                  </a:lnTo>
                  <a:lnTo>
                    <a:pt x="3817" y="251"/>
                  </a:lnTo>
                  <a:lnTo>
                    <a:pt x="3804" y="238"/>
                  </a:lnTo>
                  <a:lnTo>
                    <a:pt x="3787" y="228"/>
                  </a:lnTo>
                  <a:lnTo>
                    <a:pt x="3767" y="224"/>
                  </a:lnTo>
                  <a:lnTo>
                    <a:pt x="477" y="224"/>
                  </a:lnTo>
                  <a:lnTo>
                    <a:pt x="457" y="228"/>
                  </a:lnTo>
                  <a:lnTo>
                    <a:pt x="440" y="238"/>
                  </a:lnTo>
                  <a:lnTo>
                    <a:pt x="425" y="251"/>
                  </a:lnTo>
                  <a:lnTo>
                    <a:pt x="417" y="268"/>
                  </a:lnTo>
                  <a:lnTo>
                    <a:pt x="413" y="286"/>
                  </a:lnTo>
                  <a:lnTo>
                    <a:pt x="413" y="2784"/>
                  </a:lnTo>
                  <a:lnTo>
                    <a:pt x="417" y="2804"/>
                  </a:lnTo>
                  <a:lnTo>
                    <a:pt x="425" y="2821"/>
                  </a:lnTo>
                  <a:lnTo>
                    <a:pt x="440" y="2834"/>
                  </a:lnTo>
                  <a:lnTo>
                    <a:pt x="457" y="2843"/>
                  </a:lnTo>
                  <a:lnTo>
                    <a:pt x="477" y="2846"/>
                  </a:lnTo>
                  <a:lnTo>
                    <a:pt x="1310" y="2846"/>
                  </a:lnTo>
                  <a:lnTo>
                    <a:pt x="1312" y="2846"/>
                  </a:lnTo>
                  <a:lnTo>
                    <a:pt x="1322" y="2846"/>
                  </a:lnTo>
                  <a:lnTo>
                    <a:pt x="1334" y="2847"/>
                  </a:lnTo>
                  <a:lnTo>
                    <a:pt x="1348" y="2851"/>
                  </a:lnTo>
                  <a:lnTo>
                    <a:pt x="1363" y="2858"/>
                  </a:lnTo>
                  <a:lnTo>
                    <a:pt x="1376" y="2868"/>
                  </a:lnTo>
                  <a:lnTo>
                    <a:pt x="1386" y="2883"/>
                  </a:lnTo>
                  <a:lnTo>
                    <a:pt x="1389" y="2888"/>
                  </a:lnTo>
                  <a:lnTo>
                    <a:pt x="1394" y="2897"/>
                  </a:lnTo>
                  <a:lnTo>
                    <a:pt x="1402" y="2912"/>
                  </a:lnTo>
                  <a:lnTo>
                    <a:pt x="1412" y="2930"/>
                  </a:lnTo>
                  <a:lnTo>
                    <a:pt x="1421" y="2949"/>
                  </a:lnTo>
                  <a:lnTo>
                    <a:pt x="1430" y="2968"/>
                  </a:lnTo>
                  <a:lnTo>
                    <a:pt x="1439" y="2988"/>
                  </a:lnTo>
                  <a:lnTo>
                    <a:pt x="1447" y="3005"/>
                  </a:lnTo>
                  <a:lnTo>
                    <a:pt x="1452" y="3019"/>
                  </a:lnTo>
                  <a:lnTo>
                    <a:pt x="1454" y="3034"/>
                  </a:lnTo>
                  <a:lnTo>
                    <a:pt x="1451" y="3046"/>
                  </a:lnTo>
                  <a:lnTo>
                    <a:pt x="1445" y="3056"/>
                  </a:lnTo>
                  <a:lnTo>
                    <a:pt x="1435" y="3062"/>
                  </a:lnTo>
                  <a:lnTo>
                    <a:pt x="1425" y="3066"/>
                  </a:lnTo>
                  <a:lnTo>
                    <a:pt x="1414" y="3069"/>
                  </a:lnTo>
                  <a:lnTo>
                    <a:pt x="1406" y="3070"/>
                  </a:lnTo>
                  <a:lnTo>
                    <a:pt x="1400" y="3070"/>
                  </a:lnTo>
                  <a:lnTo>
                    <a:pt x="1397" y="3070"/>
                  </a:lnTo>
                  <a:lnTo>
                    <a:pt x="261" y="3070"/>
                  </a:lnTo>
                  <a:lnTo>
                    <a:pt x="219" y="3067"/>
                  </a:lnTo>
                  <a:lnTo>
                    <a:pt x="180" y="3057"/>
                  </a:lnTo>
                  <a:lnTo>
                    <a:pt x="141" y="3041"/>
                  </a:lnTo>
                  <a:lnTo>
                    <a:pt x="107" y="3020"/>
                  </a:lnTo>
                  <a:lnTo>
                    <a:pt x="77" y="2994"/>
                  </a:lnTo>
                  <a:lnTo>
                    <a:pt x="50" y="2963"/>
                  </a:lnTo>
                  <a:lnTo>
                    <a:pt x="29" y="2929"/>
                  </a:lnTo>
                  <a:lnTo>
                    <a:pt x="13" y="2892"/>
                  </a:lnTo>
                  <a:lnTo>
                    <a:pt x="4" y="2851"/>
                  </a:lnTo>
                  <a:lnTo>
                    <a:pt x="0" y="2809"/>
                  </a:lnTo>
                  <a:lnTo>
                    <a:pt x="0" y="261"/>
                  </a:lnTo>
                  <a:lnTo>
                    <a:pt x="4" y="219"/>
                  </a:lnTo>
                  <a:lnTo>
                    <a:pt x="13" y="180"/>
                  </a:lnTo>
                  <a:lnTo>
                    <a:pt x="29" y="141"/>
                  </a:lnTo>
                  <a:lnTo>
                    <a:pt x="50" y="107"/>
                  </a:lnTo>
                  <a:lnTo>
                    <a:pt x="77" y="77"/>
                  </a:lnTo>
                  <a:lnTo>
                    <a:pt x="107" y="50"/>
                  </a:lnTo>
                  <a:lnTo>
                    <a:pt x="141" y="29"/>
                  </a:lnTo>
                  <a:lnTo>
                    <a:pt x="180" y="13"/>
                  </a:lnTo>
                  <a:lnTo>
                    <a:pt x="219" y="4"/>
                  </a:lnTo>
                  <a:lnTo>
                    <a:pt x="2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2" name="Freeform 35">
            <a:extLst>
              <a:ext uri="{FF2B5EF4-FFF2-40B4-BE49-F238E27FC236}">
                <a16:creationId xmlns:a16="http://schemas.microsoft.com/office/drawing/2014/main" id="{6E95634E-8C68-512B-7FA3-B664E5088C94}"/>
              </a:ext>
            </a:extLst>
          </p:cNvPr>
          <p:cNvSpPr>
            <a:spLocks noEditPoints="1"/>
          </p:cNvSpPr>
          <p:nvPr/>
        </p:nvSpPr>
        <p:spPr bwMode="auto">
          <a:xfrm>
            <a:off x="5214532" y="3335406"/>
            <a:ext cx="248743" cy="187275"/>
          </a:xfrm>
          <a:custGeom>
            <a:avLst/>
            <a:gdLst>
              <a:gd name="T0" fmla="*/ 1302 w 3466"/>
              <a:gd name="T1" fmla="*/ 2304 h 2604"/>
              <a:gd name="T2" fmla="*/ 1340 w 3466"/>
              <a:gd name="T3" fmla="*/ 2364 h 2604"/>
              <a:gd name="T4" fmla="*/ 1408 w 3466"/>
              <a:gd name="T5" fmla="*/ 2387 h 2604"/>
              <a:gd name="T6" fmla="*/ 2106 w 3466"/>
              <a:gd name="T7" fmla="*/ 2377 h 2604"/>
              <a:gd name="T8" fmla="*/ 2155 w 3466"/>
              <a:gd name="T9" fmla="*/ 2326 h 2604"/>
              <a:gd name="T10" fmla="*/ 3303 w 3466"/>
              <a:gd name="T11" fmla="*/ 2278 h 2604"/>
              <a:gd name="T12" fmla="*/ 3394 w 3466"/>
              <a:gd name="T13" fmla="*/ 2306 h 2604"/>
              <a:gd name="T14" fmla="*/ 3453 w 3466"/>
              <a:gd name="T15" fmla="*/ 2378 h 2604"/>
              <a:gd name="T16" fmla="*/ 3462 w 3466"/>
              <a:gd name="T17" fmla="*/ 2474 h 2604"/>
              <a:gd name="T18" fmla="*/ 3419 w 3466"/>
              <a:gd name="T19" fmla="*/ 2556 h 2604"/>
              <a:gd name="T20" fmla="*/ 3335 w 3466"/>
              <a:gd name="T21" fmla="*/ 2601 h 2604"/>
              <a:gd name="T22" fmla="*/ 130 w 3466"/>
              <a:gd name="T23" fmla="*/ 2601 h 2604"/>
              <a:gd name="T24" fmla="*/ 48 w 3466"/>
              <a:gd name="T25" fmla="*/ 2556 h 2604"/>
              <a:gd name="T26" fmla="*/ 3 w 3466"/>
              <a:gd name="T27" fmla="*/ 2474 h 2604"/>
              <a:gd name="T28" fmla="*/ 13 w 3466"/>
              <a:gd name="T29" fmla="*/ 2378 h 2604"/>
              <a:gd name="T30" fmla="*/ 71 w 3466"/>
              <a:gd name="T31" fmla="*/ 2306 h 2604"/>
              <a:gd name="T32" fmla="*/ 162 w 3466"/>
              <a:gd name="T33" fmla="*/ 2278 h 2604"/>
              <a:gd name="T34" fmla="*/ 277 w 3466"/>
              <a:gd name="T35" fmla="*/ 229 h 2604"/>
              <a:gd name="T36" fmla="*/ 228 w 3466"/>
              <a:gd name="T37" fmla="*/ 278 h 2604"/>
              <a:gd name="T38" fmla="*/ 217 w 3466"/>
              <a:gd name="T39" fmla="*/ 1737 h 2604"/>
              <a:gd name="T40" fmla="*/ 240 w 3466"/>
              <a:gd name="T41" fmla="*/ 1804 h 2604"/>
              <a:gd name="T42" fmla="*/ 300 w 3466"/>
              <a:gd name="T43" fmla="*/ 1842 h 2604"/>
              <a:gd name="T44" fmla="*/ 3166 w 3466"/>
              <a:gd name="T45" fmla="*/ 1842 h 2604"/>
              <a:gd name="T46" fmla="*/ 3226 w 3466"/>
              <a:gd name="T47" fmla="*/ 1804 h 2604"/>
              <a:gd name="T48" fmla="*/ 3249 w 3466"/>
              <a:gd name="T49" fmla="*/ 1737 h 2604"/>
              <a:gd name="T50" fmla="*/ 3238 w 3466"/>
              <a:gd name="T51" fmla="*/ 278 h 2604"/>
              <a:gd name="T52" fmla="*/ 3188 w 3466"/>
              <a:gd name="T53" fmla="*/ 229 h 2604"/>
              <a:gd name="T54" fmla="*/ 324 w 3466"/>
              <a:gd name="T55" fmla="*/ 217 h 2604"/>
              <a:gd name="T56" fmla="*/ 3185 w 3466"/>
              <a:gd name="T57" fmla="*/ 3 h 2604"/>
              <a:gd name="T58" fmla="*/ 3305 w 3466"/>
              <a:gd name="T59" fmla="*/ 45 h 2604"/>
              <a:gd name="T60" fmla="*/ 3398 w 3466"/>
              <a:gd name="T61" fmla="*/ 126 h 2604"/>
              <a:gd name="T62" fmla="*/ 3455 w 3466"/>
              <a:gd name="T63" fmla="*/ 238 h 2604"/>
              <a:gd name="T64" fmla="*/ 3466 w 3466"/>
              <a:gd name="T65" fmla="*/ 1737 h 2604"/>
              <a:gd name="T66" fmla="*/ 3440 w 3466"/>
              <a:gd name="T67" fmla="*/ 1863 h 2604"/>
              <a:gd name="T68" fmla="*/ 3371 w 3466"/>
              <a:gd name="T69" fmla="*/ 1966 h 2604"/>
              <a:gd name="T70" fmla="*/ 3267 w 3466"/>
              <a:gd name="T71" fmla="*/ 2036 h 2604"/>
              <a:gd name="T72" fmla="*/ 3140 w 3466"/>
              <a:gd name="T73" fmla="*/ 2061 h 2604"/>
              <a:gd name="T74" fmla="*/ 239 w 3466"/>
              <a:gd name="T75" fmla="*/ 2050 h 2604"/>
              <a:gd name="T76" fmla="*/ 127 w 3466"/>
              <a:gd name="T77" fmla="*/ 1994 h 2604"/>
              <a:gd name="T78" fmla="*/ 45 w 3466"/>
              <a:gd name="T79" fmla="*/ 1900 h 2604"/>
              <a:gd name="T80" fmla="*/ 3 w 3466"/>
              <a:gd name="T81" fmla="*/ 1780 h 2604"/>
              <a:gd name="T82" fmla="*/ 3 w 3466"/>
              <a:gd name="T83" fmla="*/ 281 h 2604"/>
              <a:gd name="T84" fmla="*/ 45 w 3466"/>
              <a:gd name="T85" fmla="*/ 161 h 2604"/>
              <a:gd name="T86" fmla="*/ 127 w 3466"/>
              <a:gd name="T87" fmla="*/ 67 h 2604"/>
              <a:gd name="T88" fmla="*/ 239 w 3466"/>
              <a:gd name="T89" fmla="*/ 12 h 2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466" h="2604">
                <a:moveTo>
                  <a:pt x="162" y="2278"/>
                </a:moveTo>
                <a:lnTo>
                  <a:pt x="1300" y="2278"/>
                </a:lnTo>
                <a:lnTo>
                  <a:pt x="1302" y="2304"/>
                </a:lnTo>
                <a:lnTo>
                  <a:pt x="1311" y="2326"/>
                </a:lnTo>
                <a:lnTo>
                  <a:pt x="1324" y="2347"/>
                </a:lnTo>
                <a:lnTo>
                  <a:pt x="1340" y="2364"/>
                </a:lnTo>
                <a:lnTo>
                  <a:pt x="1360" y="2377"/>
                </a:lnTo>
                <a:lnTo>
                  <a:pt x="1383" y="2384"/>
                </a:lnTo>
                <a:lnTo>
                  <a:pt x="1408" y="2387"/>
                </a:lnTo>
                <a:lnTo>
                  <a:pt x="2058" y="2387"/>
                </a:lnTo>
                <a:lnTo>
                  <a:pt x="2082" y="2384"/>
                </a:lnTo>
                <a:lnTo>
                  <a:pt x="2106" y="2377"/>
                </a:lnTo>
                <a:lnTo>
                  <a:pt x="2126" y="2364"/>
                </a:lnTo>
                <a:lnTo>
                  <a:pt x="2142" y="2347"/>
                </a:lnTo>
                <a:lnTo>
                  <a:pt x="2155" y="2326"/>
                </a:lnTo>
                <a:lnTo>
                  <a:pt x="2163" y="2304"/>
                </a:lnTo>
                <a:lnTo>
                  <a:pt x="2166" y="2278"/>
                </a:lnTo>
                <a:lnTo>
                  <a:pt x="3303" y="2278"/>
                </a:lnTo>
                <a:lnTo>
                  <a:pt x="3335" y="2282"/>
                </a:lnTo>
                <a:lnTo>
                  <a:pt x="3366" y="2291"/>
                </a:lnTo>
                <a:lnTo>
                  <a:pt x="3394" y="2306"/>
                </a:lnTo>
                <a:lnTo>
                  <a:pt x="3419" y="2326"/>
                </a:lnTo>
                <a:lnTo>
                  <a:pt x="3438" y="2350"/>
                </a:lnTo>
                <a:lnTo>
                  <a:pt x="3453" y="2378"/>
                </a:lnTo>
                <a:lnTo>
                  <a:pt x="3462" y="2409"/>
                </a:lnTo>
                <a:lnTo>
                  <a:pt x="3466" y="2441"/>
                </a:lnTo>
                <a:lnTo>
                  <a:pt x="3462" y="2474"/>
                </a:lnTo>
                <a:lnTo>
                  <a:pt x="3453" y="2505"/>
                </a:lnTo>
                <a:lnTo>
                  <a:pt x="3438" y="2533"/>
                </a:lnTo>
                <a:lnTo>
                  <a:pt x="3419" y="2556"/>
                </a:lnTo>
                <a:lnTo>
                  <a:pt x="3394" y="2576"/>
                </a:lnTo>
                <a:lnTo>
                  <a:pt x="3366" y="2591"/>
                </a:lnTo>
                <a:lnTo>
                  <a:pt x="3335" y="2601"/>
                </a:lnTo>
                <a:lnTo>
                  <a:pt x="3303" y="2604"/>
                </a:lnTo>
                <a:lnTo>
                  <a:pt x="162" y="2604"/>
                </a:lnTo>
                <a:lnTo>
                  <a:pt x="130" y="2601"/>
                </a:lnTo>
                <a:lnTo>
                  <a:pt x="99" y="2591"/>
                </a:lnTo>
                <a:lnTo>
                  <a:pt x="71" y="2576"/>
                </a:lnTo>
                <a:lnTo>
                  <a:pt x="48" y="2556"/>
                </a:lnTo>
                <a:lnTo>
                  <a:pt x="28" y="2533"/>
                </a:lnTo>
                <a:lnTo>
                  <a:pt x="13" y="2505"/>
                </a:lnTo>
                <a:lnTo>
                  <a:pt x="3" y="2474"/>
                </a:lnTo>
                <a:lnTo>
                  <a:pt x="0" y="2441"/>
                </a:lnTo>
                <a:lnTo>
                  <a:pt x="3" y="2409"/>
                </a:lnTo>
                <a:lnTo>
                  <a:pt x="13" y="2378"/>
                </a:lnTo>
                <a:lnTo>
                  <a:pt x="28" y="2350"/>
                </a:lnTo>
                <a:lnTo>
                  <a:pt x="48" y="2326"/>
                </a:lnTo>
                <a:lnTo>
                  <a:pt x="71" y="2306"/>
                </a:lnTo>
                <a:lnTo>
                  <a:pt x="99" y="2291"/>
                </a:lnTo>
                <a:lnTo>
                  <a:pt x="130" y="2282"/>
                </a:lnTo>
                <a:lnTo>
                  <a:pt x="162" y="2278"/>
                </a:lnTo>
                <a:close/>
                <a:moveTo>
                  <a:pt x="324" y="217"/>
                </a:moveTo>
                <a:lnTo>
                  <a:pt x="300" y="220"/>
                </a:lnTo>
                <a:lnTo>
                  <a:pt x="277" y="229"/>
                </a:lnTo>
                <a:lnTo>
                  <a:pt x="257" y="240"/>
                </a:lnTo>
                <a:lnTo>
                  <a:pt x="240" y="257"/>
                </a:lnTo>
                <a:lnTo>
                  <a:pt x="228" y="278"/>
                </a:lnTo>
                <a:lnTo>
                  <a:pt x="220" y="300"/>
                </a:lnTo>
                <a:lnTo>
                  <a:pt x="217" y="325"/>
                </a:lnTo>
                <a:lnTo>
                  <a:pt x="217" y="1737"/>
                </a:lnTo>
                <a:lnTo>
                  <a:pt x="220" y="1761"/>
                </a:lnTo>
                <a:lnTo>
                  <a:pt x="228" y="1784"/>
                </a:lnTo>
                <a:lnTo>
                  <a:pt x="240" y="1804"/>
                </a:lnTo>
                <a:lnTo>
                  <a:pt x="257" y="1821"/>
                </a:lnTo>
                <a:lnTo>
                  <a:pt x="277" y="1834"/>
                </a:lnTo>
                <a:lnTo>
                  <a:pt x="300" y="1842"/>
                </a:lnTo>
                <a:lnTo>
                  <a:pt x="324" y="1844"/>
                </a:lnTo>
                <a:lnTo>
                  <a:pt x="3140" y="1844"/>
                </a:lnTo>
                <a:lnTo>
                  <a:pt x="3166" y="1842"/>
                </a:lnTo>
                <a:lnTo>
                  <a:pt x="3188" y="1834"/>
                </a:lnTo>
                <a:lnTo>
                  <a:pt x="3209" y="1821"/>
                </a:lnTo>
                <a:lnTo>
                  <a:pt x="3226" y="1804"/>
                </a:lnTo>
                <a:lnTo>
                  <a:pt x="3238" y="1784"/>
                </a:lnTo>
                <a:lnTo>
                  <a:pt x="3246" y="1761"/>
                </a:lnTo>
                <a:lnTo>
                  <a:pt x="3249" y="1737"/>
                </a:lnTo>
                <a:lnTo>
                  <a:pt x="3249" y="325"/>
                </a:lnTo>
                <a:lnTo>
                  <a:pt x="3246" y="300"/>
                </a:lnTo>
                <a:lnTo>
                  <a:pt x="3238" y="278"/>
                </a:lnTo>
                <a:lnTo>
                  <a:pt x="3226" y="257"/>
                </a:lnTo>
                <a:lnTo>
                  <a:pt x="3209" y="240"/>
                </a:lnTo>
                <a:lnTo>
                  <a:pt x="3188" y="229"/>
                </a:lnTo>
                <a:lnTo>
                  <a:pt x="3166" y="220"/>
                </a:lnTo>
                <a:lnTo>
                  <a:pt x="3140" y="217"/>
                </a:lnTo>
                <a:lnTo>
                  <a:pt x="324" y="217"/>
                </a:lnTo>
                <a:close/>
                <a:moveTo>
                  <a:pt x="324" y="0"/>
                </a:moveTo>
                <a:lnTo>
                  <a:pt x="3140" y="0"/>
                </a:lnTo>
                <a:lnTo>
                  <a:pt x="3185" y="3"/>
                </a:lnTo>
                <a:lnTo>
                  <a:pt x="3227" y="12"/>
                </a:lnTo>
                <a:lnTo>
                  <a:pt x="3267" y="26"/>
                </a:lnTo>
                <a:lnTo>
                  <a:pt x="3305" y="45"/>
                </a:lnTo>
                <a:lnTo>
                  <a:pt x="3340" y="67"/>
                </a:lnTo>
                <a:lnTo>
                  <a:pt x="3371" y="95"/>
                </a:lnTo>
                <a:lnTo>
                  <a:pt x="3398" y="126"/>
                </a:lnTo>
                <a:lnTo>
                  <a:pt x="3422" y="161"/>
                </a:lnTo>
                <a:lnTo>
                  <a:pt x="3440" y="199"/>
                </a:lnTo>
                <a:lnTo>
                  <a:pt x="3455" y="238"/>
                </a:lnTo>
                <a:lnTo>
                  <a:pt x="3463" y="281"/>
                </a:lnTo>
                <a:lnTo>
                  <a:pt x="3466" y="325"/>
                </a:lnTo>
                <a:lnTo>
                  <a:pt x="3466" y="1737"/>
                </a:lnTo>
                <a:lnTo>
                  <a:pt x="3463" y="1780"/>
                </a:lnTo>
                <a:lnTo>
                  <a:pt x="3455" y="1822"/>
                </a:lnTo>
                <a:lnTo>
                  <a:pt x="3440" y="1863"/>
                </a:lnTo>
                <a:lnTo>
                  <a:pt x="3422" y="1900"/>
                </a:lnTo>
                <a:lnTo>
                  <a:pt x="3398" y="1935"/>
                </a:lnTo>
                <a:lnTo>
                  <a:pt x="3371" y="1966"/>
                </a:lnTo>
                <a:lnTo>
                  <a:pt x="3340" y="1994"/>
                </a:lnTo>
                <a:lnTo>
                  <a:pt x="3305" y="2017"/>
                </a:lnTo>
                <a:lnTo>
                  <a:pt x="3267" y="2036"/>
                </a:lnTo>
                <a:lnTo>
                  <a:pt x="3227" y="2050"/>
                </a:lnTo>
                <a:lnTo>
                  <a:pt x="3185" y="2058"/>
                </a:lnTo>
                <a:lnTo>
                  <a:pt x="3140" y="2061"/>
                </a:lnTo>
                <a:lnTo>
                  <a:pt x="324" y="2061"/>
                </a:lnTo>
                <a:lnTo>
                  <a:pt x="281" y="2058"/>
                </a:lnTo>
                <a:lnTo>
                  <a:pt x="239" y="2050"/>
                </a:lnTo>
                <a:lnTo>
                  <a:pt x="198" y="2036"/>
                </a:lnTo>
                <a:lnTo>
                  <a:pt x="161" y="2017"/>
                </a:lnTo>
                <a:lnTo>
                  <a:pt x="127" y="1994"/>
                </a:lnTo>
                <a:lnTo>
                  <a:pt x="95" y="1966"/>
                </a:lnTo>
                <a:lnTo>
                  <a:pt x="68" y="1935"/>
                </a:lnTo>
                <a:lnTo>
                  <a:pt x="45" y="1900"/>
                </a:lnTo>
                <a:lnTo>
                  <a:pt x="26" y="1863"/>
                </a:lnTo>
                <a:lnTo>
                  <a:pt x="12" y="1822"/>
                </a:lnTo>
                <a:lnTo>
                  <a:pt x="3" y="1780"/>
                </a:lnTo>
                <a:lnTo>
                  <a:pt x="0" y="1737"/>
                </a:lnTo>
                <a:lnTo>
                  <a:pt x="0" y="325"/>
                </a:lnTo>
                <a:lnTo>
                  <a:pt x="3" y="281"/>
                </a:lnTo>
                <a:lnTo>
                  <a:pt x="12" y="238"/>
                </a:lnTo>
                <a:lnTo>
                  <a:pt x="26" y="199"/>
                </a:lnTo>
                <a:lnTo>
                  <a:pt x="45" y="161"/>
                </a:lnTo>
                <a:lnTo>
                  <a:pt x="68" y="126"/>
                </a:lnTo>
                <a:lnTo>
                  <a:pt x="95" y="95"/>
                </a:lnTo>
                <a:lnTo>
                  <a:pt x="127" y="67"/>
                </a:lnTo>
                <a:lnTo>
                  <a:pt x="161" y="45"/>
                </a:lnTo>
                <a:lnTo>
                  <a:pt x="198" y="26"/>
                </a:lnTo>
                <a:lnTo>
                  <a:pt x="239" y="12"/>
                </a:lnTo>
                <a:lnTo>
                  <a:pt x="281" y="3"/>
                </a:lnTo>
                <a:lnTo>
                  <a:pt x="324" y="0"/>
                </a:lnTo>
                <a:close/>
              </a:path>
            </a:pathLst>
          </a:custGeom>
          <a:solidFill>
            <a:srgbClr val="1B4DA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Freeform 41">
            <a:extLst>
              <a:ext uri="{FF2B5EF4-FFF2-40B4-BE49-F238E27FC236}">
                <a16:creationId xmlns:a16="http://schemas.microsoft.com/office/drawing/2014/main" id="{7AA31AF1-B1DB-7BB0-A1B5-A77241B4249F}"/>
              </a:ext>
            </a:extLst>
          </p:cNvPr>
          <p:cNvSpPr>
            <a:spLocks noEditPoints="1"/>
          </p:cNvSpPr>
          <p:nvPr/>
        </p:nvSpPr>
        <p:spPr bwMode="auto">
          <a:xfrm>
            <a:off x="3934609" y="3273808"/>
            <a:ext cx="248995" cy="218481"/>
          </a:xfrm>
          <a:custGeom>
            <a:avLst/>
            <a:gdLst>
              <a:gd name="T0" fmla="*/ 2885 w 3261"/>
              <a:gd name="T1" fmla="*/ 2237 h 2864"/>
              <a:gd name="T2" fmla="*/ 2509 w 3261"/>
              <a:gd name="T3" fmla="*/ 2488 h 2864"/>
              <a:gd name="T4" fmla="*/ 376 w 3261"/>
              <a:gd name="T5" fmla="*/ 2488 h 2864"/>
              <a:gd name="T6" fmla="*/ 2383 w 3261"/>
              <a:gd name="T7" fmla="*/ 1862 h 2864"/>
              <a:gd name="T8" fmla="*/ 2383 w 3261"/>
              <a:gd name="T9" fmla="*/ 1862 h 2864"/>
              <a:gd name="T10" fmla="*/ 2258 w 3261"/>
              <a:gd name="T11" fmla="*/ 1862 h 2864"/>
              <a:gd name="T12" fmla="*/ 1882 w 3261"/>
              <a:gd name="T13" fmla="*/ 2113 h 2864"/>
              <a:gd name="T14" fmla="*/ 1255 w 3261"/>
              <a:gd name="T15" fmla="*/ 2113 h 2864"/>
              <a:gd name="T16" fmla="*/ 878 w 3261"/>
              <a:gd name="T17" fmla="*/ 1862 h 2864"/>
              <a:gd name="T18" fmla="*/ 878 w 3261"/>
              <a:gd name="T19" fmla="*/ 1862 h 2864"/>
              <a:gd name="T20" fmla="*/ 752 w 3261"/>
              <a:gd name="T21" fmla="*/ 1862 h 2864"/>
              <a:gd name="T22" fmla="*/ 2509 w 3261"/>
              <a:gd name="T23" fmla="*/ 1736 h 2864"/>
              <a:gd name="T24" fmla="*/ 1882 w 3261"/>
              <a:gd name="T25" fmla="*/ 1736 h 2864"/>
              <a:gd name="T26" fmla="*/ 1506 w 3261"/>
              <a:gd name="T27" fmla="*/ 1486 h 2864"/>
              <a:gd name="T28" fmla="*/ 1506 w 3261"/>
              <a:gd name="T29" fmla="*/ 1486 h 2864"/>
              <a:gd name="T30" fmla="*/ 1380 w 3261"/>
              <a:gd name="T31" fmla="*/ 1486 h 2864"/>
              <a:gd name="T32" fmla="*/ 1003 w 3261"/>
              <a:gd name="T33" fmla="*/ 1736 h 2864"/>
              <a:gd name="T34" fmla="*/ 376 w 3261"/>
              <a:gd name="T35" fmla="*/ 1736 h 2864"/>
              <a:gd name="T36" fmla="*/ 2634 w 3261"/>
              <a:gd name="T37" fmla="*/ 1485 h 2864"/>
              <a:gd name="T38" fmla="*/ 2634 w 3261"/>
              <a:gd name="T39" fmla="*/ 1485 h 2864"/>
              <a:gd name="T40" fmla="*/ 2576 w 3261"/>
              <a:gd name="T41" fmla="*/ 23 h 2864"/>
              <a:gd name="T42" fmla="*/ 2616 w 3261"/>
              <a:gd name="T43" fmla="*/ 106 h 2864"/>
              <a:gd name="T44" fmla="*/ 2594 w 3261"/>
              <a:gd name="T45" fmla="*/ 328 h 2864"/>
              <a:gd name="T46" fmla="*/ 2534 w 3261"/>
              <a:gd name="T47" fmla="*/ 485 h 2864"/>
              <a:gd name="T48" fmla="*/ 2446 w 3261"/>
              <a:gd name="T49" fmla="*/ 591 h 2864"/>
              <a:gd name="T50" fmla="*/ 2340 w 3261"/>
              <a:gd name="T51" fmla="*/ 655 h 2864"/>
              <a:gd name="T52" fmla="*/ 2225 w 3261"/>
              <a:gd name="T53" fmla="*/ 692 h 2864"/>
              <a:gd name="T54" fmla="*/ 2111 w 3261"/>
              <a:gd name="T55" fmla="*/ 713 h 2864"/>
              <a:gd name="T56" fmla="*/ 1988 w 3261"/>
              <a:gd name="T57" fmla="*/ 731 h 2864"/>
              <a:gd name="T58" fmla="*/ 1882 w 3261"/>
              <a:gd name="T59" fmla="*/ 761 h 2864"/>
              <a:gd name="T60" fmla="*/ 1803 w 3261"/>
              <a:gd name="T61" fmla="*/ 822 h 2864"/>
              <a:gd name="T62" fmla="*/ 1755 w 3261"/>
              <a:gd name="T63" fmla="*/ 931 h 2864"/>
              <a:gd name="T64" fmla="*/ 1738 w 3261"/>
              <a:gd name="T65" fmla="*/ 1109 h 2864"/>
              <a:gd name="T66" fmla="*/ 3021 w 3261"/>
              <a:gd name="T67" fmla="*/ 1135 h 2864"/>
              <a:gd name="T68" fmla="*/ 3167 w 3261"/>
              <a:gd name="T69" fmla="*/ 1236 h 2864"/>
              <a:gd name="T70" fmla="*/ 3250 w 3261"/>
              <a:gd name="T71" fmla="*/ 1393 h 2864"/>
              <a:gd name="T72" fmla="*/ 3258 w 3261"/>
              <a:gd name="T73" fmla="*/ 2535 h 2864"/>
              <a:gd name="T74" fmla="*/ 3194 w 3261"/>
              <a:gd name="T75" fmla="*/ 2702 h 2864"/>
              <a:gd name="T76" fmla="*/ 3062 w 3261"/>
              <a:gd name="T77" fmla="*/ 2820 h 2864"/>
              <a:gd name="T78" fmla="*/ 2885 w 3261"/>
              <a:gd name="T79" fmla="*/ 2864 h 2864"/>
              <a:gd name="T80" fmla="*/ 240 w 3261"/>
              <a:gd name="T81" fmla="*/ 2838 h 2864"/>
              <a:gd name="T82" fmla="*/ 95 w 3261"/>
              <a:gd name="T83" fmla="*/ 2738 h 2864"/>
              <a:gd name="T84" fmla="*/ 11 w 3261"/>
              <a:gd name="T85" fmla="*/ 2580 h 2864"/>
              <a:gd name="T86" fmla="*/ 3 w 3261"/>
              <a:gd name="T87" fmla="*/ 1438 h 2864"/>
              <a:gd name="T88" fmla="*/ 68 w 3261"/>
              <a:gd name="T89" fmla="*/ 1270 h 2864"/>
              <a:gd name="T90" fmla="*/ 200 w 3261"/>
              <a:gd name="T91" fmla="*/ 1153 h 2864"/>
              <a:gd name="T92" fmla="*/ 376 w 3261"/>
              <a:gd name="T93" fmla="*/ 1109 h 2864"/>
              <a:gd name="T94" fmla="*/ 1537 w 3261"/>
              <a:gd name="T95" fmla="*/ 938 h 2864"/>
              <a:gd name="T96" fmla="*/ 1587 w 3261"/>
              <a:gd name="T97" fmla="*/ 768 h 2864"/>
              <a:gd name="T98" fmla="*/ 1669 w 3261"/>
              <a:gd name="T99" fmla="*/ 652 h 2864"/>
              <a:gd name="T100" fmla="*/ 1771 w 3261"/>
              <a:gd name="T101" fmla="*/ 579 h 2864"/>
              <a:gd name="T102" fmla="*/ 1884 w 3261"/>
              <a:gd name="T103" fmla="*/ 536 h 2864"/>
              <a:gd name="T104" fmla="*/ 1999 w 3261"/>
              <a:gd name="T105" fmla="*/ 513 h 2864"/>
              <a:gd name="T106" fmla="*/ 2119 w 3261"/>
              <a:gd name="T107" fmla="*/ 496 h 2864"/>
              <a:gd name="T108" fmla="*/ 2233 w 3261"/>
              <a:gd name="T109" fmla="*/ 470 h 2864"/>
              <a:gd name="T110" fmla="*/ 2319 w 3261"/>
              <a:gd name="T111" fmla="*/ 417 h 2864"/>
              <a:gd name="T112" fmla="*/ 2376 w 3261"/>
              <a:gd name="T113" fmla="*/ 321 h 2864"/>
              <a:gd name="T114" fmla="*/ 2401 w 3261"/>
              <a:gd name="T115" fmla="*/ 159 h 2864"/>
              <a:gd name="T116" fmla="*/ 2425 w 3261"/>
              <a:gd name="T117" fmla="*/ 39 h 2864"/>
              <a:gd name="T118" fmla="*/ 2509 w 3261"/>
              <a:gd name="T119" fmla="*/ 0 h 2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61" h="2864">
                <a:moveTo>
                  <a:pt x="2634" y="2237"/>
                </a:moveTo>
                <a:lnTo>
                  <a:pt x="2634" y="2488"/>
                </a:lnTo>
                <a:lnTo>
                  <a:pt x="2885" y="2488"/>
                </a:lnTo>
                <a:lnTo>
                  <a:pt x="2885" y="2237"/>
                </a:lnTo>
                <a:lnTo>
                  <a:pt x="2634" y="2237"/>
                </a:lnTo>
                <a:close/>
                <a:moveTo>
                  <a:pt x="752" y="2237"/>
                </a:moveTo>
                <a:lnTo>
                  <a:pt x="752" y="2488"/>
                </a:lnTo>
                <a:lnTo>
                  <a:pt x="2509" y="2488"/>
                </a:lnTo>
                <a:lnTo>
                  <a:pt x="2509" y="2237"/>
                </a:lnTo>
                <a:lnTo>
                  <a:pt x="752" y="2237"/>
                </a:lnTo>
                <a:close/>
                <a:moveTo>
                  <a:pt x="376" y="2237"/>
                </a:moveTo>
                <a:lnTo>
                  <a:pt x="376" y="2488"/>
                </a:lnTo>
                <a:lnTo>
                  <a:pt x="627" y="2488"/>
                </a:lnTo>
                <a:lnTo>
                  <a:pt x="627" y="2237"/>
                </a:lnTo>
                <a:lnTo>
                  <a:pt x="376" y="2237"/>
                </a:lnTo>
                <a:close/>
                <a:moveTo>
                  <a:pt x="2383" y="1862"/>
                </a:moveTo>
                <a:lnTo>
                  <a:pt x="2383" y="2113"/>
                </a:lnTo>
                <a:lnTo>
                  <a:pt x="2634" y="2113"/>
                </a:lnTo>
                <a:lnTo>
                  <a:pt x="2634" y="1862"/>
                </a:lnTo>
                <a:lnTo>
                  <a:pt x="2383" y="1862"/>
                </a:lnTo>
                <a:close/>
                <a:moveTo>
                  <a:pt x="2007" y="1862"/>
                </a:moveTo>
                <a:lnTo>
                  <a:pt x="2007" y="2113"/>
                </a:lnTo>
                <a:lnTo>
                  <a:pt x="2258" y="2113"/>
                </a:lnTo>
                <a:lnTo>
                  <a:pt x="2258" y="1862"/>
                </a:lnTo>
                <a:lnTo>
                  <a:pt x="2007" y="1862"/>
                </a:lnTo>
                <a:close/>
                <a:moveTo>
                  <a:pt x="1631" y="1862"/>
                </a:moveTo>
                <a:lnTo>
                  <a:pt x="1631" y="2113"/>
                </a:lnTo>
                <a:lnTo>
                  <a:pt x="1882" y="2113"/>
                </a:lnTo>
                <a:lnTo>
                  <a:pt x="1882" y="1862"/>
                </a:lnTo>
                <a:lnTo>
                  <a:pt x="1631" y="1862"/>
                </a:lnTo>
                <a:close/>
                <a:moveTo>
                  <a:pt x="1255" y="1862"/>
                </a:moveTo>
                <a:lnTo>
                  <a:pt x="1255" y="2113"/>
                </a:lnTo>
                <a:lnTo>
                  <a:pt x="1506" y="2113"/>
                </a:lnTo>
                <a:lnTo>
                  <a:pt x="1506" y="1862"/>
                </a:lnTo>
                <a:lnTo>
                  <a:pt x="1255" y="1862"/>
                </a:lnTo>
                <a:close/>
                <a:moveTo>
                  <a:pt x="878" y="1862"/>
                </a:moveTo>
                <a:lnTo>
                  <a:pt x="878" y="2113"/>
                </a:lnTo>
                <a:lnTo>
                  <a:pt x="1130" y="2113"/>
                </a:lnTo>
                <a:lnTo>
                  <a:pt x="1130" y="1862"/>
                </a:lnTo>
                <a:lnTo>
                  <a:pt x="878" y="1862"/>
                </a:lnTo>
                <a:close/>
                <a:moveTo>
                  <a:pt x="502" y="1862"/>
                </a:moveTo>
                <a:lnTo>
                  <a:pt x="502" y="2113"/>
                </a:lnTo>
                <a:lnTo>
                  <a:pt x="752" y="2113"/>
                </a:lnTo>
                <a:lnTo>
                  <a:pt x="752" y="1862"/>
                </a:lnTo>
                <a:lnTo>
                  <a:pt x="502" y="1862"/>
                </a:lnTo>
                <a:close/>
                <a:moveTo>
                  <a:pt x="2258" y="1486"/>
                </a:moveTo>
                <a:lnTo>
                  <a:pt x="2258" y="1736"/>
                </a:lnTo>
                <a:lnTo>
                  <a:pt x="2509" y="1736"/>
                </a:lnTo>
                <a:lnTo>
                  <a:pt x="2509" y="1486"/>
                </a:lnTo>
                <a:lnTo>
                  <a:pt x="2258" y="1486"/>
                </a:lnTo>
                <a:close/>
                <a:moveTo>
                  <a:pt x="1882" y="1486"/>
                </a:moveTo>
                <a:lnTo>
                  <a:pt x="1882" y="1736"/>
                </a:lnTo>
                <a:lnTo>
                  <a:pt x="2133" y="1736"/>
                </a:lnTo>
                <a:lnTo>
                  <a:pt x="2133" y="1486"/>
                </a:lnTo>
                <a:lnTo>
                  <a:pt x="1882" y="1486"/>
                </a:lnTo>
                <a:close/>
                <a:moveTo>
                  <a:pt x="1506" y="1486"/>
                </a:moveTo>
                <a:lnTo>
                  <a:pt x="1506" y="1736"/>
                </a:lnTo>
                <a:lnTo>
                  <a:pt x="1757" y="1736"/>
                </a:lnTo>
                <a:lnTo>
                  <a:pt x="1757" y="1486"/>
                </a:lnTo>
                <a:lnTo>
                  <a:pt x="1506" y="1486"/>
                </a:lnTo>
                <a:close/>
                <a:moveTo>
                  <a:pt x="1130" y="1486"/>
                </a:moveTo>
                <a:lnTo>
                  <a:pt x="1130" y="1736"/>
                </a:lnTo>
                <a:lnTo>
                  <a:pt x="1380" y="1736"/>
                </a:lnTo>
                <a:lnTo>
                  <a:pt x="1380" y="1486"/>
                </a:lnTo>
                <a:lnTo>
                  <a:pt x="1130" y="1486"/>
                </a:lnTo>
                <a:close/>
                <a:moveTo>
                  <a:pt x="752" y="1486"/>
                </a:moveTo>
                <a:lnTo>
                  <a:pt x="752" y="1736"/>
                </a:lnTo>
                <a:lnTo>
                  <a:pt x="1003" y="1736"/>
                </a:lnTo>
                <a:lnTo>
                  <a:pt x="1003" y="1486"/>
                </a:lnTo>
                <a:lnTo>
                  <a:pt x="752" y="1486"/>
                </a:lnTo>
                <a:close/>
                <a:moveTo>
                  <a:pt x="376" y="1486"/>
                </a:moveTo>
                <a:lnTo>
                  <a:pt x="376" y="1736"/>
                </a:lnTo>
                <a:lnTo>
                  <a:pt x="627" y="1736"/>
                </a:lnTo>
                <a:lnTo>
                  <a:pt x="627" y="1486"/>
                </a:lnTo>
                <a:lnTo>
                  <a:pt x="376" y="1486"/>
                </a:lnTo>
                <a:close/>
                <a:moveTo>
                  <a:pt x="2634" y="1485"/>
                </a:moveTo>
                <a:lnTo>
                  <a:pt x="2634" y="1736"/>
                </a:lnTo>
                <a:lnTo>
                  <a:pt x="2885" y="1736"/>
                </a:lnTo>
                <a:lnTo>
                  <a:pt x="2885" y="1485"/>
                </a:lnTo>
                <a:lnTo>
                  <a:pt x="2634" y="1485"/>
                </a:lnTo>
                <a:close/>
                <a:moveTo>
                  <a:pt x="2509" y="0"/>
                </a:moveTo>
                <a:lnTo>
                  <a:pt x="2533" y="2"/>
                </a:lnTo>
                <a:lnTo>
                  <a:pt x="2556" y="10"/>
                </a:lnTo>
                <a:lnTo>
                  <a:pt x="2576" y="23"/>
                </a:lnTo>
                <a:lnTo>
                  <a:pt x="2592" y="39"/>
                </a:lnTo>
                <a:lnTo>
                  <a:pt x="2605" y="59"/>
                </a:lnTo>
                <a:lnTo>
                  <a:pt x="2613" y="82"/>
                </a:lnTo>
                <a:lnTo>
                  <a:pt x="2616" y="106"/>
                </a:lnTo>
                <a:lnTo>
                  <a:pt x="2614" y="168"/>
                </a:lnTo>
                <a:lnTo>
                  <a:pt x="2610" y="226"/>
                </a:lnTo>
                <a:lnTo>
                  <a:pt x="2603" y="279"/>
                </a:lnTo>
                <a:lnTo>
                  <a:pt x="2594" y="328"/>
                </a:lnTo>
                <a:lnTo>
                  <a:pt x="2582" y="373"/>
                </a:lnTo>
                <a:lnTo>
                  <a:pt x="2568" y="413"/>
                </a:lnTo>
                <a:lnTo>
                  <a:pt x="2551" y="452"/>
                </a:lnTo>
                <a:lnTo>
                  <a:pt x="2534" y="485"/>
                </a:lnTo>
                <a:lnTo>
                  <a:pt x="2514" y="516"/>
                </a:lnTo>
                <a:lnTo>
                  <a:pt x="2493" y="543"/>
                </a:lnTo>
                <a:lnTo>
                  <a:pt x="2470" y="569"/>
                </a:lnTo>
                <a:lnTo>
                  <a:pt x="2446" y="591"/>
                </a:lnTo>
                <a:lnTo>
                  <a:pt x="2420" y="610"/>
                </a:lnTo>
                <a:lnTo>
                  <a:pt x="2394" y="627"/>
                </a:lnTo>
                <a:lnTo>
                  <a:pt x="2368" y="642"/>
                </a:lnTo>
                <a:lnTo>
                  <a:pt x="2340" y="655"/>
                </a:lnTo>
                <a:lnTo>
                  <a:pt x="2311" y="667"/>
                </a:lnTo>
                <a:lnTo>
                  <a:pt x="2283" y="676"/>
                </a:lnTo>
                <a:lnTo>
                  <a:pt x="2254" y="685"/>
                </a:lnTo>
                <a:lnTo>
                  <a:pt x="2225" y="692"/>
                </a:lnTo>
                <a:lnTo>
                  <a:pt x="2195" y="699"/>
                </a:lnTo>
                <a:lnTo>
                  <a:pt x="2167" y="704"/>
                </a:lnTo>
                <a:lnTo>
                  <a:pt x="2139" y="709"/>
                </a:lnTo>
                <a:lnTo>
                  <a:pt x="2111" y="713"/>
                </a:lnTo>
                <a:lnTo>
                  <a:pt x="2084" y="717"/>
                </a:lnTo>
                <a:lnTo>
                  <a:pt x="2050" y="721"/>
                </a:lnTo>
                <a:lnTo>
                  <a:pt x="2018" y="726"/>
                </a:lnTo>
                <a:lnTo>
                  <a:pt x="1988" y="731"/>
                </a:lnTo>
                <a:lnTo>
                  <a:pt x="1958" y="737"/>
                </a:lnTo>
                <a:lnTo>
                  <a:pt x="1931" y="744"/>
                </a:lnTo>
                <a:lnTo>
                  <a:pt x="1906" y="752"/>
                </a:lnTo>
                <a:lnTo>
                  <a:pt x="1882" y="761"/>
                </a:lnTo>
                <a:lnTo>
                  <a:pt x="1860" y="773"/>
                </a:lnTo>
                <a:lnTo>
                  <a:pt x="1839" y="786"/>
                </a:lnTo>
                <a:lnTo>
                  <a:pt x="1820" y="803"/>
                </a:lnTo>
                <a:lnTo>
                  <a:pt x="1803" y="822"/>
                </a:lnTo>
                <a:lnTo>
                  <a:pt x="1788" y="844"/>
                </a:lnTo>
                <a:lnTo>
                  <a:pt x="1775" y="870"/>
                </a:lnTo>
                <a:lnTo>
                  <a:pt x="1764" y="898"/>
                </a:lnTo>
                <a:lnTo>
                  <a:pt x="1755" y="931"/>
                </a:lnTo>
                <a:lnTo>
                  <a:pt x="1747" y="969"/>
                </a:lnTo>
                <a:lnTo>
                  <a:pt x="1742" y="1011"/>
                </a:lnTo>
                <a:lnTo>
                  <a:pt x="1739" y="1057"/>
                </a:lnTo>
                <a:lnTo>
                  <a:pt x="1738" y="1109"/>
                </a:lnTo>
                <a:lnTo>
                  <a:pt x="2885" y="1109"/>
                </a:lnTo>
                <a:lnTo>
                  <a:pt x="2933" y="1112"/>
                </a:lnTo>
                <a:lnTo>
                  <a:pt x="2978" y="1121"/>
                </a:lnTo>
                <a:lnTo>
                  <a:pt x="3021" y="1135"/>
                </a:lnTo>
                <a:lnTo>
                  <a:pt x="3062" y="1153"/>
                </a:lnTo>
                <a:lnTo>
                  <a:pt x="3100" y="1176"/>
                </a:lnTo>
                <a:lnTo>
                  <a:pt x="3135" y="1205"/>
                </a:lnTo>
                <a:lnTo>
                  <a:pt x="3167" y="1236"/>
                </a:lnTo>
                <a:lnTo>
                  <a:pt x="3194" y="1270"/>
                </a:lnTo>
                <a:lnTo>
                  <a:pt x="3217" y="1308"/>
                </a:lnTo>
                <a:lnTo>
                  <a:pt x="3236" y="1350"/>
                </a:lnTo>
                <a:lnTo>
                  <a:pt x="3250" y="1393"/>
                </a:lnTo>
                <a:lnTo>
                  <a:pt x="3258" y="1438"/>
                </a:lnTo>
                <a:lnTo>
                  <a:pt x="3261" y="1486"/>
                </a:lnTo>
                <a:lnTo>
                  <a:pt x="3261" y="2488"/>
                </a:lnTo>
                <a:lnTo>
                  <a:pt x="3258" y="2535"/>
                </a:lnTo>
                <a:lnTo>
                  <a:pt x="3250" y="2580"/>
                </a:lnTo>
                <a:lnTo>
                  <a:pt x="3236" y="2624"/>
                </a:lnTo>
                <a:lnTo>
                  <a:pt x="3217" y="2665"/>
                </a:lnTo>
                <a:lnTo>
                  <a:pt x="3194" y="2702"/>
                </a:lnTo>
                <a:lnTo>
                  <a:pt x="3167" y="2738"/>
                </a:lnTo>
                <a:lnTo>
                  <a:pt x="3135" y="2769"/>
                </a:lnTo>
                <a:lnTo>
                  <a:pt x="3100" y="2796"/>
                </a:lnTo>
                <a:lnTo>
                  <a:pt x="3062" y="2820"/>
                </a:lnTo>
                <a:lnTo>
                  <a:pt x="3021" y="2838"/>
                </a:lnTo>
                <a:lnTo>
                  <a:pt x="2978" y="2853"/>
                </a:lnTo>
                <a:lnTo>
                  <a:pt x="2933" y="2861"/>
                </a:lnTo>
                <a:lnTo>
                  <a:pt x="2885" y="2864"/>
                </a:lnTo>
                <a:lnTo>
                  <a:pt x="376" y="2864"/>
                </a:lnTo>
                <a:lnTo>
                  <a:pt x="329" y="2861"/>
                </a:lnTo>
                <a:lnTo>
                  <a:pt x="283" y="2853"/>
                </a:lnTo>
                <a:lnTo>
                  <a:pt x="240" y="2838"/>
                </a:lnTo>
                <a:lnTo>
                  <a:pt x="200" y="2820"/>
                </a:lnTo>
                <a:lnTo>
                  <a:pt x="161" y="2796"/>
                </a:lnTo>
                <a:lnTo>
                  <a:pt x="126" y="2769"/>
                </a:lnTo>
                <a:lnTo>
                  <a:pt x="95" y="2738"/>
                </a:lnTo>
                <a:lnTo>
                  <a:pt x="68" y="2702"/>
                </a:lnTo>
                <a:lnTo>
                  <a:pt x="44" y="2665"/>
                </a:lnTo>
                <a:lnTo>
                  <a:pt x="25" y="2624"/>
                </a:lnTo>
                <a:lnTo>
                  <a:pt x="11" y="2580"/>
                </a:lnTo>
                <a:lnTo>
                  <a:pt x="3" y="2535"/>
                </a:lnTo>
                <a:lnTo>
                  <a:pt x="0" y="2488"/>
                </a:lnTo>
                <a:lnTo>
                  <a:pt x="0" y="1486"/>
                </a:lnTo>
                <a:lnTo>
                  <a:pt x="3" y="1438"/>
                </a:lnTo>
                <a:lnTo>
                  <a:pt x="11" y="1393"/>
                </a:lnTo>
                <a:lnTo>
                  <a:pt x="25" y="1350"/>
                </a:lnTo>
                <a:lnTo>
                  <a:pt x="44" y="1308"/>
                </a:lnTo>
                <a:lnTo>
                  <a:pt x="68" y="1270"/>
                </a:lnTo>
                <a:lnTo>
                  <a:pt x="95" y="1236"/>
                </a:lnTo>
                <a:lnTo>
                  <a:pt x="126" y="1205"/>
                </a:lnTo>
                <a:lnTo>
                  <a:pt x="161" y="1176"/>
                </a:lnTo>
                <a:lnTo>
                  <a:pt x="200" y="1153"/>
                </a:lnTo>
                <a:lnTo>
                  <a:pt x="240" y="1135"/>
                </a:lnTo>
                <a:lnTo>
                  <a:pt x="283" y="1121"/>
                </a:lnTo>
                <a:lnTo>
                  <a:pt x="329" y="1112"/>
                </a:lnTo>
                <a:lnTo>
                  <a:pt x="376" y="1109"/>
                </a:lnTo>
                <a:lnTo>
                  <a:pt x="1524" y="1109"/>
                </a:lnTo>
                <a:lnTo>
                  <a:pt x="1526" y="1048"/>
                </a:lnTo>
                <a:lnTo>
                  <a:pt x="1530" y="991"/>
                </a:lnTo>
                <a:lnTo>
                  <a:pt x="1537" y="938"/>
                </a:lnTo>
                <a:lnTo>
                  <a:pt x="1546" y="890"/>
                </a:lnTo>
                <a:lnTo>
                  <a:pt x="1558" y="846"/>
                </a:lnTo>
                <a:lnTo>
                  <a:pt x="1572" y="805"/>
                </a:lnTo>
                <a:lnTo>
                  <a:pt x="1587" y="768"/>
                </a:lnTo>
                <a:lnTo>
                  <a:pt x="1606" y="735"/>
                </a:lnTo>
                <a:lnTo>
                  <a:pt x="1625" y="704"/>
                </a:lnTo>
                <a:lnTo>
                  <a:pt x="1646" y="676"/>
                </a:lnTo>
                <a:lnTo>
                  <a:pt x="1669" y="652"/>
                </a:lnTo>
                <a:lnTo>
                  <a:pt x="1693" y="630"/>
                </a:lnTo>
                <a:lnTo>
                  <a:pt x="1717" y="611"/>
                </a:lnTo>
                <a:lnTo>
                  <a:pt x="1744" y="594"/>
                </a:lnTo>
                <a:lnTo>
                  <a:pt x="1771" y="579"/>
                </a:lnTo>
                <a:lnTo>
                  <a:pt x="1798" y="565"/>
                </a:lnTo>
                <a:lnTo>
                  <a:pt x="1826" y="554"/>
                </a:lnTo>
                <a:lnTo>
                  <a:pt x="1855" y="544"/>
                </a:lnTo>
                <a:lnTo>
                  <a:pt x="1884" y="536"/>
                </a:lnTo>
                <a:lnTo>
                  <a:pt x="1913" y="529"/>
                </a:lnTo>
                <a:lnTo>
                  <a:pt x="1941" y="523"/>
                </a:lnTo>
                <a:lnTo>
                  <a:pt x="1971" y="518"/>
                </a:lnTo>
                <a:lnTo>
                  <a:pt x="1999" y="513"/>
                </a:lnTo>
                <a:lnTo>
                  <a:pt x="2026" y="509"/>
                </a:lnTo>
                <a:lnTo>
                  <a:pt x="2053" y="506"/>
                </a:lnTo>
                <a:lnTo>
                  <a:pt x="2087" y="501"/>
                </a:lnTo>
                <a:lnTo>
                  <a:pt x="2119" y="496"/>
                </a:lnTo>
                <a:lnTo>
                  <a:pt x="2150" y="491"/>
                </a:lnTo>
                <a:lnTo>
                  <a:pt x="2179" y="485"/>
                </a:lnTo>
                <a:lnTo>
                  <a:pt x="2207" y="478"/>
                </a:lnTo>
                <a:lnTo>
                  <a:pt x="2233" y="470"/>
                </a:lnTo>
                <a:lnTo>
                  <a:pt x="2257" y="460"/>
                </a:lnTo>
                <a:lnTo>
                  <a:pt x="2279" y="448"/>
                </a:lnTo>
                <a:lnTo>
                  <a:pt x="2299" y="433"/>
                </a:lnTo>
                <a:lnTo>
                  <a:pt x="2319" y="417"/>
                </a:lnTo>
                <a:lnTo>
                  <a:pt x="2336" y="398"/>
                </a:lnTo>
                <a:lnTo>
                  <a:pt x="2351" y="376"/>
                </a:lnTo>
                <a:lnTo>
                  <a:pt x="2365" y="350"/>
                </a:lnTo>
                <a:lnTo>
                  <a:pt x="2376" y="321"/>
                </a:lnTo>
                <a:lnTo>
                  <a:pt x="2385" y="286"/>
                </a:lnTo>
                <a:lnTo>
                  <a:pt x="2393" y="249"/>
                </a:lnTo>
                <a:lnTo>
                  <a:pt x="2398" y="207"/>
                </a:lnTo>
                <a:lnTo>
                  <a:pt x="2401" y="159"/>
                </a:lnTo>
                <a:lnTo>
                  <a:pt x="2402" y="106"/>
                </a:lnTo>
                <a:lnTo>
                  <a:pt x="2405" y="82"/>
                </a:lnTo>
                <a:lnTo>
                  <a:pt x="2413" y="59"/>
                </a:lnTo>
                <a:lnTo>
                  <a:pt x="2425" y="39"/>
                </a:lnTo>
                <a:lnTo>
                  <a:pt x="2443" y="23"/>
                </a:lnTo>
                <a:lnTo>
                  <a:pt x="2462" y="10"/>
                </a:lnTo>
                <a:lnTo>
                  <a:pt x="2485" y="2"/>
                </a:lnTo>
                <a:lnTo>
                  <a:pt x="2509" y="0"/>
                </a:lnTo>
                <a:close/>
              </a:path>
            </a:pathLst>
          </a:custGeom>
          <a:solidFill>
            <a:srgbClr val="1B4DA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Freeform 47">
            <a:extLst>
              <a:ext uri="{FF2B5EF4-FFF2-40B4-BE49-F238E27FC236}">
                <a16:creationId xmlns:a16="http://schemas.microsoft.com/office/drawing/2014/main" id="{7BB50770-2D4F-29ED-4BFB-B1B18975323F}"/>
              </a:ext>
            </a:extLst>
          </p:cNvPr>
          <p:cNvSpPr>
            <a:spLocks noEditPoints="1"/>
          </p:cNvSpPr>
          <p:nvPr/>
        </p:nvSpPr>
        <p:spPr bwMode="auto">
          <a:xfrm>
            <a:off x="6525716" y="3303063"/>
            <a:ext cx="262265" cy="262265"/>
          </a:xfrm>
          <a:custGeom>
            <a:avLst/>
            <a:gdLst>
              <a:gd name="T0" fmla="*/ 3060 w 3521"/>
              <a:gd name="T1" fmla="*/ 688 h 3520"/>
              <a:gd name="T2" fmla="*/ 3028 w 3521"/>
              <a:gd name="T3" fmla="*/ 704 h 3520"/>
              <a:gd name="T4" fmla="*/ 2765 w 3521"/>
              <a:gd name="T5" fmla="*/ 971 h 3520"/>
              <a:gd name="T6" fmla="*/ 2761 w 3521"/>
              <a:gd name="T7" fmla="*/ 1004 h 3520"/>
              <a:gd name="T8" fmla="*/ 2776 w 3521"/>
              <a:gd name="T9" fmla="*/ 1036 h 3520"/>
              <a:gd name="T10" fmla="*/ 2860 w 3521"/>
              <a:gd name="T11" fmla="*/ 1115 h 3520"/>
              <a:gd name="T12" fmla="*/ 2894 w 3521"/>
              <a:gd name="T13" fmla="*/ 1120 h 3520"/>
              <a:gd name="T14" fmla="*/ 2925 w 3521"/>
              <a:gd name="T15" fmla="*/ 1104 h 3520"/>
              <a:gd name="T16" fmla="*/ 3187 w 3521"/>
              <a:gd name="T17" fmla="*/ 838 h 3520"/>
              <a:gd name="T18" fmla="*/ 3192 w 3521"/>
              <a:gd name="T19" fmla="*/ 804 h 3520"/>
              <a:gd name="T20" fmla="*/ 3177 w 3521"/>
              <a:gd name="T21" fmla="*/ 773 h 3520"/>
              <a:gd name="T22" fmla="*/ 3094 w 3521"/>
              <a:gd name="T23" fmla="*/ 694 h 3520"/>
              <a:gd name="T24" fmla="*/ 1944 w 3521"/>
              <a:gd name="T25" fmla="*/ 509 h 3520"/>
              <a:gd name="T26" fmla="*/ 1978 w 3521"/>
              <a:gd name="T27" fmla="*/ 514 h 3520"/>
              <a:gd name="T28" fmla="*/ 2996 w 3521"/>
              <a:gd name="T29" fmla="*/ 1528 h 3520"/>
              <a:gd name="T30" fmla="*/ 3011 w 3521"/>
              <a:gd name="T31" fmla="*/ 1558 h 3520"/>
              <a:gd name="T32" fmla="*/ 3006 w 3521"/>
              <a:gd name="T33" fmla="*/ 1592 h 3520"/>
              <a:gd name="T34" fmla="*/ 1098 w 3521"/>
              <a:gd name="T35" fmla="*/ 3503 h 3520"/>
              <a:gd name="T36" fmla="*/ 1068 w 3521"/>
              <a:gd name="T37" fmla="*/ 3520 h 3520"/>
              <a:gd name="T38" fmla="*/ 1034 w 3521"/>
              <a:gd name="T39" fmla="*/ 3514 h 3520"/>
              <a:gd name="T40" fmla="*/ 16 w 3521"/>
              <a:gd name="T41" fmla="*/ 2501 h 3520"/>
              <a:gd name="T42" fmla="*/ 0 w 3521"/>
              <a:gd name="T43" fmla="*/ 2469 h 3520"/>
              <a:gd name="T44" fmla="*/ 5 w 3521"/>
              <a:gd name="T45" fmla="*/ 2436 h 3520"/>
              <a:gd name="T46" fmla="*/ 1914 w 3521"/>
              <a:gd name="T47" fmla="*/ 524 h 3520"/>
              <a:gd name="T48" fmla="*/ 1944 w 3521"/>
              <a:gd name="T49" fmla="*/ 509 h 3520"/>
              <a:gd name="T50" fmla="*/ 2682 w 3521"/>
              <a:gd name="T51" fmla="*/ 333 h 3520"/>
              <a:gd name="T52" fmla="*/ 2416 w 3521"/>
              <a:gd name="T53" fmla="*/ 595 h 3520"/>
              <a:gd name="T54" fmla="*/ 2401 w 3521"/>
              <a:gd name="T55" fmla="*/ 626 h 3520"/>
              <a:gd name="T56" fmla="*/ 2405 w 3521"/>
              <a:gd name="T57" fmla="*/ 660 h 3520"/>
              <a:gd name="T58" fmla="*/ 2485 w 3521"/>
              <a:gd name="T59" fmla="*/ 744 h 3520"/>
              <a:gd name="T60" fmla="*/ 2516 w 3521"/>
              <a:gd name="T61" fmla="*/ 759 h 3520"/>
              <a:gd name="T62" fmla="*/ 2549 w 3521"/>
              <a:gd name="T63" fmla="*/ 754 h 3520"/>
              <a:gd name="T64" fmla="*/ 2817 w 3521"/>
              <a:gd name="T65" fmla="*/ 492 h 3520"/>
              <a:gd name="T66" fmla="*/ 2832 w 3521"/>
              <a:gd name="T67" fmla="*/ 461 h 3520"/>
              <a:gd name="T68" fmla="*/ 2826 w 3521"/>
              <a:gd name="T69" fmla="*/ 428 h 3520"/>
              <a:gd name="T70" fmla="*/ 2747 w 3521"/>
              <a:gd name="T71" fmla="*/ 344 h 3520"/>
              <a:gd name="T72" fmla="*/ 2716 w 3521"/>
              <a:gd name="T73" fmla="*/ 328 h 3520"/>
              <a:gd name="T74" fmla="*/ 2736 w 3521"/>
              <a:gd name="T75" fmla="*/ 0 h 3520"/>
              <a:gd name="T76" fmla="*/ 2770 w 3521"/>
              <a:gd name="T77" fmla="*/ 4 h 3520"/>
              <a:gd name="T78" fmla="*/ 3505 w 3521"/>
              <a:gd name="T79" fmla="*/ 736 h 3520"/>
              <a:gd name="T80" fmla="*/ 3521 w 3521"/>
              <a:gd name="T81" fmla="*/ 767 h 3520"/>
              <a:gd name="T82" fmla="*/ 3516 w 3521"/>
              <a:gd name="T83" fmla="*/ 801 h 3520"/>
              <a:gd name="T84" fmla="*/ 2994 w 3521"/>
              <a:gd name="T85" fmla="*/ 1327 h 3520"/>
              <a:gd name="T86" fmla="*/ 2963 w 3521"/>
              <a:gd name="T87" fmla="*/ 1342 h 3520"/>
              <a:gd name="T88" fmla="*/ 2930 w 3521"/>
              <a:gd name="T89" fmla="*/ 1337 h 3520"/>
              <a:gd name="T90" fmla="*/ 2193 w 3521"/>
              <a:gd name="T91" fmla="*/ 606 h 3520"/>
              <a:gd name="T92" fmla="*/ 2178 w 3521"/>
              <a:gd name="T93" fmla="*/ 574 h 3520"/>
              <a:gd name="T94" fmla="*/ 2183 w 3521"/>
              <a:gd name="T95" fmla="*/ 540 h 3520"/>
              <a:gd name="T96" fmla="*/ 2705 w 3521"/>
              <a:gd name="T97" fmla="*/ 15 h 3520"/>
              <a:gd name="T98" fmla="*/ 2736 w 3521"/>
              <a:gd name="T99" fmla="*/ 0 h 3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521" h="3520">
                <a:moveTo>
                  <a:pt x="3076" y="688"/>
                </a:moveTo>
                <a:lnTo>
                  <a:pt x="3060" y="688"/>
                </a:lnTo>
                <a:lnTo>
                  <a:pt x="3044" y="694"/>
                </a:lnTo>
                <a:lnTo>
                  <a:pt x="3028" y="704"/>
                </a:lnTo>
                <a:lnTo>
                  <a:pt x="2776" y="956"/>
                </a:lnTo>
                <a:lnTo>
                  <a:pt x="2765" y="971"/>
                </a:lnTo>
                <a:lnTo>
                  <a:pt x="2761" y="987"/>
                </a:lnTo>
                <a:lnTo>
                  <a:pt x="2761" y="1004"/>
                </a:lnTo>
                <a:lnTo>
                  <a:pt x="2765" y="1020"/>
                </a:lnTo>
                <a:lnTo>
                  <a:pt x="2776" y="1036"/>
                </a:lnTo>
                <a:lnTo>
                  <a:pt x="2846" y="1104"/>
                </a:lnTo>
                <a:lnTo>
                  <a:pt x="2860" y="1115"/>
                </a:lnTo>
                <a:lnTo>
                  <a:pt x="2876" y="1120"/>
                </a:lnTo>
                <a:lnTo>
                  <a:pt x="2894" y="1120"/>
                </a:lnTo>
                <a:lnTo>
                  <a:pt x="2910" y="1115"/>
                </a:lnTo>
                <a:lnTo>
                  <a:pt x="2925" y="1104"/>
                </a:lnTo>
                <a:lnTo>
                  <a:pt x="3177" y="852"/>
                </a:lnTo>
                <a:lnTo>
                  <a:pt x="3187" y="838"/>
                </a:lnTo>
                <a:lnTo>
                  <a:pt x="3192" y="822"/>
                </a:lnTo>
                <a:lnTo>
                  <a:pt x="3192" y="804"/>
                </a:lnTo>
                <a:lnTo>
                  <a:pt x="3187" y="788"/>
                </a:lnTo>
                <a:lnTo>
                  <a:pt x="3177" y="773"/>
                </a:lnTo>
                <a:lnTo>
                  <a:pt x="3108" y="704"/>
                </a:lnTo>
                <a:lnTo>
                  <a:pt x="3094" y="694"/>
                </a:lnTo>
                <a:lnTo>
                  <a:pt x="3076" y="688"/>
                </a:lnTo>
                <a:close/>
                <a:moveTo>
                  <a:pt x="1944" y="509"/>
                </a:moveTo>
                <a:lnTo>
                  <a:pt x="1962" y="509"/>
                </a:lnTo>
                <a:lnTo>
                  <a:pt x="1978" y="514"/>
                </a:lnTo>
                <a:lnTo>
                  <a:pt x="1992" y="524"/>
                </a:lnTo>
                <a:lnTo>
                  <a:pt x="2996" y="1528"/>
                </a:lnTo>
                <a:lnTo>
                  <a:pt x="3006" y="1542"/>
                </a:lnTo>
                <a:lnTo>
                  <a:pt x="3011" y="1558"/>
                </a:lnTo>
                <a:lnTo>
                  <a:pt x="3011" y="1575"/>
                </a:lnTo>
                <a:lnTo>
                  <a:pt x="3006" y="1592"/>
                </a:lnTo>
                <a:lnTo>
                  <a:pt x="2996" y="1607"/>
                </a:lnTo>
                <a:lnTo>
                  <a:pt x="1098" y="3503"/>
                </a:lnTo>
                <a:lnTo>
                  <a:pt x="1084" y="3514"/>
                </a:lnTo>
                <a:lnTo>
                  <a:pt x="1068" y="3520"/>
                </a:lnTo>
                <a:lnTo>
                  <a:pt x="1050" y="3520"/>
                </a:lnTo>
                <a:lnTo>
                  <a:pt x="1034" y="3514"/>
                </a:lnTo>
                <a:lnTo>
                  <a:pt x="1019" y="3503"/>
                </a:lnTo>
                <a:lnTo>
                  <a:pt x="16" y="2501"/>
                </a:lnTo>
                <a:lnTo>
                  <a:pt x="5" y="2487"/>
                </a:lnTo>
                <a:lnTo>
                  <a:pt x="0" y="2469"/>
                </a:lnTo>
                <a:lnTo>
                  <a:pt x="0" y="2453"/>
                </a:lnTo>
                <a:lnTo>
                  <a:pt x="5" y="2436"/>
                </a:lnTo>
                <a:lnTo>
                  <a:pt x="16" y="2422"/>
                </a:lnTo>
                <a:lnTo>
                  <a:pt x="1914" y="524"/>
                </a:lnTo>
                <a:lnTo>
                  <a:pt x="1928" y="514"/>
                </a:lnTo>
                <a:lnTo>
                  <a:pt x="1944" y="509"/>
                </a:lnTo>
                <a:close/>
                <a:moveTo>
                  <a:pt x="2699" y="328"/>
                </a:moveTo>
                <a:lnTo>
                  <a:pt x="2682" y="333"/>
                </a:lnTo>
                <a:lnTo>
                  <a:pt x="2668" y="344"/>
                </a:lnTo>
                <a:lnTo>
                  <a:pt x="2416" y="595"/>
                </a:lnTo>
                <a:lnTo>
                  <a:pt x="2405" y="610"/>
                </a:lnTo>
                <a:lnTo>
                  <a:pt x="2401" y="626"/>
                </a:lnTo>
                <a:lnTo>
                  <a:pt x="2401" y="644"/>
                </a:lnTo>
                <a:lnTo>
                  <a:pt x="2405" y="660"/>
                </a:lnTo>
                <a:lnTo>
                  <a:pt x="2416" y="674"/>
                </a:lnTo>
                <a:lnTo>
                  <a:pt x="2485" y="744"/>
                </a:lnTo>
                <a:lnTo>
                  <a:pt x="2499" y="754"/>
                </a:lnTo>
                <a:lnTo>
                  <a:pt x="2516" y="759"/>
                </a:lnTo>
                <a:lnTo>
                  <a:pt x="2533" y="759"/>
                </a:lnTo>
                <a:lnTo>
                  <a:pt x="2549" y="754"/>
                </a:lnTo>
                <a:lnTo>
                  <a:pt x="2565" y="744"/>
                </a:lnTo>
                <a:lnTo>
                  <a:pt x="2817" y="492"/>
                </a:lnTo>
                <a:lnTo>
                  <a:pt x="2826" y="477"/>
                </a:lnTo>
                <a:lnTo>
                  <a:pt x="2832" y="461"/>
                </a:lnTo>
                <a:lnTo>
                  <a:pt x="2832" y="444"/>
                </a:lnTo>
                <a:lnTo>
                  <a:pt x="2826" y="428"/>
                </a:lnTo>
                <a:lnTo>
                  <a:pt x="2817" y="412"/>
                </a:lnTo>
                <a:lnTo>
                  <a:pt x="2747" y="344"/>
                </a:lnTo>
                <a:lnTo>
                  <a:pt x="2732" y="333"/>
                </a:lnTo>
                <a:lnTo>
                  <a:pt x="2716" y="328"/>
                </a:lnTo>
                <a:lnTo>
                  <a:pt x="2699" y="328"/>
                </a:lnTo>
                <a:close/>
                <a:moveTo>
                  <a:pt x="2736" y="0"/>
                </a:moveTo>
                <a:lnTo>
                  <a:pt x="2752" y="0"/>
                </a:lnTo>
                <a:lnTo>
                  <a:pt x="2770" y="4"/>
                </a:lnTo>
                <a:lnTo>
                  <a:pt x="2784" y="15"/>
                </a:lnTo>
                <a:lnTo>
                  <a:pt x="3505" y="736"/>
                </a:lnTo>
                <a:lnTo>
                  <a:pt x="3516" y="751"/>
                </a:lnTo>
                <a:lnTo>
                  <a:pt x="3521" y="767"/>
                </a:lnTo>
                <a:lnTo>
                  <a:pt x="3521" y="784"/>
                </a:lnTo>
                <a:lnTo>
                  <a:pt x="3516" y="801"/>
                </a:lnTo>
                <a:lnTo>
                  <a:pt x="3505" y="815"/>
                </a:lnTo>
                <a:lnTo>
                  <a:pt x="2994" y="1327"/>
                </a:lnTo>
                <a:lnTo>
                  <a:pt x="2979" y="1337"/>
                </a:lnTo>
                <a:lnTo>
                  <a:pt x="2963" y="1342"/>
                </a:lnTo>
                <a:lnTo>
                  <a:pt x="2946" y="1342"/>
                </a:lnTo>
                <a:lnTo>
                  <a:pt x="2930" y="1337"/>
                </a:lnTo>
                <a:lnTo>
                  <a:pt x="2914" y="1327"/>
                </a:lnTo>
                <a:lnTo>
                  <a:pt x="2193" y="606"/>
                </a:lnTo>
                <a:lnTo>
                  <a:pt x="2183" y="590"/>
                </a:lnTo>
                <a:lnTo>
                  <a:pt x="2178" y="574"/>
                </a:lnTo>
                <a:lnTo>
                  <a:pt x="2178" y="557"/>
                </a:lnTo>
                <a:lnTo>
                  <a:pt x="2183" y="540"/>
                </a:lnTo>
                <a:lnTo>
                  <a:pt x="2193" y="526"/>
                </a:lnTo>
                <a:lnTo>
                  <a:pt x="2705" y="15"/>
                </a:lnTo>
                <a:lnTo>
                  <a:pt x="2719" y="4"/>
                </a:lnTo>
                <a:lnTo>
                  <a:pt x="2736" y="0"/>
                </a:lnTo>
                <a:close/>
              </a:path>
            </a:pathLst>
          </a:custGeom>
          <a:solidFill>
            <a:srgbClr val="1B4DA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490673-2C74-1485-51E9-A1D5E4B5EF02}"/>
              </a:ext>
            </a:extLst>
          </p:cNvPr>
          <p:cNvSpPr/>
          <p:nvPr/>
        </p:nvSpPr>
        <p:spPr>
          <a:xfrm>
            <a:off x="2811152" y="4743038"/>
            <a:ext cx="2513932" cy="1040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1B1371-576A-0E95-E922-051B17C8E721}"/>
              </a:ext>
            </a:extLst>
          </p:cNvPr>
          <p:cNvSpPr/>
          <p:nvPr/>
        </p:nvSpPr>
        <p:spPr>
          <a:xfrm>
            <a:off x="8056480" y="4743038"/>
            <a:ext cx="2513932" cy="1040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FD0ECA1-F089-800A-97BB-D054AB0998C5}"/>
              </a:ext>
            </a:extLst>
          </p:cNvPr>
          <p:cNvSpPr/>
          <p:nvPr/>
        </p:nvSpPr>
        <p:spPr>
          <a:xfrm>
            <a:off x="5408191" y="4743038"/>
            <a:ext cx="2513932" cy="1040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2AECFD-9C6F-574B-86F6-3CF4061CD7E0}"/>
              </a:ext>
            </a:extLst>
          </p:cNvPr>
          <p:cNvSpPr/>
          <p:nvPr/>
        </p:nvSpPr>
        <p:spPr>
          <a:xfrm>
            <a:off x="1494220" y="1468170"/>
            <a:ext cx="3764948" cy="903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870130-927E-5712-95B7-946FF14C5D88}"/>
              </a:ext>
            </a:extLst>
          </p:cNvPr>
          <p:cNvSpPr/>
          <p:nvPr/>
        </p:nvSpPr>
        <p:spPr>
          <a:xfrm>
            <a:off x="8133600" y="1462086"/>
            <a:ext cx="3871384" cy="903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5B86D81-022D-0F59-2FC5-F940F246C443}"/>
              </a:ext>
            </a:extLst>
          </p:cNvPr>
          <p:cNvCxnSpPr/>
          <p:nvPr/>
        </p:nvCxnSpPr>
        <p:spPr>
          <a:xfrm>
            <a:off x="5354625" y="1710421"/>
            <a:ext cx="0" cy="967617"/>
          </a:xfrm>
          <a:prstGeom prst="line">
            <a:avLst/>
          </a:prstGeom>
          <a:ln w="25400">
            <a:solidFill>
              <a:srgbClr val="1B4DA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919B527-7574-7DF7-08BB-82C58B294BB7}"/>
              </a:ext>
            </a:extLst>
          </p:cNvPr>
          <p:cNvCxnSpPr/>
          <p:nvPr/>
        </p:nvCxnSpPr>
        <p:spPr>
          <a:xfrm>
            <a:off x="7956450" y="1721432"/>
            <a:ext cx="0" cy="967617"/>
          </a:xfrm>
          <a:prstGeom prst="line">
            <a:avLst/>
          </a:prstGeom>
          <a:ln w="25400">
            <a:solidFill>
              <a:srgbClr val="1B4DA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DE3C669-ED64-B1FB-AE0F-5C38B303EE58}"/>
              </a:ext>
            </a:extLst>
          </p:cNvPr>
          <p:cNvCxnSpPr/>
          <p:nvPr/>
        </p:nvCxnSpPr>
        <p:spPr>
          <a:xfrm>
            <a:off x="4062300" y="4157818"/>
            <a:ext cx="0" cy="593055"/>
          </a:xfrm>
          <a:prstGeom prst="line">
            <a:avLst/>
          </a:prstGeom>
          <a:ln w="25400">
            <a:solidFill>
              <a:srgbClr val="1B4DA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46516222-8478-633B-50A5-B7C8E2F68BBC}"/>
              </a:ext>
            </a:extLst>
          </p:cNvPr>
          <p:cNvCxnSpPr/>
          <p:nvPr/>
        </p:nvCxnSpPr>
        <p:spPr>
          <a:xfrm>
            <a:off x="6653919" y="4157818"/>
            <a:ext cx="0" cy="593055"/>
          </a:xfrm>
          <a:prstGeom prst="line">
            <a:avLst/>
          </a:prstGeom>
          <a:ln w="25400">
            <a:solidFill>
              <a:srgbClr val="1B4DA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E41FBF66-B976-905E-7C00-F1D3B88E2813}"/>
              </a:ext>
            </a:extLst>
          </p:cNvPr>
          <p:cNvCxnSpPr/>
          <p:nvPr/>
        </p:nvCxnSpPr>
        <p:spPr>
          <a:xfrm>
            <a:off x="9306218" y="4116948"/>
            <a:ext cx="0" cy="593055"/>
          </a:xfrm>
          <a:prstGeom prst="line">
            <a:avLst/>
          </a:prstGeom>
          <a:ln w="25400">
            <a:solidFill>
              <a:srgbClr val="1B4DAC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10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F57C7"/>
          </a:fgClr>
          <a:bgClr>
            <a:srgbClr val="1B4DAC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24E91-D490-30F8-501A-14D198E2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6EDB324-1F71-43B6-E2F6-7108597E414D}"/>
              </a:ext>
            </a:extLst>
          </p:cNvPr>
          <p:cNvSpPr txBox="1"/>
          <p:nvPr/>
        </p:nvSpPr>
        <p:spPr>
          <a:xfrm>
            <a:off x="161930" y="127832"/>
            <a:ext cx="493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 </a:t>
            </a:r>
            <a:r>
              <a:rPr kumimoji="0" lang="en-US" altLang="ko-KR" sz="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CF030DD-BEB8-6E9D-FBBC-D6B7A80066B9}"/>
              </a:ext>
            </a:extLst>
          </p:cNvPr>
          <p:cNvGrpSpPr/>
          <p:nvPr/>
        </p:nvGrpSpPr>
        <p:grpSpPr>
          <a:xfrm>
            <a:off x="-1" y="57150"/>
            <a:ext cx="12192003" cy="6800850"/>
            <a:chOff x="-1" y="57150"/>
            <a:chExt cx="12192003" cy="6800850"/>
          </a:xfrm>
        </p:grpSpPr>
        <p:sp>
          <p:nvSpPr>
            <p:cNvPr id="6" name="사각형: 둥근 한쪽 모서리 5">
              <a:extLst>
                <a:ext uri="{FF2B5EF4-FFF2-40B4-BE49-F238E27FC236}">
                  <a16:creationId xmlns:a16="http://schemas.microsoft.com/office/drawing/2014/main" id="{19479DEB-5D9D-ABB4-FEBA-A46E6060389F}"/>
                </a:ext>
              </a:extLst>
            </p:cNvPr>
            <p:cNvSpPr/>
            <p:nvPr/>
          </p:nvSpPr>
          <p:spPr>
            <a:xfrm rot="16200000">
              <a:off x="8833279" y="2651490"/>
              <a:ext cx="5953064" cy="764383"/>
            </a:xfrm>
            <a:prstGeom prst="round1Rect">
              <a:avLst>
                <a:gd name="adj" fmla="val 25290"/>
              </a:avLst>
            </a:prstGeom>
            <a:solidFill>
              <a:srgbClr val="12337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2FB75B47-A5BD-34B3-16D4-E3F4FB9D4687}"/>
                </a:ext>
              </a:extLst>
            </p:cNvPr>
            <p:cNvSpPr/>
            <p:nvPr/>
          </p:nvSpPr>
          <p:spPr>
            <a:xfrm rot="16200000" flipV="1">
              <a:off x="11482755" y="160737"/>
              <a:ext cx="425500" cy="535776"/>
            </a:xfrm>
            <a:custGeom>
              <a:avLst/>
              <a:gdLst>
                <a:gd name="connsiteX0" fmla="*/ 235404 w 798058"/>
                <a:gd name="connsiteY0" fmla="*/ 0 h 1004889"/>
                <a:gd name="connsiteX1" fmla="*/ 219642 w 798058"/>
                <a:gd name="connsiteY1" fmla="*/ 0 h 1004889"/>
                <a:gd name="connsiteX2" fmla="*/ 0 w 798058"/>
                <a:gd name="connsiteY2" fmla="*/ 219642 h 1004889"/>
                <a:gd name="connsiteX3" fmla="*/ 0 w 798058"/>
                <a:gd name="connsiteY3" fmla="*/ 1004888 h 1004889"/>
                <a:gd name="connsiteX4" fmla="*/ 454251 w 798058"/>
                <a:gd name="connsiteY4" fmla="*/ 1004888 h 1004889"/>
                <a:gd name="connsiteX5" fmla="*/ 454251 w 798058"/>
                <a:gd name="connsiteY5" fmla="*/ 1004889 h 1004889"/>
                <a:gd name="connsiteX6" fmla="*/ 798058 w 798058"/>
                <a:gd name="connsiteY6" fmla="*/ 1004889 h 1004889"/>
                <a:gd name="connsiteX7" fmla="*/ 461236 w 798058"/>
                <a:gd name="connsiteY7" fmla="*/ 730371 h 1004889"/>
                <a:gd name="connsiteX8" fmla="*/ 455046 w 798058"/>
                <a:gd name="connsiteY8" fmla="*/ 668968 h 1004889"/>
                <a:gd name="connsiteX9" fmla="*/ 455046 w 798058"/>
                <a:gd name="connsiteY9" fmla="*/ 219642 h 1004889"/>
                <a:gd name="connsiteX10" fmla="*/ 235404 w 798058"/>
                <a:gd name="connsiteY10" fmla="*/ 0 h 100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8058" h="1004889">
                  <a:moveTo>
                    <a:pt x="235404" y="0"/>
                  </a:moveTo>
                  <a:lnTo>
                    <a:pt x="219642" y="0"/>
                  </a:lnTo>
                  <a:cubicBezTo>
                    <a:pt x="98337" y="0"/>
                    <a:pt x="0" y="98337"/>
                    <a:pt x="0" y="219642"/>
                  </a:cubicBezTo>
                  <a:lnTo>
                    <a:pt x="0" y="1004888"/>
                  </a:lnTo>
                  <a:lnTo>
                    <a:pt x="454251" y="1004888"/>
                  </a:lnTo>
                  <a:lnTo>
                    <a:pt x="454251" y="1004889"/>
                  </a:lnTo>
                  <a:lnTo>
                    <a:pt x="798058" y="1004889"/>
                  </a:lnTo>
                  <a:cubicBezTo>
                    <a:pt x="631914" y="1004889"/>
                    <a:pt x="493295" y="887038"/>
                    <a:pt x="461236" y="730371"/>
                  </a:cubicBezTo>
                  <a:lnTo>
                    <a:pt x="455046" y="668968"/>
                  </a:lnTo>
                  <a:lnTo>
                    <a:pt x="455046" y="219642"/>
                  </a:lnTo>
                  <a:cubicBezTo>
                    <a:pt x="455046" y="98337"/>
                    <a:pt x="356709" y="0"/>
                    <a:pt x="235404" y="0"/>
                  </a:cubicBez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5024EB10-1108-31A4-0C28-2D90E9372967}"/>
                </a:ext>
              </a:extLst>
            </p:cNvPr>
            <p:cNvSpPr/>
            <p:nvPr/>
          </p:nvSpPr>
          <p:spPr>
            <a:xfrm rot="10800000" flipV="1">
              <a:off x="-1" y="518418"/>
              <a:ext cx="11963397" cy="6339582"/>
            </a:xfrm>
            <a:custGeom>
              <a:avLst/>
              <a:gdLst>
                <a:gd name="connsiteX0" fmla="*/ 3 w 11963397"/>
                <a:gd name="connsiteY0" fmla="*/ 0 h 6339582"/>
                <a:gd name="connsiteX1" fmla="*/ 0 w 11963397"/>
                <a:gd name="connsiteY1" fmla="*/ 0 h 6339582"/>
                <a:gd name="connsiteX2" fmla="*/ 0 w 11963397"/>
                <a:gd name="connsiteY2" fmla="*/ 347302 h 6339582"/>
                <a:gd name="connsiteX3" fmla="*/ 0 w 11963397"/>
                <a:gd name="connsiteY3" fmla="*/ 5953064 h 6339582"/>
                <a:gd name="connsiteX4" fmla="*/ 4 w 11963397"/>
                <a:gd name="connsiteY4" fmla="*/ 5953064 h 6339582"/>
                <a:gd name="connsiteX5" fmla="*/ 4 w 11963397"/>
                <a:gd name="connsiteY5" fmla="*/ 6339582 h 6339582"/>
                <a:gd name="connsiteX6" fmla="*/ 11963397 w 11963397"/>
                <a:gd name="connsiteY6" fmla="*/ 6339582 h 6339582"/>
                <a:gd name="connsiteX7" fmla="*/ 11963397 w 11963397"/>
                <a:gd name="connsiteY7" fmla="*/ 1814485 h 6339582"/>
                <a:gd name="connsiteX8" fmla="*/ 11963394 w 11963397"/>
                <a:gd name="connsiteY8" fmla="*/ 1814485 h 6339582"/>
                <a:gd name="connsiteX9" fmla="*/ 11963394 w 11963397"/>
                <a:gd name="connsiteY9" fmla="*/ 119471 h 6339582"/>
                <a:gd name="connsiteX10" fmla="*/ 5681836 w 11963397"/>
                <a:gd name="connsiteY10" fmla="*/ 119471 h 6339582"/>
                <a:gd name="connsiteX11" fmla="*/ 5681836 w 11963397"/>
                <a:gd name="connsiteY11" fmla="*/ 120117 h 6339582"/>
                <a:gd name="connsiteX12" fmla="*/ 535778 w 11963397"/>
                <a:gd name="connsiteY12" fmla="*/ 120117 h 6339582"/>
                <a:gd name="connsiteX13" fmla="*/ 535778 w 11963397"/>
                <a:gd name="connsiteY13" fmla="*/ 120405 h 6339582"/>
                <a:gd name="connsiteX14" fmla="*/ 117109 w 11963397"/>
                <a:gd name="connsiteY14" fmla="*/ 120405 h 6339582"/>
                <a:gd name="connsiteX15" fmla="*/ 3 w 11963397"/>
                <a:gd name="connsiteY15" fmla="*/ 3298 h 6339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63397" h="6339582">
                  <a:moveTo>
                    <a:pt x="3" y="0"/>
                  </a:moveTo>
                  <a:lnTo>
                    <a:pt x="0" y="0"/>
                  </a:lnTo>
                  <a:lnTo>
                    <a:pt x="0" y="347302"/>
                  </a:lnTo>
                  <a:lnTo>
                    <a:pt x="0" y="5953064"/>
                  </a:lnTo>
                  <a:lnTo>
                    <a:pt x="4" y="5953064"/>
                  </a:lnTo>
                  <a:lnTo>
                    <a:pt x="4" y="6339582"/>
                  </a:lnTo>
                  <a:lnTo>
                    <a:pt x="11963397" y="6339582"/>
                  </a:lnTo>
                  <a:lnTo>
                    <a:pt x="11963397" y="1814485"/>
                  </a:lnTo>
                  <a:lnTo>
                    <a:pt x="11963394" y="1814485"/>
                  </a:lnTo>
                  <a:lnTo>
                    <a:pt x="11963394" y="119471"/>
                  </a:lnTo>
                  <a:lnTo>
                    <a:pt x="5681836" y="119471"/>
                  </a:lnTo>
                  <a:lnTo>
                    <a:pt x="5681836" y="120117"/>
                  </a:lnTo>
                  <a:lnTo>
                    <a:pt x="535778" y="120117"/>
                  </a:lnTo>
                  <a:lnTo>
                    <a:pt x="535778" y="120405"/>
                  </a:lnTo>
                  <a:lnTo>
                    <a:pt x="117109" y="120405"/>
                  </a:lnTo>
                  <a:cubicBezTo>
                    <a:pt x="52433" y="120405"/>
                    <a:pt x="3" y="67974"/>
                    <a:pt x="3" y="329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4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15900" dist="76200" dir="19800000" algn="tr" rotWithShape="0">
                <a:srgbClr val="123374">
                  <a:alpha val="7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8FC5323-E0EC-B75F-F62C-B70D8A5A9780}"/>
              </a:ext>
            </a:extLst>
          </p:cNvPr>
          <p:cNvGrpSpPr/>
          <p:nvPr/>
        </p:nvGrpSpPr>
        <p:grpSpPr>
          <a:xfrm>
            <a:off x="3559953" y="1615435"/>
            <a:ext cx="2280966" cy="2809187"/>
            <a:chOff x="1593129" y="2413262"/>
            <a:chExt cx="1791094" cy="2205872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3C34858C-951C-75C4-1ECB-5D405B078381}"/>
                </a:ext>
              </a:extLst>
            </p:cNvPr>
            <p:cNvSpPr/>
            <p:nvPr/>
          </p:nvSpPr>
          <p:spPr>
            <a:xfrm>
              <a:off x="1593130" y="2413262"/>
              <a:ext cx="1791093" cy="2205872"/>
            </a:xfrm>
            <a:prstGeom prst="roundRect">
              <a:avLst>
                <a:gd name="adj" fmla="val 982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srgbClr val="1B4D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44000" rtlCol="0" anchor="b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컨텐츠에 대한 내용을 적어요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 </a:t>
              </a:r>
            </a:p>
          </p:txBody>
        </p:sp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C86FA0F6-051A-32EC-10B8-FB5571457F95}"/>
                </a:ext>
              </a:extLst>
            </p:cNvPr>
            <p:cNvSpPr/>
            <p:nvPr/>
          </p:nvSpPr>
          <p:spPr>
            <a:xfrm>
              <a:off x="1593129" y="2413262"/>
              <a:ext cx="1791093" cy="1282045"/>
            </a:xfrm>
            <a:prstGeom prst="round2SameRect">
              <a:avLst>
                <a:gd name="adj1" fmla="val 13943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3E58E0B-5022-FE26-F128-EFFBF8FA5997}"/>
              </a:ext>
            </a:extLst>
          </p:cNvPr>
          <p:cNvGrpSpPr/>
          <p:nvPr/>
        </p:nvGrpSpPr>
        <p:grpSpPr>
          <a:xfrm>
            <a:off x="899649" y="1615435"/>
            <a:ext cx="2280966" cy="2809187"/>
            <a:chOff x="1593129" y="2413262"/>
            <a:chExt cx="1791094" cy="220587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BC19D61F-6846-E2C6-8741-11A9127612FB}"/>
                </a:ext>
              </a:extLst>
            </p:cNvPr>
            <p:cNvSpPr/>
            <p:nvPr/>
          </p:nvSpPr>
          <p:spPr>
            <a:xfrm>
              <a:off x="1593130" y="2413262"/>
              <a:ext cx="1791093" cy="2205872"/>
            </a:xfrm>
            <a:prstGeom prst="roundRect">
              <a:avLst>
                <a:gd name="adj" fmla="val 982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srgbClr val="1B4D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44000" rtlCol="0" anchor="b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컨텐츠에 대한 내용을 적어요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 </a:t>
              </a:r>
            </a:p>
          </p:txBody>
        </p:sp>
        <p:sp>
          <p:nvSpPr>
            <p:cNvPr id="10" name="사각형: 둥근 위쪽 모서리 9">
              <a:extLst>
                <a:ext uri="{FF2B5EF4-FFF2-40B4-BE49-F238E27FC236}">
                  <a16:creationId xmlns:a16="http://schemas.microsoft.com/office/drawing/2014/main" id="{37034C8E-FDB2-81B2-5FE3-6A9C7944B284}"/>
                </a:ext>
              </a:extLst>
            </p:cNvPr>
            <p:cNvSpPr/>
            <p:nvPr/>
          </p:nvSpPr>
          <p:spPr>
            <a:xfrm>
              <a:off x="1593129" y="2413262"/>
              <a:ext cx="1791093" cy="1282045"/>
            </a:xfrm>
            <a:prstGeom prst="round2SameRect">
              <a:avLst>
                <a:gd name="adj1" fmla="val 13943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5E5C2D0-5E54-9933-E152-1649AC987520}"/>
              </a:ext>
            </a:extLst>
          </p:cNvPr>
          <p:cNvGrpSpPr/>
          <p:nvPr/>
        </p:nvGrpSpPr>
        <p:grpSpPr>
          <a:xfrm>
            <a:off x="6220257" y="1615434"/>
            <a:ext cx="2280966" cy="2809187"/>
            <a:chOff x="1593129" y="2413262"/>
            <a:chExt cx="1791094" cy="2205872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4096B81-ACA5-9A74-A30B-947B664144B7}"/>
                </a:ext>
              </a:extLst>
            </p:cNvPr>
            <p:cNvSpPr/>
            <p:nvPr/>
          </p:nvSpPr>
          <p:spPr>
            <a:xfrm>
              <a:off x="1593130" y="2413262"/>
              <a:ext cx="1791093" cy="2205872"/>
            </a:xfrm>
            <a:prstGeom prst="roundRect">
              <a:avLst>
                <a:gd name="adj" fmla="val 982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srgbClr val="1B4D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44000" rtlCol="0" anchor="b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컨텐츠에 대한 내용을 적어요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 </a:t>
              </a:r>
            </a:p>
          </p:txBody>
        </p:sp>
        <p:sp>
          <p:nvSpPr>
            <p:cNvPr id="13" name="사각형: 둥근 위쪽 모서리 12">
              <a:extLst>
                <a:ext uri="{FF2B5EF4-FFF2-40B4-BE49-F238E27FC236}">
                  <a16:creationId xmlns:a16="http://schemas.microsoft.com/office/drawing/2014/main" id="{1EB50E62-D8B2-D94F-3DED-9BD95425CC8D}"/>
                </a:ext>
              </a:extLst>
            </p:cNvPr>
            <p:cNvSpPr/>
            <p:nvPr/>
          </p:nvSpPr>
          <p:spPr>
            <a:xfrm>
              <a:off x="1593129" y="2413262"/>
              <a:ext cx="1791093" cy="1282045"/>
            </a:xfrm>
            <a:prstGeom prst="round2SameRect">
              <a:avLst>
                <a:gd name="adj1" fmla="val 13943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8EC1417-4D54-6D64-892E-75D8C09D2071}"/>
              </a:ext>
            </a:extLst>
          </p:cNvPr>
          <p:cNvGrpSpPr/>
          <p:nvPr/>
        </p:nvGrpSpPr>
        <p:grpSpPr>
          <a:xfrm>
            <a:off x="8880562" y="1615433"/>
            <a:ext cx="2280966" cy="2809187"/>
            <a:chOff x="1593129" y="2413262"/>
            <a:chExt cx="1791094" cy="2205872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72774CA2-21F4-EE11-7315-CE58BE1CC42E}"/>
                </a:ext>
              </a:extLst>
            </p:cNvPr>
            <p:cNvSpPr/>
            <p:nvPr/>
          </p:nvSpPr>
          <p:spPr>
            <a:xfrm>
              <a:off x="1593130" y="2413262"/>
              <a:ext cx="1791093" cy="2205872"/>
            </a:xfrm>
            <a:prstGeom prst="roundRect">
              <a:avLst>
                <a:gd name="adj" fmla="val 982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srgbClr val="1B4DA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44000" rtlCol="0" anchor="b"/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CONTENTS A</a:t>
              </a: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컨텐츠에 대한 내용을 적어요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Enjoy your stylish business and campus life with BIZCAM </a:t>
              </a: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C0F48BF3-0103-CA1C-7AC2-2239A8EE09A7}"/>
                </a:ext>
              </a:extLst>
            </p:cNvPr>
            <p:cNvSpPr/>
            <p:nvPr/>
          </p:nvSpPr>
          <p:spPr>
            <a:xfrm>
              <a:off x="1593129" y="2413262"/>
              <a:ext cx="1791093" cy="1282045"/>
            </a:xfrm>
            <a:prstGeom prst="round2SameRect">
              <a:avLst>
                <a:gd name="adj1" fmla="val 13943"/>
                <a:gd name="adj2" fmla="val 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A04CAF0-E3F8-4456-4CDE-E00EFC350826}"/>
              </a:ext>
            </a:extLst>
          </p:cNvPr>
          <p:cNvCxnSpPr/>
          <p:nvPr/>
        </p:nvCxnSpPr>
        <p:spPr>
          <a:xfrm>
            <a:off x="1039020" y="5173778"/>
            <a:ext cx="4189280" cy="1076"/>
          </a:xfrm>
          <a:prstGeom prst="line">
            <a:avLst/>
          </a:prstGeom>
          <a:ln w="260350" cap="rnd">
            <a:solidFill>
              <a:srgbClr val="1B4D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4CFA4B-9FCF-FFC2-AFA2-1C31D4333C9E}"/>
              </a:ext>
            </a:extLst>
          </p:cNvPr>
          <p:cNvSpPr/>
          <p:nvPr/>
        </p:nvSpPr>
        <p:spPr>
          <a:xfrm>
            <a:off x="899649" y="4969164"/>
            <a:ext cx="7789461" cy="887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PowerPoint is a computer program created by Microsoft Office Microsoft Office PowerPoint is the presentation program used the most in the world.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803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1F57C7"/>
          </a:fgClr>
          <a:bgClr>
            <a:srgbClr val="1B4DAC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CAA13-73F5-8588-2F50-6A731AB7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7997861-7EF7-2D16-77F2-AE40543DD6BD}"/>
              </a:ext>
            </a:extLst>
          </p:cNvPr>
          <p:cNvSpPr txBox="1"/>
          <p:nvPr/>
        </p:nvSpPr>
        <p:spPr>
          <a:xfrm>
            <a:off x="962030" y="127832"/>
            <a:ext cx="493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2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010275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PPT</a:t>
            </a:r>
            <a:r>
              <a:rPr kumimoji="0" lang="ko-KR" altLang="en-US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</a:t>
            </a:r>
            <a:r>
              <a:rPr kumimoji="0" lang="en-US" altLang="ko-KR" sz="2000" b="0" i="1" u="none" strike="noStrike" kern="0" cap="none" spc="0" normalizeH="0" baseline="0" noProof="0" dirty="0">
                <a:ln w="107950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PRESENTATION </a:t>
            </a:r>
            <a:r>
              <a:rPr kumimoji="0" lang="en-US" altLang="ko-KR" sz="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F2A951B-C3DC-D86A-C954-27C8766DAB65}"/>
              </a:ext>
            </a:extLst>
          </p:cNvPr>
          <p:cNvGrpSpPr/>
          <p:nvPr/>
        </p:nvGrpSpPr>
        <p:grpSpPr>
          <a:xfrm flipH="1">
            <a:off x="-2" y="104774"/>
            <a:ext cx="12192004" cy="6753226"/>
            <a:chOff x="-1" y="104774"/>
            <a:chExt cx="12192004" cy="6753226"/>
          </a:xfrm>
        </p:grpSpPr>
        <p:sp>
          <p:nvSpPr>
            <p:cNvPr id="6" name="사각형: 둥근 한쪽 모서리 5">
              <a:extLst>
                <a:ext uri="{FF2B5EF4-FFF2-40B4-BE49-F238E27FC236}">
                  <a16:creationId xmlns:a16="http://schemas.microsoft.com/office/drawing/2014/main" id="{EB58BACE-DBA2-9539-84ED-28496698A72B}"/>
                </a:ext>
              </a:extLst>
            </p:cNvPr>
            <p:cNvSpPr/>
            <p:nvPr/>
          </p:nvSpPr>
          <p:spPr>
            <a:xfrm rot="16200000">
              <a:off x="8742760" y="2789634"/>
              <a:ext cx="6134103" cy="764383"/>
            </a:xfrm>
            <a:prstGeom prst="round1Rect">
              <a:avLst>
                <a:gd name="adj" fmla="val 22797"/>
              </a:avLst>
            </a:prstGeom>
            <a:solidFill>
              <a:srgbClr val="12337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6959EBD8-681C-72E3-01D1-5CA21F0EEA9B}"/>
                </a:ext>
              </a:extLst>
            </p:cNvPr>
            <p:cNvSpPr/>
            <p:nvPr/>
          </p:nvSpPr>
          <p:spPr>
            <a:xfrm rot="16200000" flipV="1">
              <a:off x="11482755" y="160737"/>
              <a:ext cx="425500" cy="535776"/>
            </a:xfrm>
            <a:custGeom>
              <a:avLst/>
              <a:gdLst>
                <a:gd name="connsiteX0" fmla="*/ 235404 w 798058"/>
                <a:gd name="connsiteY0" fmla="*/ 0 h 1004889"/>
                <a:gd name="connsiteX1" fmla="*/ 219642 w 798058"/>
                <a:gd name="connsiteY1" fmla="*/ 0 h 1004889"/>
                <a:gd name="connsiteX2" fmla="*/ 0 w 798058"/>
                <a:gd name="connsiteY2" fmla="*/ 219642 h 1004889"/>
                <a:gd name="connsiteX3" fmla="*/ 0 w 798058"/>
                <a:gd name="connsiteY3" fmla="*/ 1004888 h 1004889"/>
                <a:gd name="connsiteX4" fmla="*/ 454251 w 798058"/>
                <a:gd name="connsiteY4" fmla="*/ 1004888 h 1004889"/>
                <a:gd name="connsiteX5" fmla="*/ 454251 w 798058"/>
                <a:gd name="connsiteY5" fmla="*/ 1004889 h 1004889"/>
                <a:gd name="connsiteX6" fmla="*/ 798058 w 798058"/>
                <a:gd name="connsiteY6" fmla="*/ 1004889 h 1004889"/>
                <a:gd name="connsiteX7" fmla="*/ 461236 w 798058"/>
                <a:gd name="connsiteY7" fmla="*/ 730371 h 1004889"/>
                <a:gd name="connsiteX8" fmla="*/ 455046 w 798058"/>
                <a:gd name="connsiteY8" fmla="*/ 668968 h 1004889"/>
                <a:gd name="connsiteX9" fmla="*/ 455046 w 798058"/>
                <a:gd name="connsiteY9" fmla="*/ 219642 h 1004889"/>
                <a:gd name="connsiteX10" fmla="*/ 235404 w 798058"/>
                <a:gd name="connsiteY10" fmla="*/ 0 h 100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8058" h="1004889">
                  <a:moveTo>
                    <a:pt x="235404" y="0"/>
                  </a:moveTo>
                  <a:lnTo>
                    <a:pt x="219642" y="0"/>
                  </a:lnTo>
                  <a:cubicBezTo>
                    <a:pt x="98337" y="0"/>
                    <a:pt x="0" y="98337"/>
                    <a:pt x="0" y="219642"/>
                  </a:cubicBezTo>
                  <a:lnTo>
                    <a:pt x="0" y="1004888"/>
                  </a:lnTo>
                  <a:lnTo>
                    <a:pt x="454251" y="1004888"/>
                  </a:lnTo>
                  <a:lnTo>
                    <a:pt x="454251" y="1004889"/>
                  </a:lnTo>
                  <a:lnTo>
                    <a:pt x="798058" y="1004889"/>
                  </a:lnTo>
                  <a:cubicBezTo>
                    <a:pt x="631914" y="1004889"/>
                    <a:pt x="493295" y="887038"/>
                    <a:pt x="461236" y="730371"/>
                  </a:cubicBezTo>
                  <a:lnTo>
                    <a:pt x="455046" y="668968"/>
                  </a:lnTo>
                  <a:lnTo>
                    <a:pt x="455046" y="219642"/>
                  </a:lnTo>
                  <a:cubicBezTo>
                    <a:pt x="455046" y="98337"/>
                    <a:pt x="356709" y="0"/>
                    <a:pt x="235404" y="0"/>
                  </a:cubicBezTo>
                  <a:close/>
                </a:path>
              </a:pathLst>
            </a:custGeom>
            <a:solidFill>
              <a:srgbClr val="3F75E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B415C66D-062D-C04A-D80D-2DA66FEEB902}"/>
                </a:ext>
              </a:extLst>
            </p:cNvPr>
            <p:cNvSpPr/>
            <p:nvPr/>
          </p:nvSpPr>
          <p:spPr>
            <a:xfrm rot="10800000" flipV="1">
              <a:off x="-1" y="518418"/>
              <a:ext cx="11963397" cy="6339582"/>
            </a:xfrm>
            <a:custGeom>
              <a:avLst/>
              <a:gdLst>
                <a:gd name="connsiteX0" fmla="*/ 3 w 11963397"/>
                <a:gd name="connsiteY0" fmla="*/ 0 h 6339582"/>
                <a:gd name="connsiteX1" fmla="*/ 0 w 11963397"/>
                <a:gd name="connsiteY1" fmla="*/ 0 h 6339582"/>
                <a:gd name="connsiteX2" fmla="*/ 0 w 11963397"/>
                <a:gd name="connsiteY2" fmla="*/ 347302 h 6339582"/>
                <a:gd name="connsiteX3" fmla="*/ 0 w 11963397"/>
                <a:gd name="connsiteY3" fmla="*/ 5953064 h 6339582"/>
                <a:gd name="connsiteX4" fmla="*/ 4 w 11963397"/>
                <a:gd name="connsiteY4" fmla="*/ 5953064 h 6339582"/>
                <a:gd name="connsiteX5" fmla="*/ 4 w 11963397"/>
                <a:gd name="connsiteY5" fmla="*/ 6339582 h 6339582"/>
                <a:gd name="connsiteX6" fmla="*/ 11963397 w 11963397"/>
                <a:gd name="connsiteY6" fmla="*/ 6339582 h 6339582"/>
                <a:gd name="connsiteX7" fmla="*/ 11963397 w 11963397"/>
                <a:gd name="connsiteY7" fmla="*/ 1814485 h 6339582"/>
                <a:gd name="connsiteX8" fmla="*/ 11963394 w 11963397"/>
                <a:gd name="connsiteY8" fmla="*/ 1814485 h 6339582"/>
                <a:gd name="connsiteX9" fmla="*/ 11963394 w 11963397"/>
                <a:gd name="connsiteY9" fmla="*/ 119471 h 6339582"/>
                <a:gd name="connsiteX10" fmla="*/ 5681836 w 11963397"/>
                <a:gd name="connsiteY10" fmla="*/ 119471 h 6339582"/>
                <a:gd name="connsiteX11" fmla="*/ 5681836 w 11963397"/>
                <a:gd name="connsiteY11" fmla="*/ 120117 h 6339582"/>
                <a:gd name="connsiteX12" fmla="*/ 535778 w 11963397"/>
                <a:gd name="connsiteY12" fmla="*/ 120117 h 6339582"/>
                <a:gd name="connsiteX13" fmla="*/ 535778 w 11963397"/>
                <a:gd name="connsiteY13" fmla="*/ 120405 h 6339582"/>
                <a:gd name="connsiteX14" fmla="*/ 117109 w 11963397"/>
                <a:gd name="connsiteY14" fmla="*/ 120405 h 6339582"/>
                <a:gd name="connsiteX15" fmla="*/ 3 w 11963397"/>
                <a:gd name="connsiteY15" fmla="*/ 3298 h 6339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63397" h="6339582">
                  <a:moveTo>
                    <a:pt x="3" y="0"/>
                  </a:moveTo>
                  <a:lnTo>
                    <a:pt x="0" y="0"/>
                  </a:lnTo>
                  <a:lnTo>
                    <a:pt x="0" y="347302"/>
                  </a:lnTo>
                  <a:lnTo>
                    <a:pt x="0" y="5953064"/>
                  </a:lnTo>
                  <a:lnTo>
                    <a:pt x="4" y="5953064"/>
                  </a:lnTo>
                  <a:lnTo>
                    <a:pt x="4" y="6339582"/>
                  </a:lnTo>
                  <a:lnTo>
                    <a:pt x="11963397" y="6339582"/>
                  </a:lnTo>
                  <a:lnTo>
                    <a:pt x="11963397" y="1814485"/>
                  </a:lnTo>
                  <a:lnTo>
                    <a:pt x="11963394" y="1814485"/>
                  </a:lnTo>
                  <a:lnTo>
                    <a:pt x="11963394" y="119471"/>
                  </a:lnTo>
                  <a:lnTo>
                    <a:pt x="5681836" y="119471"/>
                  </a:lnTo>
                  <a:lnTo>
                    <a:pt x="5681836" y="120117"/>
                  </a:lnTo>
                  <a:lnTo>
                    <a:pt x="535778" y="120117"/>
                  </a:lnTo>
                  <a:lnTo>
                    <a:pt x="535778" y="120405"/>
                  </a:lnTo>
                  <a:lnTo>
                    <a:pt x="117109" y="120405"/>
                  </a:lnTo>
                  <a:cubicBezTo>
                    <a:pt x="52433" y="120405"/>
                    <a:pt x="3" y="67974"/>
                    <a:pt x="3" y="329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4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127000" dist="152400" dir="16200000" sx="99000" sy="99000" rotWithShape="0">
                <a:srgbClr val="174193">
                  <a:alpha val="6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75BDFD09-A8EA-2C76-FC58-CA6A97B5D69D}"/>
              </a:ext>
            </a:extLst>
          </p:cNvPr>
          <p:cNvSpPr/>
          <p:nvPr/>
        </p:nvSpPr>
        <p:spPr>
          <a:xfrm>
            <a:off x="2147091" y="4156932"/>
            <a:ext cx="836332" cy="751164"/>
          </a:xfrm>
          <a:prstGeom prst="parallelogram">
            <a:avLst>
              <a:gd name="adj" fmla="val 58666"/>
            </a:avLst>
          </a:prstGeom>
          <a:solidFill>
            <a:srgbClr val="1B4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평행 사변형 6">
            <a:extLst>
              <a:ext uri="{FF2B5EF4-FFF2-40B4-BE49-F238E27FC236}">
                <a16:creationId xmlns:a16="http://schemas.microsoft.com/office/drawing/2014/main" id="{EC721E1F-9B8B-5E09-0612-272A07DBCDB6}"/>
              </a:ext>
            </a:extLst>
          </p:cNvPr>
          <p:cNvSpPr/>
          <p:nvPr/>
        </p:nvSpPr>
        <p:spPr>
          <a:xfrm flipH="1">
            <a:off x="2587180" y="4156932"/>
            <a:ext cx="1037332" cy="931694"/>
          </a:xfrm>
          <a:prstGeom prst="parallelogram">
            <a:avLst>
              <a:gd name="adj" fmla="val 58666"/>
            </a:avLst>
          </a:prstGeom>
          <a:solidFill>
            <a:srgbClr val="B2D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평행 사변형 7">
            <a:extLst>
              <a:ext uri="{FF2B5EF4-FFF2-40B4-BE49-F238E27FC236}">
                <a16:creationId xmlns:a16="http://schemas.microsoft.com/office/drawing/2014/main" id="{56909B4A-59E5-A0DB-BCE3-70F2A942B74E}"/>
              </a:ext>
            </a:extLst>
          </p:cNvPr>
          <p:cNvSpPr/>
          <p:nvPr/>
        </p:nvSpPr>
        <p:spPr>
          <a:xfrm>
            <a:off x="3156814" y="3948671"/>
            <a:ext cx="1269206" cy="1139955"/>
          </a:xfrm>
          <a:prstGeom prst="parallelogram">
            <a:avLst>
              <a:gd name="adj" fmla="val 58666"/>
            </a:avLst>
          </a:prstGeom>
          <a:solidFill>
            <a:srgbClr val="1B4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07857E7E-622D-3DBE-A25F-2005D0E4E339}"/>
              </a:ext>
            </a:extLst>
          </p:cNvPr>
          <p:cNvSpPr/>
          <p:nvPr/>
        </p:nvSpPr>
        <p:spPr>
          <a:xfrm flipH="1">
            <a:off x="3859945" y="3948671"/>
            <a:ext cx="1525487" cy="1370138"/>
          </a:xfrm>
          <a:prstGeom prst="parallelogram">
            <a:avLst>
              <a:gd name="adj" fmla="val 58666"/>
            </a:avLst>
          </a:prstGeom>
          <a:solidFill>
            <a:srgbClr val="B2D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F9639449-8DAB-6552-7889-78378D1CF888}"/>
              </a:ext>
            </a:extLst>
          </p:cNvPr>
          <p:cNvSpPr/>
          <p:nvPr/>
        </p:nvSpPr>
        <p:spPr>
          <a:xfrm>
            <a:off x="4661453" y="3612921"/>
            <a:ext cx="1899306" cy="1705889"/>
          </a:xfrm>
          <a:prstGeom prst="parallelogram">
            <a:avLst>
              <a:gd name="adj" fmla="val 58666"/>
            </a:avLst>
          </a:prstGeom>
          <a:solidFill>
            <a:srgbClr val="1B4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669B5846-CB33-9F1A-D9E0-14E7897A5DB7}"/>
              </a:ext>
            </a:extLst>
          </p:cNvPr>
          <p:cNvSpPr/>
          <p:nvPr/>
        </p:nvSpPr>
        <p:spPr>
          <a:xfrm flipH="1">
            <a:off x="5657321" y="3612921"/>
            <a:ext cx="2277745" cy="2045790"/>
          </a:xfrm>
          <a:prstGeom prst="parallelogram">
            <a:avLst>
              <a:gd name="adj" fmla="val 58666"/>
            </a:avLst>
          </a:prstGeom>
          <a:solidFill>
            <a:srgbClr val="B2D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4EFD95F-1EC5-84FB-C3EA-B0EFB661F02E}"/>
              </a:ext>
            </a:extLst>
          </p:cNvPr>
          <p:cNvSpPr/>
          <p:nvPr/>
        </p:nvSpPr>
        <p:spPr>
          <a:xfrm>
            <a:off x="6893798" y="3060822"/>
            <a:ext cx="2890132" cy="2595814"/>
          </a:xfrm>
          <a:prstGeom prst="parallelogram">
            <a:avLst>
              <a:gd name="adj" fmla="val 58666"/>
            </a:avLst>
          </a:prstGeom>
          <a:solidFill>
            <a:srgbClr val="1B4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4A34BA15-B85D-F875-B8DA-B34856AA820F}"/>
              </a:ext>
            </a:extLst>
          </p:cNvPr>
          <p:cNvSpPr/>
          <p:nvPr/>
        </p:nvSpPr>
        <p:spPr>
          <a:xfrm>
            <a:off x="8069376" y="2229343"/>
            <a:ext cx="2071649" cy="841930"/>
          </a:xfrm>
          <a:prstGeom prst="triangle">
            <a:avLst>
              <a:gd name="adj" fmla="val 67989"/>
            </a:avLst>
          </a:prstGeom>
          <a:solidFill>
            <a:srgbClr val="1B4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636A3F-E46C-80A7-BAED-078649FD6EBD}"/>
              </a:ext>
            </a:extLst>
          </p:cNvPr>
          <p:cNvSpPr/>
          <p:nvPr/>
        </p:nvSpPr>
        <p:spPr>
          <a:xfrm>
            <a:off x="4057334" y="5372091"/>
            <a:ext cx="2178366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F1CD64A-4189-12F1-2748-3D40961D22BD}"/>
              </a:ext>
            </a:extLst>
          </p:cNvPr>
          <p:cNvSpPr/>
          <p:nvPr/>
        </p:nvSpPr>
        <p:spPr>
          <a:xfrm>
            <a:off x="1810920" y="2930112"/>
            <a:ext cx="2178366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12BC6D-3D13-BBBF-B479-BA63945DA16D}"/>
              </a:ext>
            </a:extLst>
          </p:cNvPr>
          <p:cNvSpPr/>
          <p:nvPr/>
        </p:nvSpPr>
        <p:spPr>
          <a:xfrm>
            <a:off x="5117637" y="2350534"/>
            <a:ext cx="2178366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4D2F1B-4D60-1C90-A0F8-F5F8DF8CF45E}"/>
              </a:ext>
            </a:extLst>
          </p:cNvPr>
          <p:cNvSpPr/>
          <p:nvPr/>
        </p:nvSpPr>
        <p:spPr>
          <a:xfrm>
            <a:off x="8348423" y="1064576"/>
            <a:ext cx="2178366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CONTENTS A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컨텐츠에 대한 내용을 적어요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202737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02737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Enjoy your stylish business and campus life with BIZCAM </a:t>
            </a:r>
          </a:p>
        </p:txBody>
      </p:sp>
    </p:spTree>
    <p:extLst>
      <p:ext uri="{BB962C8B-B14F-4D97-AF65-F5344CB8AC3E}">
        <p14:creationId xmlns:p14="http://schemas.microsoft.com/office/powerpoint/2010/main" val="51681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236153"/>
            <a:ext cx="12192000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공유 사이트 </a:t>
            </a:r>
            <a:endParaRPr kumimoji="0" lang="en-US" altLang="ko-KR" sz="60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광고 보기 불편하시죠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?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그래도 이해해 주세요</a:t>
            </a:r>
            <a:r>
              <a:rPr kumimoji="0" lang="en-US" altLang="ko-KR" sz="6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~ ^^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3600" b="1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사이트 웹 </a:t>
            </a:r>
            <a:r>
              <a:rPr kumimoji="0" lang="ko-KR" altLang="en-US" sz="4000" b="1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호스팅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, </a:t>
            </a:r>
            <a:r>
              <a:rPr kumimoji="0" lang="ko-KR" altLang="en-US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무료 공유를 가능하게 하거든요</a:t>
            </a:r>
            <a:r>
              <a:rPr kumimoji="0" lang="en-US" altLang="ko-KR" sz="4000" b="1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0" i="1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사이트는 자료 공유 특성상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상당한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여러분들 핸드폰 데이터 같은 거에요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비즈캠은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달 거의 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800GB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가까운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트래픽이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발생하고 데이터 무제한 요금이라도 있는 핸드폰 요금과는 달리 </a:t>
            </a:r>
            <a:endParaRPr kumimoji="0" lang="en-US" altLang="ko-KR" sz="1600" b="0" i="0" u="none" strike="noStrike" kern="0" cap="none" spc="0" normalizeH="0" baseline="0" noProof="0" dirty="0">
              <a:ln w="952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웹호스팅은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그에 준하는 비용을 지불합니다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관심 있는 광고를 클릭하셨을 때 배분되는 수익이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웹호스팅을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가능하게 하니까요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이해 </a:t>
            </a:r>
            <a:r>
              <a:rPr kumimoji="0" lang="ko-KR" altLang="en-US" sz="1600" b="0" i="0" u="none" strike="noStrike" kern="0" cap="none" spc="0" normalizeH="0" baseline="0" noProof="0" dirty="0" err="1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부탁드립니다</a:t>
            </a:r>
            <a:r>
              <a:rPr kumimoji="0" lang="en-US" altLang="ko-KR" sz="1600" b="0" i="0" u="none" strike="noStrike" kern="0" cap="none" spc="0" normalizeH="0" baseline="0" noProof="0" dirty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748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000" y="342900"/>
            <a:ext cx="118110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최근 저의 자료를 카페 등에 무단으로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하는 일이 자주 발생하고 있습니다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이에 대해 굉장히 심각한 문제로 받아 들이고 있으며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문제가 반복될 경우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재배포한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자에 대해서는 그에 대한 책임을 반드시 물을 것입니다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저작권을 존중하지 않는 극히 소수의 사용자로 인해 다수가 피해를 보지 않도록 주의해 주시면 감사하겠으며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자료가 업로드 된 곳이 있다면 저에게 알려주시면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제 자료를 소개하고자 할 경우에는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pptbizcam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사이트로의 링크 처리로만 가능하며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파일 자체를 업로드 하는 것은 불가한 점 유의해 주시면 감사하겠습니다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홍보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경제적 이익을 취하는 행위 또한 불가합니다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기타 활용 가능 범위는 공유 사이트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-&gt;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수다방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게시판 공지사항 참고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075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4623" y="307273"/>
            <a:ext cx="11811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■까칠한 조땡의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팬이 되어주세요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여러분들과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매개로 소통하고자 다양한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SNS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활동을 하고 있는데요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요즘은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포털이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과거의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블로그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이웃이라는 시스템 보다는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서비스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소통하고 정보를 제공하는 시스템이 더 강화된 것 같습니다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모바일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환경이 더 강조되는 상황 때문이기도 하겠지요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 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팬이 되어주세요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조금 더 쉽고 빠르게 새로운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자료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팁 들을 만나볼 수 있고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더 많은 분들과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이야기로 소통할 수 있게 도와주시면 제겐 큰 힘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!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그리고 동기부여가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까칠한 조땡의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인플루언서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홈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주소입니다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이상한 주소 아니에요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^^)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네이버에서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까칠한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검색해 주셔도 됩니다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팬하기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눌러주시면 감사하겠습니다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^^</a:t>
            </a: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2"/>
              </a:rPr>
              <a:t>https://in.naver.com/seok830621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94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988947" y="461016"/>
            <a:ext cx="423684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오늘 사용한 색상은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6131" y="5277393"/>
            <a:ext cx="7302474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*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점선 테두리는 기본 컬러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2013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버전 이상 사용자께서는 스포이트 기능을 이용하시면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편하구요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2010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이하 버전 사용자 께서는 다른 채우기 색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사용자 지정 탭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&gt; RGB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 값 입력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F1E8714-C2FC-D704-33CB-926B9FB65E7A}"/>
              </a:ext>
            </a:extLst>
          </p:cNvPr>
          <p:cNvSpPr/>
          <p:nvPr/>
        </p:nvSpPr>
        <p:spPr>
          <a:xfrm>
            <a:off x="6411692" y="1944136"/>
            <a:ext cx="2505511" cy="2505509"/>
          </a:xfrm>
          <a:prstGeom prst="ellipse">
            <a:avLst/>
          </a:prstGeom>
          <a:solidFill>
            <a:srgbClr val="3F75E1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</a:t>
            </a: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63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117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225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49236ED3-173D-AC8E-20D8-48A79E0A55C7}"/>
              </a:ext>
            </a:extLst>
          </p:cNvPr>
          <p:cNvSpPr/>
          <p:nvPr/>
        </p:nvSpPr>
        <p:spPr>
          <a:xfrm>
            <a:off x="3349404" y="1944135"/>
            <a:ext cx="2505511" cy="2505509"/>
          </a:xfrm>
          <a:prstGeom prst="ellipse">
            <a:avLst/>
          </a:prstGeom>
          <a:solidFill>
            <a:srgbClr val="1B4DAC"/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 27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G 77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B </a:t>
            </a:r>
            <a:r>
              <a:rPr lang="en-US" altLang="ko-KR" sz="3200" b="1" dirty="0">
                <a:ln w="3175">
                  <a:noFill/>
                </a:ln>
                <a:solidFill>
                  <a:schemeClr val="bg1"/>
                </a:solidFill>
                <a:latin typeface="맑은 고딕" panose="020F0502020204030204"/>
                <a:ea typeface="맑은 고딕" panose="020B0503020000020004" pitchFamily="50" charset="-127"/>
              </a:rPr>
              <a:t>172</a:t>
            </a:r>
            <a:endParaRPr kumimoji="0" lang="en-US" altLang="ko-KR" sz="3200" b="1" i="0" u="none" strike="noStrike" kern="1200" cap="none" spc="0" normalizeH="0" baseline="0" noProof="0" dirty="0">
              <a:ln w="3175"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25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047918" y="306467"/>
            <a:ext cx="622399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조땡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PPT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 주로 사용되는 폰트는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?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4325233" y="1411899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티몬</a:t>
            </a: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몬소리체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굵은 고딕 계열 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2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보통 제목에 써요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4325233" y="2833995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야놀자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 err="1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야체</a:t>
            </a:r>
            <a:r>
              <a:rPr kumimoji="0" lang="en-US" altLang="ko-KR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학교안심 나들이</a:t>
            </a:r>
            <a:endParaRPr kumimoji="0" lang="en-US" altLang="ko-KR" sz="1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귀여운 타입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325233" y="4256091"/>
            <a:ext cx="3669371" cy="11900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맑은 고딕</a:t>
            </a:r>
            <a:endParaRPr kumimoji="0" lang="en-US" altLang="ko-KR" sz="2800" b="1" i="0" u="none" strike="noStrike" kern="1200" cap="none" spc="0" normalizeH="0" baseline="0" noProof="0" dirty="0">
              <a:ln w="3175"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주로 본문</a:t>
            </a:r>
            <a:r>
              <a:rPr kumimoji="0" lang="en-US" altLang="ko-KR" sz="16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0B0C793-6882-4019-CA85-0A6CA6A2C72C}"/>
              </a:ext>
            </a:extLst>
          </p:cNvPr>
          <p:cNvSpPr/>
          <p:nvPr/>
        </p:nvSpPr>
        <p:spPr>
          <a:xfrm>
            <a:off x="947837" y="5854483"/>
            <a:ext cx="10424160" cy="69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※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눈누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사이트 이용해 폰트 파일 다운로드 받으시면 편합니다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hlinkClick r:id="rId3"/>
              </a:rPr>
              <a:t>https://noonnu.cc/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198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808</Words>
  <Application>Microsoft Office PowerPoint</Application>
  <PresentationFormat>와이드스크린</PresentationFormat>
  <Paragraphs>136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HY견고딕</vt:lpstr>
      <vt:lpstr>Tmon몬소리 Black</vt:lpstr>
      <vt:lpstr>맑은 고딕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현석 조</dc:creator>
  <cp:lastModifiedBy>현석 조</cp:lastModifiedBy>
  <cp:revision>4</cp:revision>
  <dcterms:created xsi:type="dcterms:W3CDTF">2026-04-15T22:06:01Z</dcterms:created>
  <dcterms:modified xsi:type="dcterms:W3CDTF">2026-04-15T22:27:36Z</dcterms:modified>
</cp:coreProperties>
</file>