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964" r:id="rId2"/>
    <p:sldId id="2719" r:id="rId3"/>
    <p:sldId id="30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C9D2"/>
    <a:srgbClr val="C8E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001A9-7939-4323-B367-D1ABEEC5F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F80F6-DCEF-43C9-A6BF-9B8A3865B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5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https://noonnu.cc/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685C8-D900-4E3F-ABCF-6430C28DE3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C61-091F-02A0-7161-18FAA16B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8F6595-A14F-CD9F-E856-2060F2A5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D0231-4934-3B91-34D2-D9520853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3D5AB-4943-7043-A26D-1B7A1AE0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BC3D-3AC9-4BD4-CB38-5331DE2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5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2E2E-FFD9-6C8B-9810-66DA9C8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5E69-3EF3-2805-3061-D65F92CB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9A6D3-C412-03E8-00AE-289ACC7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542B-45F2-2B49-16A2-0979323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9EDD-A4E0-A1CA-A1D2-B6153803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33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9FB36-26F8-DE47-246F-465FA2A7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236ED-8E4E-AB20-2DD4-98738E6C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20AFA-A7F0-A2BE-C5A5-F95652B3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81136-843A-1D46-7CAA-67DD007F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09A29-5CE3-1412-94AB-454CBD6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03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3D33-62DB-22BC-D44D-59E54428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18455-A7CC-DDEB-22CB-3FB26310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039C46-BC33-DE7E-BB16-3362234D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1B4D8-A584-65A6-6BB1-B485C74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BD4C6-6DDB-D1F9-CA9D-500CD04A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0798C-9DA5-37B6-96B9-D3CA3D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F0DA-77D9-866A-D9F4-18751BDB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C672C-5B16-4835-0BAF-52210465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CAFBE-D8B2-B05D-C389-F57A8DC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0BB961-D4BE-DB96-9BC8-3F628A8F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B1C07C-08B0-D364-1498-1C317E31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C4B300-4A21-05BB-9768-611D79CB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DB3C60-E533-52C0-463E-0199037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BF4D76-9411-F160-65D4-634C16A3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210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16D1-7158-66D8-80B9-64847F2A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E1E9A4-7D96-D381-FD9E-B9D94D5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684A4-61D5-49D7-B261-D075D706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8A735-C3ED-1CB6-2444-26428862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99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B7FD-10D0-0A2D-31C4-5EF487D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EE45E-57C1-12CD-26D3-EAF50C18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7D219-49CE-1626-0727-5CAF0A0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48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3D87-FB2C-7349-C54C-549FEE6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13D83-7941-7E79-0CD3-0AD6190C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120C0-C333-71CC-F5D4-F8250B9E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7B20-B889-7C8B-DBF8-0AD3833C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BD19F-69E8-B81D-84FC-C9DF0C7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D24A-7A06-6415-1896-2258BBA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38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EC66-B560-9AA1-0A06-0F88141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F5F2F-53AE-5ADE-8331-2AF4BAF6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A8CAC-26D1-EC5B-4B05-5974B31B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38989-E075-55A4-409B-84272347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E40B9C-2333-DAF8-BFF5-2B5B644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B2BDA-77E1-ADE9-4429-CF7253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37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A5098-C8C8-17A2-0CA8-22144F5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A4AD3-2147-B4AA-4612-C8BF908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6672-CA18-EAE2-64B2-0B5D41D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AF6AE-5100-EDE6-E443-AC7F04B0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05875-BD3B-E01F-DA13-62C9F340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62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135FEC-3ED9-85EC-EAEB-3B8C9BF65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C6C8-4BCA-5599-2C98-49A21E99F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2A0B-9260-AAAC-E3C3-9C0F4E7A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EF269-8EEC-FE9B-E139-AC144C6B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FBD8-29CA-FE99-683A-6206D0D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99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4B5B9-93B7-DCB6-85A3-F738969F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60383-C5F4-0868-BD8E-5BC0D57F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859B1-D5D0-929E-B6AC-89C69EF66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9A4B2-C455-069A-A418-9AE2F3DD7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F995-3DCC-C6E3-8570-8B37EEA4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6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n.naver.com/seok83062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E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6B7C4-8162-B1CF-7021-3DD5C4FD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6">
            <a:extLst>
              <a:ext uri="{FF2B5EF4-FFF2-40B4-BE49-F238E27FC236}">
                <a16:creationId xmlns:a16="http://schemas.microsoft.com/office/drawing/2014/main" id="{1249A65F-1950-F99E-E148-B242399BBED4}"/>
              </a:ext>
            </a:extLst>
          </p:cNvPr>
          <p:cNvSpPr/>
          <p:nvPr/>
        </p:nvSpPr>
        <p:spPr>
          <a:xfrm flipH="1" flipV="1">
            <a:off x="6654665" y="1617045"/>
            <a:ext cx="2095746" cy="1486891"/>
          </a:xfrm>
          <a:prstGeom prst="parallelogram">
            <a:avLst>
              <a:gd name="adj" fmla="val 1411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0">
            <a:extLst>
              <a:ext uri="{FF2B5EF4-FFF2-40B4-BE49-F238E27FC236}">
                <a16:creationId xmlns:a16="http://schemas.microsoft.com/office/drawing/2014/main" id="{A6523EE7-D3D4-AEE6-6AE8-653D2BD51E5D}"/>
              </a:ext>
            </a:extLst>
          </p:cNvPr>
          <p:cNvSpPr/>
          <p:nvPr/>
        </p:nvSpPr>
        <p:spPr>
          <a:xfrm flipH="1">
            <a:off x="6773396" y="4677871"/>
            <a:ext cx="2138375" cy="1801905"/>
          </a:xfrm>
          <a:prstGeom prst="parallelogram">
            <a:avLst/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BE252C-573E-E049-E1ED-1848B54ECE48}"/>
              </a:ext>
            </a:extLst>
          </p:cNvPr>
          <p:cNvSpPr/>
          <p:nvPr/>
        </p:nvSpPr>
        <p:spPr>
          <a:xfrm>
            <a:off x="6876784" y="4704765"/>
            <a:ext cx="1604682" cy="1532965"/>
          </a:xfrm>
          <a:custGeom>
            <a:avLst/>
            <a:gdLst>
              <a:gd name="connsiteX0" fmla="*/ 0 w 1515035"/>
              <a:gd name="connsiteY0" fmla="*/ 0 h 1515035"/>
              <a:gd name="connsiteX1" fmla="*/ 1515035 w 1515035"/>
              <a:gd name="connsiteY1" fmla="*/ 0 h 1515035"/>
              <a:gd name="connsiteX2" fmla="*/ 1515035 w 1515035"/>
              <a:gd name="connsiteY2" fmla="*/ 1515035 h 1515035"/>
              <a:gd name="connsiteX3" fmla="*/ 0 w 1515035"/>
              <a:gd name="connsiteY3" fmla="*/ 1515035 h 1515035"/>
              <a:gd name="connsiteX4" fmla="*/ 0 w 1515035"/>
              <a:gd name="connsiteY4" fmla="*/ 0 h 1515035"/>
              <a:gd name="connsiteX0" fmla="*/ 0 w 1604682"/>
              <a:gd name="connsiteY0" fmla="*/ 0 h 1515035"/>
              <a:gd name="connsiteX1" fmla="*/ 1515035 w 1604682"/>
              <a:gd name="connsiteY1" fmla="*/ 0 h 1515035"/>
              <a:gd name="connsiteX2" fmla="*/ 1604682 w 1604682"/>
              <a:gd name="connsiteY2" fmla="*/ 1470211 h 1515035"/>
              <a:gd name="connsiteX3" fmla="*/ 0 w 1604682"/>
              <a:gd name="connsiteY3" fmla="*/ 1515035 h 1515035"/>
              <a:gd name="connsiteX4" fmla="*/ 0 w 1604682"/>
              <a:gd name="connsiteY4" fmla="*/ 0 h 1515035"/>
              <a:gd name="connsiteX0" fmla="*/ 0 w 1604682"/>
              <a:gd name="connsiteY0" fmla="*/ 0 h 1532965"/>
              <a:gd name="connsiteX1" fmla="*/ 1515035 w 1604682"/>
              <a:gd name="connsiteY1" fmla="*/ 0 h 1532965"/>
              <a:gd name="connsiteX2" fmla="*/ 1604682 w 1604682"/>
              <a:gd name="connsiteY2" fmla="*/ 1470211 h 1532965"/>
              <a:gd name="connsiteX3" fmla="*/ 53788 w 1604682"/>
              <a:gd name="connsiteY3" fmla="*/ 1532965 h 1532965"/>
              <a:gd name="connsiteX4" fmla="*/ 0 w 1604682"/>
              <a:gd name="connsiteY4" fmla="*/ 0 h 153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4682" h="1532965">
                <a:moveTo>
                  <a:pt x="0" y="0"/>
                </a:moveTo>
                <a:lnTo>
                  <a:pt x="1515035" y="0"/>
                </a:lnTo>
                <a:lnTo>
                  <a:pt x="1604682" y="1470211"/>
                </a:lnTo>
                <a:lnTo>
                  <a:pt x="53788" y="153296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Threat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위협</a:t>
            </a:r>
          </a:p>
        </p:txBody>
      </p:sp>
      <p:sp>
        <p:nvSpPr>
          <p:cNvPr id="18" name="직사각형 10">
            <a:extLst>
              <a:ext uri="{FF2B5EF4-FFF2-40B4-BE49-F238E27FC236}">
                <a16:creationId xmlns:a16="http://schemas.microsoft.com/office/drawing/2014/main" id="{D0B2A711-AEEF-FACC-8297-4C3D32CC9C6D}"/>
              </a:ext>
            </a:extLst>
          </p:cNvPr>
          <p:cNvSpPr/>
          <p:nvPr/>
        </p:nvSpPr>
        <p:spPr>
          <a:xfrm flipH="1">
            <a:off x="6782360" y="3098834"/>
            <a:ext cx="1968051" cy="1801905"/>
          </a:xfrm>
          <a:custGeom>
            <a:avLst/>
            <a:gdLst>
              <a:gd name="connsiteX0" fmla="*/ 0 w 1515035"/>
              <a:gd name="connsiteY0" fmla="*/ 0 h 1515035"/>
              <a:gd name="connsiteX1" fmla="*/ 1515035 w 1515035"/>
              <a:gd name="connsiteY1" fmla="*/ 0 h 1515035"/>
              <a:gd name="connsiteX2" fmla="*/ 1515035 w 1515035"/>
              <a:gd name="connsiteY2" fmla="*/ 1515035 h 1515035"/>
              <a:gd name="connsiteX3" fmla="*/ 0 w 1515035"/>
              <a:gd name="connsiteY3" fmla="*/ 1515035 h 1515035"/>
              <a:gd name="connsiteX4" fmla="*/ 0 w 1515035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568822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568822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1135"/>
              <a:gd name="connsiteY0" fmla="*/ 0 h 1515035"/>
              <a:gd name="connsiteX1" fmla="*/ 1640540 w 1641135"/>
              <a:gd name="connsiteY1" fmla="*/ 0 h 1515035"/>
              <a:gd name="connsiteX2" fmla="*/ 1568822 w 1641135"/>
              <a:gd name="connsiteY2" fmla="*/ 1515035 h 1515035"/>
              <a:gd name="connsiteX3" fmla="*/ 0 w 1641135"/>
              <a:gd name="connsiteY3" fmla="*/ 1506070 h 1515035"/>
              <a:gd name="connsiteX4" fmla="*/ 125505 w 1641135"/>
              <a:gd name="connsiteY4" fmla="*/ 0 h 15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135" h="1515035">
                <a:moveTo>
                  <a:pt x="125505" y="0"/>
                </a:moveTo>
                <a:lnTo>
                  <a:pt x="1640540" y="0"/>
                </a:lnTo>
                <a:cubicBezTo>
                  <a:pt x="1643528" y="513976"/>
                  <a:pt x="1637551" y="1027952"/>
                  <a:pt x="1568822" y="1515035"/>
                </a:cubicBezTo>
                <a:lnTo>
                  <a:pt x="0" y="1506070"/>
                </a:lnTo>
                <a:cubicBezTo>
                  <a:pt x="113553" y="995082"/>
                  <a:pt x="128494" y="519952"/>
                  <a:pt x="125505" y="0"/>
                </a:cubicBezTo>
                <a:close/>
              </a:path>
            </a:pathLst>
          </a:custGeom>
          <a:solidFill>
            <a:schemeClr val="tx1">
              <a:alpha val="16000"/>
            </a:schemeClr>
          </a:soli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862195-7521-6A86-F8A7-14F6DBA4BC23}"/>
              </a:ext>
            </a:extLst>
          </p:cNvPr>
          <p:cNvSpPr/>
          <p:nvPr/>
        </p:nvSpPr>
        <p:spPr>
          <a:xfrm>
            <a:off x="5325889" y="4704765"/>
            <a:ext cx="1515035" cy="1515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ABD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575A6B-714F-7FD8-75B0-6E699B5BEAD2}"/>
              </a:ext>
            </a:extLst>
          </p:cNvPr>
          <p:cNvSpPr/>
          <p:nvPr/>
        </p:nvSpPr>
        <p:spPr>
          <a:xfrm>
            <a:off x="5325889" y="1602975"/>
            <a:ext cx="1515035" cy="1515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ABD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92A111-11E0-802B-94C0-04FCE04E3964}"/>
              </a:ext>
            </a:extLst>
          </p:cNvPr>
          <p:cNvSpPr/>
          <p:nvPr/>
        </p:nvSpPr>
        <p:spPr>
          <a:xfrm>
            <a:off x="6876784" y="1602975"/>
            <a:ext cx="1561448" cy="1515035"/>
          </a:xfrm>
          <a:custGeom>
            <a:avLst/>
            <a:gdLst>
              <a:gd name="connsiteX0" fmla="*/ 0 w 1515035"/>
              <a:gd name="connsiteY0" fmla="*/ 0 h 1515035"/>
              <a:gd name="connsiteX1" fmla="*/ 1515035 w 1515035"/>
              <a:gd name="connsiteY1" fmla="*/ 0 h 1515035"/>
              <a:gd name="connsiteX2" fmla="*/ 1515035 w 1515035"/>
              <a:gd name="connsiteY2" fmla="*/ 1515035 h 1515035"/>
              <a:gd name="connsiteX3" fmla="*/ 0 w 1515035"/>
              <a:gd name="connsiteY3" fmla="*/ 1515035 h 1515035"/>
              <a:gd name="connsiteX4" fmla="*/ 0 w 1515035"/>
              <a:gd name="connsiteY4" fmla="*/ 0 h 1515035"/>
              <a:gd name="connsiteX0" fmla="*/ 0 w 1548901"/>
              <a:gd name="connsiteY0" fmla="*/ 0 h 1515035"/>
              <a:gd name="connsiteX1" fmla="*/ 1515035 w 1548901"/>
              <a:gd name="connsiteY1" fmla="*/ 0 h 1515035"/>
              <a:gd name="connsiteX2" fmla="*/ 1515035 w 1548901"/>
              <a:gd name="connsiteY2" fmla="*/ 1515035 h 1515035"/>
              <a:gd name="connsiteX3" fmla="*/ 0 w 1548901"/>
              <a:gd name="connsiteY3" fmla="*/ 1515035 h 1515035"/>
              <a:gd name="connsiteX4" fmla="*/ 0 w 1548901"/>
              <a:gd name="connsiteY4" fmla="*/ 0 h 1515035"/>
              <a:gd name="connsiteX0" fmla="*/ 0 w 1561448"/>
              <a:gd name="connsiteY0" fmla="*/ 0 h 1515035"/>
              <a:gd name="connsiteX1" fmla="*/ 1515035 w 1561448"/>
              <a:gd name="connsiteY1" fmla="*/ 0 h 1515035"/>
              <a:gd name="connsiteX2" fmla="*/ 1515035 w 1561448"/>
              <a:gd name="connsiteY2" fmla="*/ 1515035 h 1515035"/>
              <a:gd name="connsiteX3" fmla="*/ 0 w 1561448"/>
              <a:gd name="connsiteY3" fmla="*/ 1515035 h 1515035"/>
              <a:gd name="connsiteX4" fmla="*/ 0 w 1561448"/>
              <a:gd name="connsiteY4" fmla="*/ 0 h 1515035"/>
              <a:gd name="connsiteX0" fmla="*/ 0 w 1561448"/>
              <a:gd name="connsiteY0" fmla="*/ 0 h 1515035"/>
              <a:gd name="connsiteX1" fmla="*/ 1515035 w 1561448"/>
              <a:gd name="connsiteY1" fmla="*/ 0 h 1515035"/>
              <a:gd name="connsiteX2" fmla="*/ 1515035 w 1561448"/>
              <a:gd name="connsiteY2" fmla="*/ 1515035 h 1515035"/>
              <a:gd name="connsiteX3" fmla="*/ 0 w 1561448"/>
              <a:gd name="connsiteY3" fmla="*/ 1515035 h 1515035"/>
              <a:gd name="connsiteX4" fmla="*/ 0 w 1561448"/>
              <a:gd name="connsiteY4" fmla="*/ 0 h 1515035"/>
              <a:gd name="connsiteX0" fmla="*/ 0 w 1561448"/>
              <a:gd name="connsiteY0" fmla="*/ 0 h 1515035"/>
              <a:gd name="connsiteX1" fmla="*/ 1515035 w 1561448"/>
              <a:gd name="connsiteY1" fmla="*/ 0 h 1515035"/>
              <a:gd name="connsiteX2" fmla="*/ 1515035 w 1561448"/>
              <a:gd name="connsiteY2" fmla="*/ 1515035 h 1515035"/>
              <a:gd name="connsiteX3" fmla="*/ 0 w 1561448"/>
              <a:gd name="connsiteY3" fmla="*/ 1515035 h 1515035"/>
              <a:gd name="connsiteX4" fmla="*/ 0 w 1561448"/>
              <a:gd name="connsiteY4" fmla="*/ 0 h 15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448" h="1515035">
                <a:moveTo>
                  <a:pt x="0" y="0"/>
                </a:moveTo>
                <a:lnTo>
                  <a:pt x="1515035" y="0"/>
                </a:lnTo>
                <a:cubicBezTo>
                  <a:pt x="1591235" y="657412"/>
                  <a:pt x="1560755" y="1040503"/>
                  <a:pt x="1515035" y="1515035"/>
                </a:cubicBezTo>
                <a:lnTo>
                  <a:pt x="0" y="1515035"/>
                </a:lnTo>
                <a:cubicBezTo>
                  <a:pt x="38100" y="1025263"/>
                  <a:pt x="30480" y="535492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Weakness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F692C5-918B-A7A4-C964-19DD4161DEE3}"/>
              </a:ext>
            </a:extLst>
          </p:cNvPr>
          <p:cNvSpPr/>
          <p:nvPr/>
        </p:nvSpPr>
        <p:spPr>
          <a:xfrm>
            <a:off x="3774995" y="3153870"/>
            <a:ext cx="1515035" cy="15150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4590AC-AD07-00BE-F369-C72B62411643}"/>
              </a:ext>
            </a:extLst>
          </p:cNvPr>
          <p:cNvSpPr/>
          <p:nvPr/>
        </p:nvSpPr>
        <p:spPr>
          <a:xfrm>
            <a:off x="6876783" y="3153871"/>
            <a:ext cx="1595717" cy="1524000"/>
          </a:xfrm>
          <a:custGeom>
            <a:avLst/>
            <a:gdLst>
              <a:gd name="connsiteX0" fmla="*/ 0 w 1515035"/>
              <a:gd name="connsiteY0" fmla="*/ 0 h 1515035"/>
              <a:gd name="connsiteX1" fmla="*/ 1515035 w 1515035"/>
              <a:gd name="connsiteY1" fmla="*/ 0 h 1515035"/>
              <a:gd name="connsiteX2" fmla="*/ 1515035 w 1515035"/>
              <a:gd name="connsiteY2" fmla="*/ 1515035 h 1515035"/>
              <a:gd name="connsiteX3" fmla="*/ 0 w 1515035"/>
              <a:gd name="connsiteY3" fmla="*/ 1515035 h 1515035"/>
              <a:gd name="connsiteX4" fmla="*/ 0 w 1515035"/>
              <a:gd name="connsiteY4" fmla="*/ 0 h 1515035"/>
              <a:gd name="connsiteX0" fmla="*/ 0 w 1595717"/>
              <a:gd name="connsiteY0" fmla="*/ 0 h 1524000"/>
              <a:gd name="connsiteX1" fmla="*/ 1515035 w 1595717"/>
              <a:gd name="connsiteY1" fmla="*/ 0 h 1524000"/>
              <a:gd name="connsiteX2" fmla="*/ 1595717 w 1595717"/>
              <a:gd name="connsiteY2" fmla="*/ 1524000 h 1524000"/>
              <a:gd name="connsiteX3" fmla="*/ 0 w 1595717"/>
              <a:gd name="connsiteY3" fmla="*/ 1515035 h 1524000"/>
              <a:gd name="connsiteX4" fmla="*/ 0 w 1595717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5717" h="1524000">
                <a:moveTo>
                  <a:pt x="0" y="0"/>
                </a:moveTo>
                <a:lnTo>
                  <a:pt x="1515035" y="0"/>
                </a:lnTo>
                <a:lnTo>
                  <a:pt x="1595717" y="1524000"/>
                </a:lnTo>
                <a:lnTo>
                  <a:pt x="0" y="15150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9B7D3F6E-FCE0-45C8-7748-A2AC54403B58}"/>
              </a:ext>
            </a:extLst>
          </p:cNvPr>
          <p:cNvSpPr/>
          <p:nvPr/>
        </p:nvSpPr>
        <p:spPr>
          <a:xfrm rot="8845377">
            <a:off x="3858397" y="2461474"/>
            <a:ext cx="1880466" cy="1073040"/>
          </a:xfrm>
          <a:prstGeom prst="triangle">
            <a:avLst>
              <a:gd name="adj" fmla="val 32577"/>
            </a:avLst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889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평행 사변형 3">
            <a:extLst>
              <a:ext uri="{FF2B5EF4-FFF2-40B4-BE49-F238E27FC236}">
                <a16:creationId xmlns:a16="http://schemas.microsoft.com/office/drawing/2014/main" id="{F626E28D-5AE2-7D49-81DE-8882CF6D9BF0}"/>
              </a:ext>
            </a:extLst>
          </p:cNvPr>
          <p:cNvSpPr/>
          <p:nvPr/>
        </p:nvSpPr>
        <p:spPr>
          <a:xfrm>
            <a:off x="3667419" y="1602975"/>
            <a:ext cx="1622611" cy="1416423"/>
          </a:xfrm>
          <a:prstGeom prst="parallelogram">
            <a:avLst>
              <a:gd name="adj" fmla="val 80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Strength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강점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05FDA6C2-3ED1-0CF9-4B88-BCD72C0546A2}"/>
              </a:ext>
            </a:extLst>
          </p:cNvPr>
          <p:cNvSpPr/>
          <p:nvPr/>
        </p:nvSpPr>
        <p:spPr>
          <a:xfrm rot="8845377">
            <a:off x="5180766" y="3968921"/>
            <a:ext cx="2298374" cy="1281222"/>
          </a:xfrm>
          <a:prstGeom prst="triangle">
            <a:avLst>
              <a:gd name="adj" fmla="val 27537"/>
            </a:avLst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AEF00D-68CB-E448-385C-7ADC35B8C0CE}"/>
              </a:ext>
            </a:extLst>
          </p:cNvPr>
          <p:cNvSpPr/>
          <p:nvPr/>
        </p:nvSpPr>
        <p:spPr>
          <a:xfrm>
            <a:off x="5325889" y="3153870"/>
            <a:ext cx="1515035" cy="1515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0">
            <a:extLst>
              <a:ext uri="{FF2B5EF4-FFF2-40B4-BE49-F238E27FC236}">
                <a16:creationId xmlns:a16="http://schemas.microsoft.com/office/drawing/2014/main" id="{F3404BA8-4392-F1E2-8402-D50C2E65F591}"/>
              </a:ext>
            </a:extLst>
          </p:cNvPr>
          <p:cNvSpPr/>
          <p:nvPr/>
        </p:nvSpPr>
        <p:spPr>
          <a:xfrm flipH="1">
            <a:off x="3680570" y="4668905"/>
            <a:ext cx="1968051" cy="1801905"/>
          </a:xfrm>
          <a:custGeom>
            <a:avLst/>
            <a:gdLst>
              <a:gd name="connsiteX0" fmla="*/ 0 w 1515035"/>
              <a:gd name="connsiteY0" fmla="*/ 0 h 1515035"/>
              <a:gd name="connsiteX1" fmla="*/ 1515035 w 1515035"/>
              <a:gd name="connsiteY1" fmla="*/ 0 h 1515035"/>
              <a:gd name="connsiteX2" fmla="*/ 1515035 w 1515035"/>
              <a:gd name="connsiteY2" fmla="*/ 1515035 h 1515035"/>
              <a:gd name="connsiteX3" fmla="*/ 0 w 1515035"/>
              <a:gd name="connsiteY3" fmla="*/ 1515035 h 1515035"/>
              <a:gd name="connsiteX4" fmla="*/ 0 w 1515035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568822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568822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1135"/>
              <a:gd name="connsiteY0" fmla="*/ 0 h 1515035"/>
              <a:gd name="connsiteX1" fmla="*/ 1640540 w 1641135"/>
              <a:gd name="connsiteY1" fmla="*/ 0 h 1515035"/>
              <a:gd name="connsiteX2" fmla="*/ 1568822 w 1641135"/>
              <a:gd name="connsiteY2" fmla="*/ 1515035 h 1515035"/>
              <a:gd name="connsiteX3" fmla="*/ 0 w 1641135"/>
              <a:gd name="connsiteY3" fmla="*/ 1506070 h 1515035"/>
              <a:gd name="connsiteX4" fmla="*/ 125505 w 1641135"/>
              <a:gd name="connsiteY4" fmla="*/ 0 h 15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135" h="1515035">
                <a:moveTo>
                  <a:pt x="125505" y="0"/>
                </a:moveTo>
                <a:lnTo>
                  <a:pt x="1640540" y="0"/>
                </a:lnTo>
                <a:cubicBezTo>
                  <a:pt x="1643528" y="513976"/>
                  <a:pt x="1637551" y="1027952"/>
                  <a:pt x="1568822" y="1515035"/>
                </a:cubicBezTo>
                <a:lnTo>
                  <a:pt x="0" y="1506070"/>
                </a:lnTo>
                <a:cubicBezTo>
                  <a:pt x="113553" y="995082"/>
                  <a:pt x="128494" y="519952"/>
                  <a:pt x="125505" y="0"/>
                </a:cubicBezTo>
                <a:close/>
              </a:path>
            </a:pathLst>
          </a:custGeom>
          <a:solidFill>
            <a:schemeClr val="tx1">
              <a:alpha val="16000"/>
            </a:schemeClr>
          </a:soli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AA4B53-E8CC-FE9C-02CC-E194EFA2830F}"/>
              </a:ext>
            </a:extLst>
          </p:cNvPr>
          <p:cNvSpPr/>
          <p:nvPr/>
        </p:nvSpPr>
        <p:spPr>
          <a:xfrm>
            <a:off x="3649490" y="4704765"/>
            <a:ext cx="1641135" cy="1515035"/>
          </a:xfrm>
          <a:custGeom>
            <a:avLst/>
            <a:gdLst>
              <a:gd name="connsiteX0" fmla="*/ 0 w 1515035"/>
              <a:gd name="connsiteY0" fmla="*/ 0 h 1515035"/>
              <a:gd name="connsiteX1" fmla="*/ 1515035 w 1515035"/>
              <a:gd name="connsiteY1" fmla="*/ 0 h 1515035"/>
              <a:gd name="connsiteX2" fmla="*/ 1515035 w 1515035"/>
              <a:gd name="connsiteY2" fmla="*/ 1515035 h 1515035"/>
              <a:gd name="connsiteX3" fmla="*/ 0 w 1515035"/>
              <a:gd name="connsiteY3" fmla="*/ 1515035 h 1515035"/>
              <a:gd name="connsiteX4" fmla="*/ 0 w 1515035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640540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568822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0540"/>
              <a:gd name="connsiteY0" fmla="*/ 0 h 1515035"/>
              <a:gd name="connsiteX1" fmla="*/ 1640540 w 1640540"/>
              <a:gd name="connsiteY1" fmla="*/ 0 h 1515035"/>
              <a:gd name="connsiteX2" fmla="*/ 1568822 w 1640540"/>
              <a:gd name="connsiteY2" fmla="*/ 1515035 h 1515035"/>
              <a:gd name="connsiteX3" fmla="*/ 0 w 1640540"/>
              <a:gd name="connsiteY3" fmla="*/ 1506070 h 1515035"/>
              <a:gd name="connsiteX4" fmla="*/ 125505 w 1640540"/>
              <a:gd name="connsiteY4" fmla="*/ 0 h 1515035"/>
              <a:gd name="connsiteX0" fmla="*/ 125505 w 1641135"/>
              <a:gd name="connsiteY0" fmla="*/ 0 h 1515035"/>
              <a:gd name="connsiteX1" fmla="*/ 1640540 w 1641135"/>
              <a:gd name="connsiteY1" fmla="*/ 0 h 1515035"/>
              <a:gd name="connsiteX2" fmla="*/ 1568822 w 1641135"/>
              <a:gd name="connsiteY2" fmla="*/ 1515035 h 1515035"/>
              <a:gd name="connsiteX3" fmla="*/ 0 w 1641135"/>
              <a:gd name="connsiteY3" fmla="*/ 1506070 h 1515035"/>
              <a:gd name="connsiteX4" fmla="*/ 125505 w 1641135"/>
              <a:gd name="connsiteY4" fmla="*/ 0 h 15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135" h="1515035">
                <a:moveTo>
                  <a:pt x="125505" y="0"/>
                </a:moveTo>
                <a:lnTo>
                  <a:pt x="1640540" y="0"/>
                </a:lnTo>
                <a:cubicBezTo>
                  <a:pt x="1643528" y="513976"/>
                  <a:pt x="1637551" y="1027952"/>
                  <a:pt x="1568822" y="1515035"/>
                </a:cubicBezTo>
                <a:lnTo>
                  <a:pt x="0" y="1506070"/>
                </a:lnTo>
                <a:cubicBezTo>
                  <a:pt x="113553" y="995082"/>
                  <a:pt x="128494" y="519952"/>
                  <a:pt x="1255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Opportunity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63E043-99E5-0307-C771-B44838EEE409}"/>
              </a:ext>
            </a:extLst>
          </p:cNvPr>
          <p:cNvSpPr txBox="1"/>
          <p:nvPr/>
        </p:nvSpPr>
        <p:spPr>
          <a:xfrm>
            <a:off x="4406888" y="999017"/>
            <a:ext cx="3390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모서리가 둥근 직사각형 37">
            <a:extLst>
              <a:ext uri="{FF2B5EF4-FFF2-40B4-BE49-F238E27FC236}">
                <a16:creationId xmlns:a16="http://schemas.microsoft.com/office/drawing/2014/main" id="{A6C23117-F8E2-4788-18E7-5EF0604138FD}"/>
              </a:ext>
            </a:extLst>
          </p:cNvPr>
          <p:cNvSpPr/>
          <p:nvPr/>
        </p:nvSpPr>
        <p:spPr>
          <a:xfrm>
            <a:off x="4639935" y="416324"/>
            <a:ext cx="2917628" cy="526715"/>
          </a:xfrm>
          <a:prstGeom prst="roundRect">
            <a:avLst>
              <a:gd name="adj" fmla="val 50000"/>
            </a:avLst>
          </a:prstGeom>
          <a:solidFill>
            <a:srgbClr val="3CC9D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 PRESENTATION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92E87-2AA9-577E-6D62-1E587B9AE003}"/>
              </a:ext>
            </a:extLst>
          </p:cNvPr>
          <p:cNvSpPr txBox="1"/>
          <p:nvPr/>
        </p:nvSpPr>
        <p:spPr>
          <a:xfrm>
            <a:off x="502554" y="1602975"/>
            <a:ext cx="2834757" cy="130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강점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Strength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기업의 환경분석을 통해 강점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(strength)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약점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(weakness),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(opportunity)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위협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(threat) 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요인을 규정하고 이를 토대로 마케팅 전략을 수립하는 기법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1D59D9-A987-1F7F-F76F-C60A15696B1D}"/>
              </a:ext>
            </a:extLst>
          </p:cNvPr>
          <p:cNvSpPr txBox="1"/>
          <p:nvPr/>
        </p:nvSpPr>
        <p:spPr>
          <a:xfrm>
            <a:off x="8839024" y="1650918"/>
            <a:ext cx="2827414" cy="130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약점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Weakness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기업의 환경분석을 통해 강점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(strength)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약점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(weakness),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(opportunity)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위협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(threat)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요인을 규정하고 이를 토대로 마케팅 전략을 수립하는 기법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D2F0C2-29ED-5F28-F138-B2EFCC9712C8}"/>
              </a:ext>
            </a:extLst>
          </p:cNvPr>
          <p:cNvSpPr txBox="1"/>
          <p:nvPr/>
        </p:nvSpPr>
        <p:spPr>
          <a:xfrm>
            <a:off x="8839024" y="4778670"/>
            <a:ext cx="2827413" cy="130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위협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Threat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기업의 환경분석을 통해 강점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(strength)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약점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(weakness),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(opportunity)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위협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(threat)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요인을 규정하고 이를 토대로 마케팅 전략을 수립하는 기법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1CA073-69A5-5A47-4816-8F3B4BB67528}"/>
              </a:ext>
            </a:extLst>
          </p:cNvPr>
          <p:cNvSpPr txBox="1"/>
          <p:nvPr/>
        </p:nvSpPr>
        <p:spPr>
          <a:xfrm>
            <a:off x="506884" y="4766454"/>
            <a:ext cx="2834757" cy="130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Opportunity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기업의 환경분석을 통해 강점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(strength)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약점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(weakness),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(opportunity)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위협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(threat) 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요인을 규정하고 이를 토대로 마케팅 전략을 수립하는 기법</a:t>
            </a: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50CC4A93-94B5-491D-D751-E968D9515262}"/>
              </a:ext>
            </a:extLst>
          </p:cNvPr>
          <p:cNvSpPr/>
          <p:nvPr/>
        </p:nvSpPr>
        <p:spPr>
          <a:xfrm>
            <a:off x="4394194" y="3507717"/>
            <a:ext cx="3351961" cy="792037"/>
          </a:xfrm>
          <a:custGeom>
            <a:avLst/>
            <a:gdLst/>
            <a:ahLst/>
            <a:cxnLst/>
            <a:rect l="l" t="t" r="r" b="b"/>
            <a:pathLst>
              <a:path w="3351961" h="792037">
                <a:moveTo>
                  <a:pt x="2441354" y="781084"/>
                </a:moveTo>
                <a:lnTo>
                  <a:pt x="2445317" y="781779"/>
                </a:lnTo>
                <a:lnTo>
                  <a:pt x="2445317" y="791657"/>
                </a:lnTo>
                <a:lnTo>
                  <a:pt x="2441354" y="791200"/>
                </a:lnTo>
                <a:close/>
                <a:moveTo>
                  <a:pt x="895836" y="744189"/>
                </a:moveTo>
                <a:lnTo>
                  <a:pt x="895836" y="769413"/>
                </a:lnTo>
                <a:lnTo>
                  <a:pt x="893733" y="774526"/>
                </a:lnTo>
                <a:lnTo>
                  <a:pt x="883408" y="774526"/>
                </a:lnTo>
                <a:close/>
                <a:moveTo>
                  <a:pt x="2957402" y="720320"/>
                </a:moveTo>
                <a:lnTo>
                  <a:pt x="2939473" y="722692"/>
                </a:lnTo>
                <a:cubicBezTo>
                  <a:pt x="2933752" y="723437"/>
                  <a:pt x="2929520" y="724832"/>
                  <a:pt x="2926776" y="726878"/>
                </a:cubicBezTo>
                <a:cubicBezTo>
                  <a:pt x="2924032" y="728925"/>
                  <a:pt x="2922660" y="732413"/>
                  <a:pt x="2922660" y="737343"/>
                </a:cubicBezTo>
                <a:cubicBezTo>
                  <a:pt x="2922660" y="741063"/>
                  <a:pt x="2923974" y="744063"/>
                  <a:pt x="2926601" y="746342"/>
                </a:cubicBezTo>
                <a:cubicBezTo>
                  <a:pt x="2929229" y="748621"/>
                  <a:pt x="2932682" y="749761"/>
                  <a:pt x="2936961" y="749761"/>
                </a:cubicBezTo>
                <a:cubicBezTo>
                  <a:pt x="2942868" y="749761"/>
                  <a:pt x="2947751" y="747668"/>
                  <a:pt x="2951611" y="743482"/>
                </a:cubicBezTo>
                <a:cubicBezTo>
                  <a:pt x="2955472" y="739296"/>
                  <a:pt x="2957402" y="734041"/>
                  <a:pt x="2957402" y="727715"/>
                </a:cubicBezTo>
                <a:close/>
                <a:moveTo>
                  <a:pt x="1223852" y="720320"/>
                </a:moveTo>
                <a:lnTo>
                  <a:pt x="1205923" y="722692"/>
                </a:lnTo>
                <a:cubicBezTo>
                  <a:pt x="1200202" y="723437"/>
                  <a:pt x="1195970" y="724832"/>
                  <a:pt x="1193226" y="726878"/>
                </a:cubicBezTo>
                <a:cubicBezTo>
                  <a:pt x="1190482" y="728925"/>
                  <a:pt x="1189110" y="732413"/>
                  <a:pt x="1189110" y="737343"/>
                </a:cubicBezTo>
                <a:cubicBezTo>
                  <a:pt x="1189110" y="741063"/>
                  <a:pt x="1190424" y="744063"/>
                  <a:pt x="1193052" y="746342"/>
                </a:cubicBezTo>
                <a:cubicBezTo>
                  <a:pt x="1195679" y="748621"/>
                  <a:pt x="1199133" y="749761"/>
                  <a:pt x="1203411" y="749761"/>
                </a:cubicBezTo>
                <a:cubicBezTo>
                  <a:pt x="1209318" y="749761"/>
                  <a:pt x="1214201" y="747668"/>
                  <a:pt x="1218062" y="743482"/>
                </a:cubicBezTo>
                <a:cubicBezTo>
                  <a:pt x="1221922" y="739296"/>
                  <a:pt x="1223852" y="734041"/>
                  <a:pt x="1223852" y="727715"/>
                </a:cubicBezTo>
                <a:close/>
                <a:moveTo>
                  <a:pt x="2868784" y="691997"/>
                </a:moveTo>
                <a:cubicBezTo>
                  <a:pt x="2863249" y="691997"/>
                  <a:pt x="2858482" y="693985"/>
                  <a:pt x="2854483" y="697961"/>
                </a:cubicBezTo>
                <a:cubicBezTo>
                  <a:pt x="2850483" y="701938"/>
                  <a:pt x="2847995" y="707228"/>
                  <a:pt x="2847018" y="713832"/>
                </a:cubicBezTo>
                <a:lnTo>
                  <a:pt x="2887411" y="713832"/>
                </a:lnTo>
                <a:cubicBezTo>
                  <a:pt x="2887411" y="706996"/>
                  <a:pt x="2885771" y="701647"/>
                  <a:pt x="2882492" y="697787"/>
                </a:cubicBezTo>
                <a:cubicBezTo>
                  <a:pt x="2879214" y="693927"/>
                  <a:pt x="2874644" y="691997"/>
                  <a:pt x="2868784" y="691997"/>
                </a:cubicBezTo>
                <a:close/>
                <a:moveTo>
                  <a:pt x="1449559" y="691997"/>
                </a:moveTo>
                <a:cubicBezTo>
                  <a:pt x="1444025" y="691997"/>
                  <a:pt x="1439257" y="693985"/>
                  <a:pt x="1435258" y="697961"/>
                </a:cubicBezTo>
                <a:cubicBezTo>
                  <a:pt x="1431258" y="701938"/>
                  <a:pt x="1428770" y="707228"/>
                  <a:pt x="1427793" y="713832"/>
                </a:cubicBezTo>
                <a:lnTo>
                  <a:pt x="1468186" y="713832"/>
                </a:lnTo>
                <a:cubicBezTo>
                  <a:pt x="1468186" y="706996"/>
                  <a:pt x="1466547" y="701647"/>
                  <a:pt x="1463268" y="697787"/>
                </a:cubicBezTo>
                <a:cubicBezTo>
                  <a:pt x="1459989" y="693927"/>
                  <a:pt x="1455419" y="691997"/>
                  <a:pt x="1449559" y="691997"/>
                </a:cubicBezTo>
                <a:close/>
                <a:moveTo>
                  <a:pt x="1135234" y="691997"/>
                </a:moveTo>
                <a:cubicBezTo>
                  <a:pt x="1129700" y="691997"/>
                  <a:pt x="1124932" y="693985"/>
                  <a:pt x="1120933" y="697961"/>
                </a:cubicBezTo>
                <a:cubicBezTo>
                  <a:pt x="1116933" y="701938"/>
                  <a:pt x="1114445" y="707228"/>
                  <a:pt x="1113468" y="713832"/>
                </a:cubicBezTo>
                <a:lnTo>
                  <a:pt x="1153861" y="713832"/>
                </a:lnTo>
                <a:cubicBezTo>
                  <a:pt x="1153861" y="706996"/>
                  <a:pt x="1152222" y="701647"/>
                  <a:pt x="1148943" y="697787"/>
                </a:cubicBezTo>
                <a:cubicBezTo>
                  <a:pt x="1145664" y="693927"/>
                  <a:pt x="1141094" y="691997"/>
                  <a:pt x="1135234" y="691997"/>
                </a:cubicBezTo>
                <a:close/>
                <a:moveTo>
                  <a:pt x="506584" y="691997"/>
                </a:moveTo>
                <a:cubicBezTo>
                  <a:pt x="501050" y="691997"/>
                  <a:pt x="496282" y="693985"/>
                  <a:pt x="492283" y="697961"/>
                </a:cubicBezTo>
                <a:cubicBezTo>
                  <a:pt x="488283" y="701938"/>
                  <a:pt x="485795" y="707228"/>
                  <a:pt x="484818" y="713832"/>
                </a:cubicBezTo>
                <a:lnTo>
                  <a:pt x="525211" y="713832"/>
                </a:lnTo>
                <a:cubicBezTo>
                  <a:pt x="525211" y="706996"/>
                  <a:pt x="523571" y="701647"/>
                  <a:pt x="520293" y="697787"/>
                </a:cubicBezTo>
                <a:cubicBezTo>
                  <a:pt x="517014" y="693927"/>
                  <a:pt x="512444" y="691997"/>
                  <a:pt x="506584" y="691997"/>
                </a:cubicBezTo>
                <a:close/>
                <a:moveTo>
                  <a:pt x="2042899" y="691857"/>
                </a:moveTo>
                <a:cubicBezTo>
                  <a:pt x="2035319" y="691857"/>
                  <a:pt x="2029272" y="694485"/>
                  <a:pt x="2024761" y="699740"/>
                </a:cubicBezTo>
                <a:cubicBezTo>
                  <a:pt x="2020250" y="704996"/>
                  <a:pt x="2017994" y="712181"/>
                  <a:pt x="2017994" y="721297"/>
                </a:cubicBezTo>
                <a:cubicBezTo>
                  <a:pt x="2017994" y="729948"/>
                  <a:pt x="2020261" y="736866"/>
                  <a:pt x="2024796" y="742052"/>
                </a:cubicBezTo>
                <a:cubicBezTo>
                  <a:pt x="2029331" y="747237"/>
                  <a:pt x="2035365" y="749830"/>
                  <a:pt x="2042899" y="749830"/>
                </a:cubicBezTo>
                <a:cubicBezTo>
                  <a:pt x="2050713" y="749830"/>
                  <a:pt x="2056701" y="747330"/>
                  <a:pt x="2060864" y="742331"/>
                </a:cubicBezTo>
                <a:cubicBezTo>
                  <a:pt x="2065026" y="737331"/>
                  <a:pt x="2067107" y="730227"/>
                  <a:pt x="2067107" y="721018"/>
                </a:cubicBezTo>
                <a:cubicBezTo>
                  <a:pt x="2067107" y="711763"/>
                  <a:pt x="2065014" y="704589"/>
                  <a:pt x="2060829" y="699496"/>
                </a:cubicBezTo>
                <a:cubicBezTo>
                  <a:pt x="2056643" y="694403"/>
                  <a:pt x="2050666" y="691857"/>
                  <a:pt x="2042899" y="691857"/>
                </a:cubicBezTo>
                <a:close/>
                <a:moveTo>
                  <a:pt x="1960244" y="691857"/>
                </a:moveTo>
                <a:cubicBezTo>
                  <a:pt x="1953500" y="691857"/>
                  <a:pt x="1947954" y="694252"/>
                  <a:pt x="1943606" y="699043"/>
                </a:cubicBezTo>
                <a:cubicBezTo>
                  <a:pt x="1939257" y="703833"/>
                  <a:pt x="1937083" y="709879"/>
                  <a:pt x="1937083" y="717181"/>
                </a:cubicBezTo>
                <a:lnTo>
                  <a:pt x="1937083" y="727785"/>
                </a:lnTo>
                <a:cubicBezTo>
                  <a:pt x="1937083" y="733878"/>
                  <a:pt x="1939117" y="739075"/>
                  <a:pt x="1943187" y="743377"/>
                </a:cubicBezTo>
                <a:cubicBezTo>
                  <a:pt x="1947256" y="747679"/>
                  <a:pt x="1952338" y="749830"/>
                  <a:pt x="1958430" y="749830"/>
                </a:cubicBezTo>
                <a:cubicBezTo>
                  <a:pt x="1965639" y="749830"/>
                  <a:pt x="1971302" y="747063"/>
                  <a:pt x="1975418" y="741528"/>
                </a:cubicBezTo>
                <a:cubicBezTo>
                  <a:pt x="1979534" y="735994"/>
                  <a:pt x="1981592" y="728273"/>
                  <a:pt x="1981592" y="718367"/>
                </a:cubicBezTo>
                <a:cubicBezTo>
                  <a:pt x="1981592" y="710228"/>
                  <a:pt x="1979650" y="703775"/>
                  <a:pt x="1975766" y="699008"/>
                </a:cubicBezTo>
                <a:cubicBezTo>
                  <a:pt x="1971883" y="694241"/>
                  <a:pt x="1966709" y="691857"/>
                  <a:pt x="1960244" y="691857"/>
                </a:cubicBezTo>
                <a:close/>
                <a:moveTo>
                  <a:pt x="1874519" y="691857"/>
                </a:moveTo>
                <a:cubicBezTo>
                  <a:pt x="1867775" y="691857"/>
                  <a:pt x="1862229" y="694252"/>
                  <a:pt x="1857881" y="699043"/>
                </a:cubicBezTo>
                <a:cubicBezTo>
                  <a:pt x="1853532" y="703833"/>
                  <a:pt x="1851358" y="709879"/>
                  <a:pt x="1851358" y="717181"/>
                </a:cubicBezTo>
                <a:lnTo>
                  <a:pt x="1851358" y="727785"/>
                </a:lnTo>
                <a:cubicBezTo>
                  <a:pt x="1851358" y="733878"/>
                  <a:pt x="1853392" y="739075"/>
                  <a:pt x="1857462" y="743377"/>
                </a:cubicBezTo>
                <a:cubicBezTo>
                  <a:pt x="1861531" y="747679"/>
                  <a:pt x="1866613" y="749830"/>
                  <a:pt x="1872705" y="749830"/>
                </a:cubicBezTo>
                <a:cubicBezTo>
                  <a:pt x="1879914" y="749830"/>
                  <a:pt x="1885577" y="747063"/>
                  <a:pt x="1889693" y="741528"/>
                </a:cubicBezTo>
                <a:cubicBezTo>
                  <a:pt x="1893809" y="735994"/>
                  <a:pt x="1895867" y="728273"/>
                  <a:pt x="1895867" y="718367"/>
                </a:cubicBezTo>
                <a:cubicBezTo>
                  <a:pt x="1895867" y="710228"/>
                  <a:pt x="1893925" y="703775"/>
                  <a:pt x="1890041" y="699008"/>
                </a:cubicBezTo>
                <a:cubicBezTo>
                  <a:pt x="1886158" y="694241"/>
                  <a:pt x="1880984" y="691857"/>
                  <a:pt x="1874519" y="691857"/>
                </a:cubicBezTo>
                <a:close/>
                <a:moveTo>
                  <a:pt x="1785725" y="691857"/>
                </a:moveTo>
                <a:cubicBezTo>
                  <a:pt x="1778144" y="691857"/>
                  <a:pt x="1772097" y="694485"/>
                  <a:pt x="1767586" y="699740"/>
                </a:cubicBezTo>
                <a:cubicBezTo>
                  <a:pt x="1763075" y="704996"/>
                  <a:pt x="1760819" y="712181"/>
                  <a:pt x="1760819" y="721297"/>
                </a:cubicBezTo>
                <a:cubicBezTo>
                  <a:pt x="1760819" y="729948"/>
                  <a:pt x="1763086" y="736866"/>
                  <a:pt x="1767621" y="742052"/>
                </a:cubicBezTo>
                <a:cubicBezTo>
                  <a:pt x="1772156" y="747237"/>
                  <a:pt x="1778190" y="749830"/>
                  <a:pt x="1785725" y="749830"/>
                </a:cubicBezTo>
                <a:cubicBezTo>
                  <a:pt x="1793538" y="749830"/>
                  <a:pt x="1799526" y="747330"/>
                  <a:pt x="1803689" y="742331"/>
                </a:cubicBezTo>
                <a:cubicBezTo>
                  <a:pt x="1807851" y="737331"/>
                  <a:pt x="1809932" y="730227"/>
                  <a:pt x="1809932" y="721018"/>
                </a:cubicBezTo>
                <a:cubicBezTo>
                  <a:pt x="1809932" y="711763"/>
                  <a:pt x="1807839" y="704589"/>
                  <a:pt x="1803654" y="699496"/>
                </a:cubicBezTo>
                <a:cubicBezTo>
                  <a:pt x="1799468" y="694403"/>
                  <a:pt x="1793492" y="691857"/>
                  <a:pt x="1785725" y="691857"/>
                </a:cubicBezTo>
                <a:close/>
                <a:moveTo>
                  <a:pt x="670044" y="691857"/>
                </a:moveTo>
                <a:cubicBezTo>
                  <a:pt x="662696" y="691857"/>
                  <a:pt x="656917" y="694566"/>
                  <a:pt x="652708" y="699985"/>
                </a:cubicBezTo>
                <a:cubicBezTo>
                  <a:pt x="648499" y="705403"/>
                  <a:pt x="646394" y="712879"/>
                  <a:pt x="646394" y="722413"/>
                </a:cubicBezTo>
                <a:cubicBezTo>
                  <a:pt x="646394" y="730692"/>
                  <a:pt x="648429" y="737331"/>
                  <a:pt x="652498" y="742331"/>
                </a:cubicBezTo>
                <a:cubicBezTo>
                  <a:pt x="656568" y="747330"/>
                  <a:pt x="661858" y="749830"/>
                  <a:pt x="668370" y="749830"/>
                </a:cubicBezTo>
                <a:cubicBezTo>
                  <a:pt x="674974" y="749830"/>
                  <a:pt x="680415" y="747435"/>
                  <a:pt x="684694" y="742645"/>
                </a:cubicBezTo>
                <a:cubicBezTo>
                  <a:pt x="688973" y="737854"/>
                  <a:pt x="691112" y="731808"/>
                  <a:pt x="691112" y="724506"/>
                </a:cubicBezTo>
                <a:lnTo>
                  <a:pt x="691112" y="713344"/>
                </a:lnTo>
                <a:cubicBezTo>
                  <a:pt x="691112" y="707391"/>
                  <a:pt x="689066" y="702322"/>
                  <a:pt x="684973" y="698136"/>
                </a:cubicBezTo>
                <a:cubicBezTo>
                  <a:pt x="680880" y="693950"/>
                  <a:pt x="675904" y="691857"/>
                  <a:pt x="670044" y="691857"/>
                </a:cubicBezTo>
                <a:close/>
                <a:moveTo>
                  <a:pt x="2495979" y="684183"/>
                </a:moveTo>
                <a:lnTo>
                  <a:pt x="2507490" y="684183"/>
                </a:lnTo>
                <a:lnTo>
                  <a:pt x="2481317" y="750018"/>
                </a:lnTo>
                <a:lnTo>
                  <a:pt x="2481317" y="723698"/>
                </a:lnTo>
                <a:close/>
                <a:moveTo>
                  <a:pt x="2438913" y="684183"/>
                </a:moveTo>
                <a:lnTo>
                  <a:pt x="2445317" y="684183"/>
                </a:lnTo>
                <a:lnTo>
                  <a:pt x="2445317" y="700570"/>
                </a:lnTo>
                <a:close/>
                <a:moveTo>
                  <a:pt x="2364210" y="684183"/>
                </a:moveTo>
                <a:lnTo>
                  <a:pt x="2375233" y="684183"/>
                </a:lnTo>
                <a:lnTo>
                  <a:pt x="2375233" y="757504"/>
                </a:lnTo>
                <a:lnTo>
                  <a:pt x="2364210" y="757504"/>
                </a:lnTo>
                <a:close/>
                <a:moveTo>
                  <a:pt x="2191156" y="684183"/>
                </a:moveTo>
                <a:lnTo>
                  <a:pt x="2202108" y="684183"/>
                </a:lnTo>
                <a:lnTo>
                  <a:pt x="2202108" y="726181"/>
                </a:lnTo>
                <a:cubicBezTo>
                  <a:pt x="2202108" y="741947"/>
                  <a:pt x="2208108" y="749830"/>
                  <a:pt x="2220107" y="749830"/>
                </a:cubicBezTo>
                <a:cubicBezTo>
                  <a:pt x="2225967" y="749830"/>
                  <a:pt x="2230793" y="747656"/>
                  <a:pt x="2234583" y="743307"/>
                </a:cubicBezTo>
                <a:cubicBezTo>
                  <a:pt x="2238374" y="738959"/>
                  <a:pt x="2240269" y="733320"/>
                  <a:pt x="2240269" y="726390"/>
                </a:cubicBezTo>
                <a:lnTo>
                  <a:pt x="2240269" y="684183"/>
                </a:lnTo>
                <a:lnTo>
                  <a:pt x="2251361" y="684183"/>
                </a:lnTo>
                <a:lnTo>
                  <a:pt x="2251361" y="757504"/>
                </a:lnTo>
                <a:lnTo>
                  <a:pt x="2240269" y="757504"/>
                </a:lnTo>
                <a:lnTo>
                  <a:pt x="2240269" y="745924"/>
                </a:lnTo>
                <a:lnTo>
                  <a:pt x="2239990" y="745924"/>
                </a:lnTo>
                <a:cubicBezTo>
                  <a:pt x="2235153" y="754807"/>
                  <a:pt x="2227618" y="759248"/>
                  <a:pt x="2217387" y="759248"/>
                </a:cubicBezTo>
                <a:cubicBezTo>
                  <a:pt x="2199899" y="759248"/>
                  <a:pt x="2191156" y="748830"/>
                  <a:pt x="2191156" y="727994"/>
                </a:cubicBezTo>
                <a:close/>
                <a:moveTo>
                  <a:pt x="991880" y="684183"/>
                </a:moveTo>
                <a:lnTo>
                  <a:pt x="1003461" y="684183"/>
                </a:lnTo>
                <a:lnTo>
                  <a:pt x="1018948" y="739784"/>
                </a:lnTo>
                <a:cubicBezTo>
                  <a:pt x="1019413" y="741459"/>
                  <a:pt x="1019739" y="743621"/>
                  <a:pt x="1019925" y="746272"/>
                </a:cubicBezTo>
                <a:lnTo>
                  <a:pt x="1020483" y="746272"/>
                </a:lnTo>
                <a:cubicBezTo>
                  <a:pt x="1020716" y="743993"/>
                  <a:pt x="1021157" y="741784"/>
                  <a:pt x="1021809" y="739645"/>
                </a:cubicBezTo>
                <a:lnTo>
                  <a:pt x="1038970" y="684183"/>
                </a:lnTo>
                <a:lnTo>
                  <a:pt x="1049086" y="684183"/>
                </a:lnTo>
                <a:lnTo>
                  <a:pt x="1064503" y="739924"/>
                </a:lnTo>
                <a:cubicBezTo>
                  <a:pt x="1064876" y="741226"/>
                  <a:pt x="1065224" y="743389"/>
                  <a:pt x="1065550" y="746412"/>
                </a:cubicBezTo>
                <a:lnTo>
                  <a:pt x="1066178" y="746412"/>
                </a:lnTo>
                <a:cubicBezTo>
                  <a:pt x="1066271" y="744412"/>
                  <a:pt x="1066666" y="742249"/>
                  <a:pt x="1067364" y="739924"/>
                </a:cubicBezTo>
                <a:lnTo>
                  <a:pt x="1082572" y="684183"/>
                </a:lnTo>
                <a:lnTo>
                  <a:pt x="1093525" y="684183"/>
                </a:lnTo>
                <a:lnTo>
                  <a:pt x="1071550" y="757504"/>
                </a:lnTo>
                <a:lnTo>
                  <a:pt x="1060039" y="757504"/>
                </a:lnTo>
                <a:lnTo>
                  <a:pt x="1044691" y="704414"/>
                </a:lnTo>
                <a:cubicBezTo>
                  <a:pt x="1044133" y="702508"/>
                  <a:pt x="1043761" y="700298"/>
                  <a:pt x="1043575" y="697787"/>
                </a:cubicBezTo>
                <a:lnTo>
                  <a:pt x="1043296" y="697787"/>
                </a:lnTo>
                <a:cubicBezTo>
                  <a:pt x="1043296" y="698764"/>
                  <a:pt x="1042784" y="700926"/>
                  <a:pt x="1041761" y="704275"/>
                </a:cubicBezTo>
                <a:lnTo>
                  <a:pt x="1025157" y="757504"/>
                </a:lnTo>
                <a:lnTo>
                  <a:pt x="1014135" y="757504"/>
                </a:lnTo>
                <a:close/>
                <a:moveTo>
                  <a:pt x="2823252" y="682927"/>
                </a:moveTo>
                <a:cubicBezTo>
                  <a:pt x="2826321" y="682927"/>
                  <a:pt x="2828717" y="683253"/>
                  <a:pt x="2830437" y="683904"/>
                </a:cubicBezTo>
                <a:lnTo>
                  <a:pt x="2830437" y="695555"/>
                </a:lnTo>
                <a:cubicBezTo>
                  <a:pt x="2828345" y="693973"/>
                  <a:pt x="2825391" y="693183"/>
                  <a:pt x="2821578" y="693183"/>
                </a:cubicBezTo>
                <a:cubicBezTo>
                  <a:pt x="2816555" y="693183"/>
                  <a:pt x="2812346" y="695624"/>
                  <a:pt x="2808950" y="700508"/>
                </a:cubicBezTo>
                <a:cubicBezTo>
                  <a:pt x="2805555" y="705391"/>
                  <a:pt x="2803858" y="711879"/>
                  <a:pt x="2803858" y="719972"/>
                </a:cubicBezTo>
                <a:lnTo>
                  <a:pt x="2803858" y="757504"/>
                </a:lnTo>
                <a:lnTo>
                  <a:pt x="2792765" y="757504"/>
                </a:lnTo>
                <a:lnTo>
                  <a:pt x="2792765" y="684183"/>
                </a:lnTo>
                <a:lnTo>
                  <a:pt x="2803858" y="684183"/>
                </a:lnTo>
                <a:lnTo>
                  <a:pt x="2803858" y="699392"/>
                </a:lnTo>
                <a:lnTo>
                  <a:pt x="2804137" y="699392"/>
                </a:lnTo>
                <a:cubicBezTo>
                  <a:pt x="2805811" y="694229"/>
                  <a:pt x="2808357" y="690194"/>
                  <a:pt x="2811776" y="687288"/>
                </a:cubicBezTo>
                <a:cubicBezTo>
                  <a:pt x="2815194" y="684381"/>
                  <a:pt x="2819020" y="682927"/>
                  <a:pt x="2823252" y="682927"/>
                </a:cubicBezTo>
                <a:close/>
                <a:moveTo>
                  <a:pt x="2127927" y="682927"/>
                </a:moveTo>
                <a:cubicBezTo>
                  <a:pt x="2130996" y="682927"/>
                  <a:pt x="2133392" y="683253"/>
                  <a:pt x="2135112" y="683904"/>
                </a:cubicBezTo>
                <a:lnTo>
                  <a:pt x="2135112" y="695555"/>
                </a:lnTo>
                <a:cubicBezTo>
                  <a:pt x="2133020" y="693973"/>
                  <a:pt x="2130066" y="693183"/>
                  <a:pt x="2126253" y="693183"/>
                </a:cubicBezTo>
                <a:cubicBezTo>
                  <a:pt x="2121230" y="693183"/>
                  <a:pt x="2117021" y="695624"/>
                  <a:pt x="2113625" y="700508"/>
                </a:cubicBezTo>
                <a:cubicBezTo>
                  <a:pt x="2110230" y="705391"/>
                  <a:pt x="2108533" y="711879"/>
                  <a:pt x="2108533" y="719972"/>
                </a:cubicBezTo>
                <a:lnTo>
                  <a:pt x="2108533" y="757504"/>
                </a:lnTo>
                <a:lnTo>
                  <a:pt x="2097440" y="757504"/>
                </a:lnTo>
                <a:lnTo>
                  <a:pt x="2097440" y="684183"/>
                </a:lnTo>
                <a:lnTo>
                  <a:pt x="2108533" y="684183"/>
                </a:lnTo>
                <a:lnTo>
                  <a:pt x="2108533" y="699392"/>
                </a:lnTo>
                <a:lnTo>
                  <a:pt x="2108812" y="699392"/>
                </a:lnTo>
                <a:cubicBezTo>
                  <a:pt x="2110486" y="694229"/>
                  <a:pt x="2113032" y="690194"/>
                  <a:pt x="2116451" y="687288"/>
                </a:cubicBezTo>
                <a:cubicBezTo>
                  <a:pt x="2119869" y="684381"/>
                  <a:pt x="2123695" y="682927"/>
                  <a:pt x="2127927" y="682927"/>
                </a:cubicBezTo>
                <a:close/>
                <a:moveTo>
                  <a:pt x="461052" y="682927"/>
                </a:moveTo>
                <a:cubicBezTo>
                  <a:pt x="464122" y="682927"/>
                  <a:pt x="466517" y="683253"/>
                  <a:pt x="468238" y="683904"/>
                </a:cubicBezTo>
                <a:lnTo>
                  <a:pt x="468238" y="695555"/>
                </a:lnTo>
                <a:cubicBezTo>
                  <a:pt x="466145" y="693973"/>
                  <a:pt x="463191" y="693183"/>
                  <a:pt x="459378" y="693183"/>
                </a:cubicBezTo>
                <a:cubicBezTo>
                  <a:pt x="454355" y="693183"/>
                  <a:pt x="450146" y="695624"/>
                  <a:pt x="446751" y="700508"/>
                </a:cubicBezTo>
                <a:cubicBezTo>
                  <a:pt x="443355" y="705391"/>
                  <a:pt x="441658" y="711879"/>
                  <a:pt x="441658" y="719972"/>
                </a:cubicBezTo>
                <a:lnTo>
                  <a:pt x="441658" y="757504"/>
                </a:lnTo>
                <a:lnTo>
                  <a:pt x="430566" y="757504"/>
                </a:lnTo>
                <a:lnTo>
                  <a:pt x="430566" y="684183"/>
                </a:lnTo>
                <a:lnTo>
                  <a:pt x="441658" y="684183"/>
                </a:lnTo>
                <a:lnTo>
                  <a:pt x="441658" y="699392"/>
                </a:lnTo>
                <a:lnTo>
                  <a:pt x="441937" y="699392"/>
                </a:lnTo>
                <a:cubicBezTo>
                  <a:pt x="443611" y="694229"/>
                  <a:pt x="446158" y="690194"/>
                  <a:pt x="449576" y="687288"/>
                </a:cubicBezTo>
                <a:cubicBezTo>
                  <a:pt x="452994" y="684381"/>
                  <a:pt x="456820" y="682927"/>
                  <a:pt x="461052" y="682927"/>
                </a:cubicBezTo>
                <a:close/>
                <a:moveTo>
                  <a:pt x="2943031" y="682509"/>
                </a:moveTo>
                <a:cubicBezTo>
                  <a:pt x="2960053" y="682509"/>
                  <a:pt x="2968564" y="691532"/>
                  <a:pt x="2968564" y="709577"/>
                </a:cubicBezTo>
                <a:lnTo>
                  <a:pt x="2968564" y="757504"/>
                </a:lnTo>
                <a:lnTo>
                  <a:pt x="2957472" y="757504"/>
                </a:lnTo>
                <a:lnTo>
                  <a:pt x="2957472" y="745993"/>
                </a:lnTo>
                <a:lnTo>
                  <a:pt x="2957053" y="745993"/>
                </a:lnTo>
                <a:cubicBezTo>
                  <a:pt x="2951984" y="754830"/>
                  <a:pt x="2944472" y="759248"/>
                  <a:pt x="2934519" y="759248"/>
                </a:cubicBezTo>
                <a:cubicBezTo>
                  <a:pt x="2927357" y="759248"/>
                  <a:pt x="2921671" y="757330"/>
                  <a:pt x="2917462" y="753493"/>
                </a:cubicBezTo>
                <a:cubicBezTo>
                  <a:pt x="2913253" y="749656"/>
                  <a:pt x="2911149" y="744528"/>
                  <a:pt x="2911149" y="738110"/>
                </a:cubicBezTo>
                <a:cubicBezTo>
                  <a:pt x="2911149" y="724483"/>
                  <a:pt x="2919195" y="716553"/>
                  <a:pt x="2935287" y="714321"/>
                </a:cubicBezTo>
                <a:lnTo>
                  <a:pt x="2957402" y="711112"/>
                </a:lnTo>
                <a:cubicBezTo>
                  <a:pt x="2957402" y="698368"/>
                  <a:pt x="2952332" y="691997"/>
                  <a:pt x="2942193" y="691997"/>
                </a:cubicBezTo>
                <a:cubicBezTo>
                  <a:pt x="2933264" y="691997"/>
                  <a:pt x="2925311" y="695043"/>
                  <a:pt x="2918334" y="701136"/>
                </a:cubicBezTo>
                <a:lnTo>
                  <a:pt x="2918334" y="689415"/>
                </a:lnTo>
                <a:cubicBezTo>
                  <a:pt x="2925497" y="684811"/>
                  <a:pt x="2933729" y="682509"/>
                  <a:pt x="2943031" y="682509"/>
                </a:cubicBezTo>
                <a:close/>
                <a:moveTo>
                  <a:pt x="2868923" y="682509"/>
                </a:moveTo>
                <a:cubicBezTo>
                  <a:pt x="2878411" y="682509"/>
                  <a:pt x="2885771" y="685613"/>
                  <a:pt x="2891004" y="691822"/>
                </a:cubicBezTo>
                <a:cubicBezTo>
                  <a:pt x="2896236" y="698031"/>
                  <a:pt x="2898852" y="706624"/>
                  <a:pt x="2898852" y="717600"/>
                </a:cubicBezTo>
                <a:lnTo>
                  <a:pt x="2898852" y="723599"/>
                </a:lnTo>
                <a:lnTo>
                  <a:pt x="2846878" y="723599"/>
                </a:lnTo>
                <a:cubicBezTo>
                  <a:pt x="2847111" y="732064"/>
                  <a:pt x="2849378" y="738540"/>
                  <a:pt x="2853680" y="743028"/>
                </a:cubicBezTo>
                <a:cubicBezTo>
                  <a:pt x="2857982" y="747516"/>
                  <a:pt x="2863761" y="749761"/>
                  <a:pt x="2871016" y="749761"/>
                </a:cubicBezTo>
                <a:cubicBezTo>
                  <a:pt x="2879388" y="749761"/>
                  <a:pt x="2887015" y="746993"/>
                  <a:pt x="2893899" y="741459"/>
                </a:cubicBezTo>
                <a:lnTo>
                  <a:pt x="2893899" y="752063"/>
                </a:lnTo>
                <a:cubicBezTo>
                  <a:pt x="2887341" y="756853"/>
                  <a:pt x="2878853" y="759248"/>
                  <a:pt x="2868435" y="759248"/>
                </a:cubicBezTo>
                <a:cubicBezTo>
                  <a:pt x="2858110" y="759248"/>
                  <a:pt x="2850029" y="755865"/>
                  <a:pt x="2844192" y="749098"/>
                </a:cubicBezTo>
                <a:cubicBezTo>
                  <a:pt x="2838356" y="742331"/>
                  <a:pt x="2835437" y="732971"/>
                  <a:pt x="2835437" y="721018"/>
                </a:cubicBezTo>
                <a:cubicBezTo>
                  <a:pt x="2835437" y="709903"/>
                  <a:pt x="2838646" y="700705"/>
                  <a:pt x="2845064" y="693427"/>
                </a:cubicBezTo>
                <a:cubicBezTo>
                  <a:pt x="2851483" y="686148"/>
                  <a:pt x="2859436" y="682509"/>
                  <a:pt x="2868923" y="682509"/>
                </a:cubicBezTo>
                <a:close/>
                <a:moveTo>
                  <a:pt x="2313855" y="682509"/>
                </a:moveTo>
                <a:cubicBezTo>
                  <a:pt x="2321901" y="682509"/>
                  <a:pt x="2328052" y="685090"/>
                  <a:pt x="2332307" y="690253"/>
                </a:cubicBezTo>
                <a:cubicBezTo>
                  <a:pt x="2336563" y="695415"/>
                  <a:pt x="2338691" y="702903"/>
                  <a:pt x="2338691" y="712716"/>
                </a:cubicBezTo>
                <a:lnTo>
                  <a:pt x="2338691" y="757504"/>
                </a:lnTo>
                <a:lnTo>
                  <a:pt x="2327598" y="757504"/>
                </a:lnTo>
                <a:lnTo>
                  <a:pt x="2327598" y="715646"/>
                </a:lnTo>
                <a:cubicBezTo>
                  <a:pt x="2327598" y="699787"/>
                  <a:pt x="2321808" y="691857"/>
                  <a:pt x="2310227" y="691857"/>
                </a:cubicBezTo>
                <a:cubicBezTo>
                  <a:pt x="2304274" y="691857"/>
                  <a:pt x="2299333" y="694101"/>
                  <a:pt x="2295403" y="698589"/>
                </a:cubicBezTo>
                <a:cubicBezTo>
                  <a:pt x="2291473" y="703077"/>
                  <a:pt x="2289508" y="708786"/>
                  <a:pt x="2289508" y="715716"/>
                </a:cubicBezTo>
                <a:lnTo>
                  <a:pt x="2289508" y="757504"/>
                </a:lnTo>
                <a:lnTo>
                  <a:pt x="2278415" y="757504"/>
                </a:lnTo>
                <a:lnTo>
                  <a:pt x="2278415" y="684183"/>
                </a:lnTo>
                <a:lnTo>
                  <a:pt x="2289508" y="684183"/>
                </a:lnTo>
                <a:lnTo>
                  <a:pt x="2289508" y="696461"/>
                </a:lnTo>
                <a:lnTo>
                  <a:pt x="2289787" y="696461"/>
                </a:lnTo>
                <a:cubicBezTo>
                  <a:pt x="2295275" y="687160"/>
                  <a:pt x="2303298" y="682509"/>
                  <a:pt x="2313855" y="682509"/>
                </a:cubicBezTo>
                <a:close/>
                <a:moveTo>
                  <a:pt x="2043876" y="682509"/>
                </a:moveTo>
                <a:cubicBezTo>
                  <a:pt x="2054573" y="682509"/>
                  <a:pt x="2063003" y="685869"/>
                  <a:pt x="2069165" y="692590"/>
                </a:cubicBezTo>
                <a:cubicBezTo>
                  <a:pt x="2075328" y="699310"/>
                  <a:pt x="2078409" y="708670"/>
                  <a:pt x="2078409" y="720669"/>
                </a:cubicBezTo>
                <a:cubicBezTo>
                  <a:pt x="2078409" y="732296"/>
                  <a:pt x="2075084" y="741633"/>
                  <a:pt x="2068433" y="748679"/>
                </a:cubicBezTo>
                <a:cubicBezTo>
                  <a:pt x="2061782" y="755725"/>
                  <a:pt x="2053015" y="759248"/>
                  <a:pt x="2042132" y="759248"/>
                </a:cubicBezTo>
                <a:cubicBezTo>
                  <a:pt x="2031482" y="759248"/>
                  <a:pt x="2022924" y="755807"/>
                  <a:pt x="2016459" y="748923"/>
                </a:cubicBezTo>
                <a:cubicBezTo>
                  <a:pt x="2009995" y="742040"/>
                  <a:pt x="2006762" y="732994"/>
                  <a:pt x="2006762" y="721785"/>
                </a:cubicBezTo>
                <a:cubicBezTo>
                  <a:pt x="2006762" y="709600"/>
                  <a:pt x="2010076" y="700008"/>
                  <a:pt x="2016703" y="693008"/>
                </a:cubicBezTo>
                <a:cubicBezTo>
                  <a:pt x="2023331" y="686009"/>
                  <a:pt x="2032389" y="682509"/>
                  <a:pt x="2043876" y="682509"/>
                </a:cubicBezTo>
                <a:close/>
                <a:moveTo>
                  <a:pt x="1962756" y="682509"/>
                </a:moveTo>
                <a:cubicBezTo>
                  <a:pt x="1972057" y="682509"/>
                  <a:pt x="1979406" y="685776"/>
                  <a:pt x="1984801" y="692311"/>
                </a:cubicBezTo>
                <a:cubicBezTo>
                  <a:pt x="1990196" y="698845"/>
                  <a:pt x="1992893" y="707647"/>
                  <a:pt x="1992893" y="718716"/>
                </a:cubicBezTo>
                <a:cubicBezTo>
                  <a:pt x="1992893" y="731087"/>
                  <a:pt x="1989859" y="740935"/>
                  <a:pt x="1983789" y="748261"/>
                </a:cubicBezTo>
                <a:cubicBezTo>
                  <a:pt x="1977720" y="755586"/>
                  <a:pt x="1969592" y="759248"/>
                  <a:pt x="1959407" y="759248"/>
                </a:cubicBezTo>
                <a:cubicBezTo>
                  <a:pt x="1949873" y="759248"/>
                  <a:pt x="1942524" y="755086"/>
                  <a:pt x="1937362" y="746761"/>
                </a:cubicBezTo>
                <a:lnTo>
                  <a:pt x="1937083" y="746761"/>
                </a:lnTo>
                <a:lnTo>
                  <a:pt x="1937083" y="791270"/>
                </a:lnTo>
                <a:lnTo>
                  <a:pt x="1925990" y="791270"/>
                </a:lnTo>
                <a:lnTo>
                  <a:pt x="1925990" y="684183"/>
                </a:lnTo>
                <a:lnTo>
                  <a:pt x="1937083" y="684183"/>
                </a:lnTo>
                <a:lnTo>
                  <a:pt x="1937083" y="697159"/>
                </a:lnTo>
                <a:lnTo>
                  <a:pt x="1937362" y="697159"/>
                </a:lnTo>
                <a:cubicBezTo>
                  <a:pt x="1943175" y="687392"/>
                  <a:pt x="1951640" y="682509"/>
                  <a:pt x="1962756" y="682509"/>
                </a:cubicBezTo>
                <a:close/>
                <a:moveTo>
                  <a:pt x="1877031" y="682509"/>
                </a:moveTo>
                <a:cubicBezTo>
                  <a:pt x="1886332" y="682509"/>
                  <a:pt x="1893681" y="685776"/>
                  <a:pt x="1899076" y="692311"/>
                </a:cubicBezTo>
                <a:cubicBezTo>
                  <a:pt x="1904471" y="698845"/>
                  <a:pt x="1907168" y="707647"/>
                  <a:pt x="1907168" y="718716"/>
                </a:cubicBezTo>
                <a:cubicBezTo>
                  <a:pt x="1907168" y="731087"/>
                  <a:pt x="1904134" y="740935"/>
                  <a:pt x="1898064" y="748261"/>
                </a:cubicBezTo>
                <a:cubicBezTo>
                  <a:pt x="1891995" y="755586"/>
                  <a:pt x="1883867" y="759248"/>
                  <a:pt x="1873682" y="759248"/>
                </a:cubicBezTo>
                <a:cubicBezTo>
                  <a:pt x="1864148" y="759248"/>
                  <a:pt x="1856799" y="755086"/>
                  <a:pt x="1851637" y="746761"/>
                </a:cubicBezTo>
                <a:lnTo>
                  <a:pt x="1851358" y="746761"/>
                </a:lnTo>
                <a:lnTo>
                  <a:pt x="1851358" y="791270"/>
                </a:lnTo>
                <a:lnTo>
                  <a:pt x="1840265" y="791270"/>
                </a:lnTo>
                <a:lnTo>
                  <a:pt x="1840265" y="684183"/>
                </a:lnTo>
                <a:lnTo>
                  <a:pt x="1851358" y="684183"/>
                </a:lnTo>
                <a:lnTo>
                  <a:pt x="1851358" y="697159"/>
                </a:lnTo>
                <a:lnTo>
                  <a:pt x="1851637" y="697159"/>
                </a:lnTo>
                <a:cubicBezTo>
                  <a:pt x="1857450" y="687392"/>
                  <a:pt x="1865915" y="682509"/>
                  <a:pt x="1877031" y="682509"/>
                </a:cubicBezTo>
                <a:close/>
                <a:moveTo>
                  <a:pt x="1786701" y="682509"/>
                </a:moveTo>
                <a:cubicBezTo>
                  <a:pt x="1797398" y="682509"/>
                  <a:pt x="1805828" y="685869"/>
                  <a:pt x="1811990" y="692590"/>
                </a:cubicBezTo>
                <a:cubicBezTo>
                  <a:pt x="1818153" y="699310"/>
                  <a:pt x="1821234" y="708670"/>
                  <a:pt x="1821234" y="720669"/>
                </a:cubicBezTo>
                <a:cubicBezTo>
                  <a:pt x="1821234" y="732296"/>
                  <a:pt x="1817909" y="741633"/>
                  <a:pt x="1811258" y="748679"/>
                </a:cubicBezTo>
                <a:cubicBezTo>
                  <a:pt x="1804607" y="755725"/>
                  <a:pt x="1795840" y="759248"/>
                  <a:pt x="1784957" y="759248"/>
                </a:cubicBezTo>
                <a:cubicBezTo>
                  <a:pt x="1774307" y="759248"/>
                  <a:pt x="1765749" y="755807"/>
                  <a:pt x="1759284" y="748923"/>
                </a:cubicBezTo>
                <a:cubicBezTo>
                  <a:pt x="1752820" y="742040"/>
                  <a:pt x="1749587" y="732994"/>
                  <a:pt x="1749587" y="721785"/>
                </a:cubicBezTo>
                <a:cubicBezTo>
                  <a:pt x="1749587" y="709600"/>
                  <a:pt x="1752901" y="700008"/>
                  <a:pt x="1759528" y="693008"/>
                </a:cubicBezTo>
                <a:cubicBezTo>
                  <a:pt x="1766156" y="686009"/>
                  <a:pt x="1775214" y="682509"/>
                  <a:pt x="1786701" y="682509"/>
                </a:cubicBezTo>
                <a:close/>
                <a:moveTo>
                  <a:pt x="1577886" y="682509"/>
                </a:moveTo>
                <a:cubicBezTo>
                  <a:pt x="1584118" y="682509"/>
                  <a:pt x="1589746" y="683602"/>
                  <a:pt x="1594769" y="685788"/>
                </a:cubicBezTo>
                <a:lnTo>
                  <a:pt x="1594769" y="697299"/>
                </a:lnTo>
                <a:cubicBezTo>
                  <a:pt x="1589327" y="693764"/>
                  <a:pt x="1583118" y="691997"/>
                  <a:pt x="1576142" y="691997"/>
                </a:cubicBezTo>
                <a:cubicBezTo>
                  <a:pt x="1571584" y="691997"/>
                  <a:pt x="1568003" y="693008"/>
                  <a:pt x="1565398" y="695031"/>
                </a:cubicBezTo>
                <a:cubicBezTo>
                  <a:pt x="1562794" y="697054"/>
                  <a:pt x="1561492" y="699578"/>
                  <a:pt x="1561492" y="702601"/>
                </a:cubicBezTo>
                <a:cubicBezTo>
                  <a:pt x="1561492" y="705856"/>
                  <a:pt x="1562457" y="708344"/>
                  <a:pt x="1564387" y="710065"/>
                </a:cubicBezTo>
                <a:cubicBezTo>
                  <a:pt x="1566317" y="711786"/>
                  <a:pt x="1570514" y="713926"/>
                  <a:pt x="1576979" y="716483"/>
                </a:cubicBezTo>
                <a:cubicBezTo>
                  <a:pt x="1585723" y="719879"/>
                  <a:pt x="1591420" y="723204"/>
                  <a:pt x="1594071" y="726460"/>
                </a:cubicBezTo>
                <a:cubicBezTo>
                  <a:pt x="1596722" y="729715"/>
                  <a:pt x="1598048" y="733599"/>
                  <a:pt x="1598048" y="738110"/>
                </a:cubicBezTo>
                <a:cubicBezTo>
                  <a:pt x="1598048" y="744621"/>
                  <a:pt x="1595362" y="749772"/>
                  <a:pt x="1589990" y="753563"/>
                </a:cubicBezTo>
                <a:cubicBezTo>
                  <a:pt x="1584618" y="757353"/>
                  <a:pt x="1577747" y="759248"/>
                  <a:pt x="1569375" y="759248"/>
                </a:cubicBezTo>
                <a:cubicBezTo>
                  <a:pt x="1561794" y="759248"/>
                  <a:pt x="1555306" y="757760"/>
                  <a:pt x="1549911" y="754783"/>
                </a:cubicBezTo>
                <a:lnTo>
                  <a:pt x="1549911" y="742575"/>
                </a:lnTo>
                <a:cubicBezTo>
                  <a:pt x="1556329" y="747319"/>
                  <a:pt x="1563375" y="749691"/>
                  <a:pt x="1571049" y="749691"/>
                </a:cubicBezTo>
                <a:cubicBezTo>
                  <a:pt x="1581467" y="749691"/>
                  <a:pt x="1586676" y="746179"/>
                  <a:pt x="1586676" y="739157"/>
                </a:cubicBezTo>
                <a:cubicBezTo>
                  <a:pt x="1586676" y="736133"/>
                  <a:pt x="1585537" y="733634"/>
                  <a:pt x="1583258" y="731657"/>
                </a:cubicBezTo>
                <a:cubicBezTo>
                  <a:pt x="1580979" y="729680"/>
                  <a:pt x="1576491" y="727436"/>
                  <a:pt x="1569794" y="724925"/>
                </a:cubicBezTo>
                <a:cubicBezTo>
                  <a:pt x="1562073" y="721855"/>
                  <a:pt x="1556852" y="718739"/>
                  <a:pt x="1554132" y="715577"/>
                </a:cubicBezTo>
                <a:cubicBezTo>
                  <a:pt x="1551411" y="712414"/>
                  <a:pt x="1550051" y="708414"/>
                  <a:pt x="1550051" y="703577"/>
                </a:cubicBezTo>
                <a:cubicBezTo>
                  <a:pt x="1550051" y="697345"/>
                  <a:pt x="1552748" y="692276"/>
                  <a:pt x="1558143" y="688369"/>
                </a:cubicBezTo>
                <a:cubicBezTo>
                  <a:pt x="1563538" y="684462"/>
                  <a:pt x="1570119" y="682509"/>
                  <a:pt x="1577886" y="682509"/>
                </a:cubicBezTo>
                <a:close/>
                <a:moveTo>
                  <a:pt x="1520736" y="682509"/>
                </a:moveTo>
                <a:cubicBezTo>
                  <a:pt x="1526968" y="682509"/>
                  <a:pt x="1532596" y="683602"/>
                  <a:pt x="1537619" y="685788"/>
                </a:cubicBezTo>
                <a:lnTo>
                  <a:pt x="1537619" y="697299"/>
                </a:lnTo>
                <a:cubicBezTo>
                  <a:pt x="1532177" y="693764"/>
                  <a:pt x="1525968" y="691997"/>
                  <a:pt x="1518992" y="691997"/>
                </a:cubicBezTo>
                <a:cubicBezTo>
                  <a:pt x="1514434" y="691997"/>
                  <a:pt x="1510853" y="693008"/>
                  <a:pt x="1508249" y="695031"/>
                </a:cubicBezTo>
                <a:cubicBezTo>
                  <a:pt x="1505644" y="697054"/>
                  <a:pt x="1504342" y="699578"/>
                  <a:pt x="1504342" y="702601"/>
                </a:cubicBezTo>
                <a:cubicBezTo>
                  <a:pt x="1504342" y="705856"/>
                  <a:pt x="1505307" y="708344"/>
                  <a:pt x="1507237" y="710065"/>
                </a:cubicBezTo>
                <a:cubicBezTo>
                  <a:pt x="1509167" y="711786"/>
                  <a:pt x="1513364" y="713926"/>
                  <a:pt x="1519829" y="716483"/>
                </a:cubicBezTo>
                <a:cubicBezTo>
                  <a:pt x="1528573" y="719879"/>
                  <a:pt x="1534270" y="723204"/>
                  <a:pt x="1536921" y="726460"/>
                </a:cubicBezTo>
                <a:cubicBezTo>
                  <a:pt x="1539572" y="729715"/>
                  <a:pt x="1540898" y="733599"/>
                  <a:pt x="1540898" y="738110"/>
                </a:cubicBezTo>
                <a:cubicBezTo>
                  <a:pt x="1540898" y="744621"/>
                  <a:pt x="1538212" y="749772"/>
                  <a:pt x="1532840" y="753563"/>
                </a:cubicBezTo>
                <a:cubicBezTo>
                  <a:pt x="1527468" y="757353"/>
                  <a:pt x="1520597" y="759248"/>
                  <a:pt x="1512225" y="759248"/>
                </a:cubicBezTo>
                <a:cubicBezTo>
                  <a:pt x="1504644" y="759248"/>
                  <a:pt x="1498156" y="757760"/>
                  <a:pt x="1492761" y="754783"/>
                </a:cubicBezTo>
                <a:lnTo>
                  <a:pt x="1492761" y="742575"/>
                </a:lnTo>
                <a:cubicBezTo>
                  <a:pt x="1499179" y="747319"/>
                  <a:pt x="1506225" y="749691"/>
                  <a:pt x="1513899" y="749691"/>
                </a:cubicBezTo>
                <a:cubicBezTo>
                  <a:pt x="1524317" y="749691"/>
                  <a:pt x="1529526" y="746179"/>
                  <a:pt x="1529526" y="739157"/>
                </a:cubicBezTo>
                <a:cubicBezTo>
                  <a:pt x="1529526" y="736133"/>
                  <a:pt x="1528387" y="733634"/>
                  <a:pt x="1526108" y="731657"/>
                </a:cubicBezTo>
                <a:cubicBezTo>
                  <a:pt x="1523829" y="729680"/>
                  <a:pt x="1519341" y="727436"/>
                  <a:pt x="1512644" y="724925"/>
                </a:cubicBezTo>
                <a:cubicBezTo>
                  <a:pt x="1504923" y="721855"/>
                  <a:pt x="1499703" y="718739"/>
                  <a:pt x="1496982" y="715577"/>
                </a:cubicBezTo>
                <a:cubicBezTo>
                  <a:pt x="1494261" y="712414"/>
                  <a:pt x="1492901" y="708414"/>
                  <a:pt x="1492901" y="703577"/>
                </a:cubicBezTo>
                <a:cubicBezTo>
                  <a:pt x="1492901" y="697345"/>
                  <a:pt x="1495598" y="692276"/>
                  <a:pt x="1500993" y="688369"/>
                </a:cubicBezTo>
                <a:cubicBezTo>
                  <a:pt x="1506388" y="684462"/>
                  <a:pt x="1512969" y="682509"/>
                  <a:pt x="1520736" y="682509"/>
                </a:cubicBezTo>
                <a:close/>
                <a:moveTo>
                  <a:pt x="1449699" y="682509"/>
                </a:moveTo>
                <a:cubicBezTo>
                  <a:pt x="1459186" y="682509"/>
                  <a:pt x="1466547" y="685613"/>
                  <a:pt x="1471779" y="691822"/>
                </a:cubicBezTo>
                <a:cubicBezTo>
                  <a:pt x="1477011" y="698031"/>
                  <a:pt x="1479627" y="706624"/>
                  <a:pt x="1479627" y="717600"/>
                </a:cubicBezTo>
                <a:lnTo>
                  <a:pt x="1479627" y="723599"/>
                </a:lnTo>
                <a:lnTo>
                  <a:pt x="1427654" y="723599"/>
                </a:lnTo>
                <a:cubicBezTo>
                  <a:pt x="1427886" y="732064"/>
                  <a:pt x="1430153" y="738540"/>
                  <a:pt x="1434455" y="743028"/>
                </a:cubicBezTo>
                <a:cubicBezTo>
                  <a:pt x="1438758" y="747516"/>
                  <a:pt x="1444536" y="749761"/>
                  <a:pt x="1451792" y="749761"/>
                </a:cubicBezTo>
                <a:cubicBezTo>
                  <a:pt x="1460163" y="749761"/>
                  <a:pt x="1467790" y="746993"/>
                  <a:pt x="1474674" y="741459"/>
                </a:cubicBezTo>
                <a:lnTo>
                  <a:pt x="1474674" y="752063"/>
                </a:lnTo>
                <a:cubicBezTo>
                  <a:pt x="1468116" y="756853"/>
                  <a:pt x="1459628" y="759248"/>
                  <a:pt x="1449210" y="759248"/>
                </a:cubicBezTo>
                <a:cubicBezTo>
                  <a:pt x="1438885" y="759248"/>
                  <a:pt x="1430804" y="755865"/>
                  <a:pt x="1424968" y="749098"/>
                </a:cubicBezTo>
                <a:cubicBezTo>
                  <a:pt x="1419131" y="742331"/>
                  <a:pt x="1416212" y="732971"/>
                  <a:pt x="1416212" y="721018"/>
                </a:cubicBezTo>
                <a:cubicBezTo>
                  <a:pt x="1416212" y="709903"/>
                  <a:pt x="1419421" y="700705"/>
                  <a:pt x="1425840" y="693427"/>
                </a:cubicBezTo>
                <a:cubicBezTo>
                  <a:pt x="1432258" y="686148"/>
                  <a:pt x="1440211" y="682509"/>
                  <a:pt x="1449699" y="682509"/>
                </a:cubicBezTo>
                <a:close/>
                <a:moveTo>
                  <a:pt x="1370880" y="682509"/>
                </a:moveTo>
                <a:cubicBezTo>
                  <a:pt x="1378926" y="682509"/>
                  <a:pt x="1385077" y="685090"/>
                  <a:pt x="1389333" y="690253"/>
                </a:cubicBezTo>
                <a:cubicBezTo>
                  <a:pt x="1393588" y="695415"/>
                  <a:pt x="1395716" y="702903"/>
                  <a:pt x="1395716" y="712716"/>
                </a:cubicBezTo>
                <a:lnTo>
                  <a:pt x="1395716" y="757504"/>
                </a:lnTo>
                <a:lnTo>
                  <a:pt x="1384624" y="757504"/>
                </a:lnTo>
                <a:lnTo>
                  <a:pt x="1384624" y="715646"/>
                </a:lnTo>
                <a:cubicBezTo>
                  <a:pt x="1384624" y="699787"/>
                  <a:pt x="1378833" y="691857"/>
                  <a:pt x="1367253" y="691857"/>
                </a:cubicBezTo>
                <a:cubicBezTo>
                  <a:pt x="1361299" y="691857"/>
                  <a:pt x="1356358" y="694101"/>
                  <a:pt x="1352428" y="698589"/>
                </a:cubicBezTo>
                <a:cubicBezTo>
                  <a:pt x="1348498" y="703077"/>
                  <a:pt x="1346533" y="708786"/>
                  <a:pt x="1346533" y="715716"/>
                </a:cubicBezTo>
                <a:lnTo>
                  <a:pt x="1346533" y="757504"/>
                </a:lnTo>
                <a:lnTo>
                  <a:pt x="1335440" y="757504"/>
                </a:lnTo>
                <a:lnTo>
                  <a:pt x="1335440" y="684183"/>
                </a:lnTo>
                <a:lnTo>
                  <a:pt x="1346533" y="684183"/>
                </a:lnTo>
                <a:lnTo>
                  <a:pt x="1346533" y="696461"/>
                </a:lnTo>
                <a:lnTo>
                  <a:pt x="1346812" y="696461"/>
                </a:lnTo>
                <a:cubicBezTo>
                  <a:pt x="1352300" y="687160"/>
                  <a:pt x="1360323" y="682509"/>
                  <a:pt x="1370880" y="682509"/>
                </a:cubicBezTo>
                <a:close/>
                <a:moveTo>
                  <a:pt x="1209481" y="682509"/>
                </a:moveTo>
                <a:cubicBezTo>
                  <a:pt x="1226503" y="682509"/>
                  <a:pt x="1235014" y="691532"/>
                  <a:pt x="1235014" y="709577"/>
                </a:cubicBezTo>
                <a:lnTo>
                  <a:pt x="1235014" y="757504"/>
                </a:lnTo>
                <a:lnTo>
                  <a:pt x="1223922" y="757504"/>
                </a:lnTo>
                <a:lnTo>
                  <a:pt x="1223922" y="745993"/>
                </a:lnTo>
                <a:lnTo>
                  <a:pt x="1223503" y="745993"/>
                </a:lnTo>
                <a:cubicBezTo>
                  <a:pt x="1218434" y="754830"/>
                  <a:pt x="1210923" y="759248"/>
                  <a:pt x="1200970" y="759248"/>
                </a:cubicBezTo>
                <a:cubicBezTo>
                  <a:pt x="1193807" y="759248"/>
                  <a:pt x="1188122" y="757330"/>
                  <a:pt x="1183912" y="753493"/>
                </a:cubicBezTo>
                <a:cubicBezTo>
                  <a:pt x="1179703" y="749656"/>
                  <a:pt x="1177599" y="744528"/>
                  <a:pt x="1177599" y="738110"/>
                </a:cubicBezTo>
                <a:cubicBezTo>
                  <a:pt x="1177599" y="724483"/>
                  <a:pt x="1185645" y="716553"/>
                  <a:pt x="1201737" y="714321"/>
                </a:cubicBezTo>
                <a:lnTo>
                  <a:pt x="1223852" y="711112"/>
                </a:lnTo>
                <a:cubicBezTo>
                  <a:pt x="1223852" y="698368"/>
                  <a:pt x="1218782" y="691997"/>
                  <a:pt x="1208644" y="691997"/>
                </a:cubicBezTo>
                <a:cubicBezTo>
                  <a:pt x="1199714" y="691997"/>
                  <a:pt x="1191761" y="695043"/>
                  <a:pt x="1184784" y="701136"/>
                </a:cubicBezTo>
                <a:lnTo>
                  <a:pt x="1184784" y="689415"/>
                </a:lnTo>
                <a:cubicBezTo>
                  <a:pt x="1191947" y="684811"/>
                  <a:pt x="1200179" y="682509"/>
                  <a:pt x="1209481" y="682509"/>
                </a:cubicBezTo>
                <a:close/>
                <a:moveTo>
                  <a:pt x="1135374" y="682509"/>
                </a:moveTo>
                <a:cubicBezTo>
                  <a:pt x="1144861" y="682509"/>
                  <a:pt x="1152222" y="685613"/>
                  <a:pt x="1157454" y="691822"/>
                </a:cubicBezTo>
                <a:cubicBezTo>
                  <a:pt x="1162686" y="698031"/>
                  <a:pt x="1165302" y="706624"/>
                  <a:pt x="1165302" y="717600"/>
                </a:cubicBezTo>
                <a:lnTo>
                  <a:pt x="1165302" y="723599"/>
                </a:lnTo>
                <a:lnTo>
                  <a:pt x="1113329" y="723599"/>
                </a:lnTo>
                <a:cubicBezTo>
                  <a:pt x="1113561" y="732064"/>
                  <a:pt x="1115828" y="738540"/>
                  <a:pt x="1120130" y="743028"/>
                </a:cubicBezTo>
                <a:cubicBezTo>
                  <a:pt x="1124433" y="747516"/>
                  <a:pt x="1130211" y="749761"/>
                  <a:pt x="1137467" y="749761"/>
                </a:cubicBezTo>
                <a:cubicBezTo>
                  <a:pt x="1145838" y="749761"/>
                  <a:pt x="1153466" y="746993"/>
                  <a:pt x="1160349" y="741459"/>
                </a:cubicBezTo>
                <a:lnTo>
                  <a:pt x="1160349" y="752063"/>
                </a:lnTo>
                <a:cubicBezTo>
                  <a:pt x="1153791" y="756853"/>
                  <a:pt x="1145303" y="759248"/>
                  <a:pt x="1134885" y="759248"/>
                </a:cubicBezTo>
                <a:cubicBezTo>
                  <a:pt x="1124560" y="759248"/>
                  <a:pt x="1116479" y="755865"/>
                  <a:pt x="1110643" y="749098"/>
                </a:cubicBezTo>
                <a:cubicBezTo>
                  <a:pt x="1104806" y="742331"/>
                  <a:pt x="1101887" y="732971"/>
                  <a:pt x="1101887" y="721018"/>
                </a:cubicBezTo>
                <a:cubicBezTo>
                  <a:pt x="1101887" y="709903"/>
                  <a:pt x="1105096" y="700705"/>
                  <a:pt x="1111515" y="693427"/>
                </a:cubicBezTo>
                <a:cubicBezTo>
                  <a:pt x="1117933" y="686148"/>
                  <a:pt x="1125886" y="682509"/>
                  <a:pt x="1135374" y="682509"/>
                </a:cubicBezTo>
                <a:close/>
                <a:moveTo>
                  <a:pt x="668649" y="682509"/>
                </a:moveTo>
                <a:cubicBezTo>
                  <a:pt x="678602" y="682509"/>
                  <a:pt x="685997" y="686509"/>
                  <a:pt x="690833" y="694508"/>
                </a:cubicBezTo>
                <a:lnTo>
                  <a:pt x="691112" y="694508"/>
                </a:lnTo>
                <a:lnTo>
                  <a:pt x="691112" y="684183"/>
                </a:lnTo>
                <a:lnTo>
                  <a:pt x="702065" y="684183"/>
                </a:lnTo>
                <a:lnTo>
                  <a:pt x="702065" y="751714"/>
                </a:lnTo>
                <a:cubicBezTo>
                  <a:pt x="702065" y="778596"/>
                  <a:pt x="689345" y="792037"/>
                  <a:pt x="663905" y="792037"/>
                </a:cubicBezTo>
                <a:cubicBezTo>
                  <a:pt x="654975" y="792037"/>
                  <a:pt x="647045" y="790293"/>
                  <a:pt x="640116" y="786805"/>
                </a:cubicBezTo>
                <a:lnTo>
                  <a:pt x="640116" y="775503"/>
                </a:lnTo>
                <a:cubicBezTo>
                  <a:pt x="648301" y="780108"/>
                  <a:pt x="656208" y="782410"/>
                  <a:pt x="663835" y="782410"/>
                </a:cubicBezTo>
                <a:cubicBezTo>
                  <a:pt x="682020" y="782410"/>
                  <a:pt x="691112" y="772666"/>
                  <a:pt x="691112" y="753179"/>
                </a:cubicBezTo>
                <a:lnTo>
                  <a:pt x="691112" y="745017"/>
                </a:lnTo>
                <a:lnTo>
                  <a:pt x="690833" y="745017"/>
                </a:lnTo>
                <a:cubicBezTo>
                  <a:pt x="685066" y="754504"/>
                  <a:pt x="676625" y="759248"/>
                  <a:pt x="665509" y="759248"/>
                </a:cubicBezTo>
                <a:cubicBezTo>
                  <a:pt x="656440" y="759248"/>
                  <a:pt x="649115" y="755969"/>
                  <a:pt x="643534" y="749412"/>
                </a:cubicBezTo>
                <a:cubicBezTo>
                  <a:pt x="637953" y="742854"/>
                  <a:pt x="635162" y="734134"/>
                  <a:pt x="635162" y="723251"/>
                </a:cubicBezTo>
                <a:cubicBezTo>
                  <a:pt x="635162" y="710740"/>
                  <a:pt x="638185" y="700822"/>
                  <a:pt x="644232" y="693497"/>
                </a:cubicBezTo>
                <a:cubicBezTo>
                  <a:pt x="650278" y="686171"/>
                  <a:pt x="658417" y="682509"/>
                  <a:pt x="668649" y="682509"/>
                </a:cubicBezTo>
                <a:close/>
                <a:moveTo>
                  <a:pt x="589830" y="682509"/>
                </a:moveTo>
                <a:cubicBezTo>
                  <a:pt x="597876" y="682509"/>
                  <a:pt x="604027" y="685090"/>
                  <a:pt x="608283" y="690253"/>
                </a:cubicBezTo>
                <a:cubicBezTo>
                  <a:pt x="612538" y="695415"/>
                  <a:pt x="614666" y="702903"/>
                  <a:pt x="614666" y="712716"/>
                </a:cubicBezTo>
                <a:lnTo>
                  <a:pt x="614666" y="757504"/>
                </a:lnTo>
                <a:lnTo>
                  <a:pt x="603574" y="757504"/>
                </a:lnTo>
                <a:lnTo>
                  <a:pt x="603574" y="715646"/>
                </a:lnTo>
                <a:cubicBezTo>
                  <a:pt x="603574" y="699787"/>
                  <a:pt x="597783" y="691857"/>
                  <a:pt x="586203" y="691857"/>
                </a:cubicBezTo>
                <a:cubicBezTo>
                  <a:pt x="580249" y="691857"/>
                  <a:pt x="575308" y="694101"/>
                  <a:pt x="571378" y="698589"/>
                </a:cubicBezTo>
                <a:cubicBezTo>
                  <a:pt x="567448" y="703077"/>
                  <a:pt x="565483" y="708786"/>
                  <a:pt x="565483" y="715716"/>
                </a:cubicBezTo>
                <a:lnTo>
                  <a:pt x="565483" y="757504"/>
                </a:lnTo>
                <a:lnTo>
                  <a:pt x="554391" y="757504"/>
                </a:lnTo>
                <a:lnTo>
                  <a:pt x="554391" y="684183"/>
                </a:lnTo>
                <a:lnTo>
                  <a:pt x="565483" y="684183"/>
                </a:lnTo>
                <a:lnTo>
                  <a:pt x="565483" y="696461"/>
                </a:lnTo>
                <a:lnTo>
                  <a:pt x="565762" y="696461"/>
                </a:lnTo>
                <a:cubicBezTo>
                  <a:pt x="571250" y="687160"/>
                  <a:pt x="579273" y="682509"/>
                  <a:pt x="589830" y="682509"/>
                </a:cubicBezTo>
                <a:close/>
                <a:moveTo>
                  <a:pt x="506724" y="682509"/>
                </a:moveTo>
                <a:cubicBezTo>
                  <a:pt x="516211" y="682509"/>
                  <a:pt x="523571" y="685613"/>
                  <a:pt x="528804" y="691822"/>
                </a:cubicBezTo>
                <a:cubicBezTo>
                  <a:pt x="534036" y="698031"/>
                  <a:pt x="536652" y="706624"/>
                  <a:pt x="536652" y="717600"/>
                </a:cubicBezTo>
                <a:lnTo>
                  <a:pt x="536652" y="723599"/>
                </a:lnTo>
                <a:lnTo>
                  <a:pt x="484678" y="723599"/>
                </a:lnTo>
                <a:cubicBezTo>
                  <a:pt x="484911" y="732064"/>
                  <a:pt x="487178" y="738540"/>
                  <a:pt x="491480" y="743028"/>
                </a:cubicBezTo>
                <a:cubicBezTo>
                  <a:pt x="495782" y="747516"/>
                  <a:pt x="501561" y="749761"/>
                  <a:pt x="508817" y="749761"/>
                </a:cubicBezTo>
                <a:cubicBezTo>
                  <a:pt x="517188" y="749761"/>
                  <a:pt x="524816" y="746993"/>
                  <a:pt x="531699" y="741459"/>
                </a:cubicBezTo>
                <a:lnTo>
                  <a:pt x="531699" y="752063"/>
                </a:lnTo>
                <a:cubicBezTo>
                  <a:pt x="525141" y="756853"/>
                  <a:pt x="516653" y="759248"/>
                  <a:pt x="506235" y="759248"/>
                </a:cubicBezTo>
                <a:cubicBezTo>
                  <a:pt x="495910" y="759248"/>
                  <a:pt x="487829" y="755865"/>
                  <a:pt x="481993" y="749098"/>
                </a:cubicBezTo>
                <a:cubicBezTo>
                  <a:pt x="476156" y="742331"/>
                  <a:pt x="473237" y="732971"/>
                  <a:pt x="473237" y="721018"/>
                </a:cubicBezTo>
                <a:cubicBezTo>
                  <a:pt x="473237" y="709903"/>
                  <a:pt x="476446" y="700705"/>
                  <a:pt x="482865" y="693427"/>
                </a:cubicBezTo>
                <a:cubicBezTo>
                  <a:pt x="489283" y="686148"/>
                  <a:pt x="497236" y="682509"/>
                  <a:pt x="506724" y="682509"/>
                </a:cubicBezTo>
                <a:close/>
                <a:moveTo>
                  <a:pt x="349161" y="682509"/>
                </a:moveTo>
                <a:cubicBezTo>
                  <a:pt x="355393" y="682509"/>
                  <a:pt x="361021" y="683602"/>
                  <a:pt x="366044" y="685788"/>
                </a:cubicBezTo>
                <a:lnTo>
                  <a:pt x="366044" y="697299"/>
                </a:lnTo>
                <a:cubicBezTo>
                  <a:pt x="360602" y="693764"/>
                  <a:pt x="354393" y="691997"/>
                  <a:pt x="347417" y="691997"/>
                </a:cubicBezTo>
                <a:cubicBezTo>
                  <a:pt x="342859" y="691997"/>
                  <a:pt x="339278" y="693008"/>
                  <a:pt x="336674" y="695031"/>
                </a:cubicBezTo>
                <a:cubicBezTo>
                  <a:pt x="334069" y="697054"/>
                  <a:pt x="332767" y="699578"/>
                  <a:pt x="332767" y="702601"/>
                </a:cubicBezTo>
                <a:cubicBezTo>
                  <a:pt x="332767" y="705856"/>
                  <a:pt x="333732" y="708344"/>
                  <a:pt x="335662" y="710065"/>
                </a:cubicBezTo>
                <a:cubicBezTo>
                  <a:pt x="337592" y="711786"/>
                  <a:pt x="341790" y="713926"/>
                  <a:pt x="348254" y="716483"/>
                </a:cubicBezTo>
                <a:cubicBezTo>
                  <a:pt x="356998" y="719879"/>
                  <a:pt x="362695" y="723204"/>
                  <a:pt x="365346" y="726460"/>
                </a:cubicBezTo>
                <a:cubicBezTo>
                  <a:pt x="367997" y="729715"/>
                  <a:pt x="369323" y="733599"/>
                  <a:pt x="369323" y="738110"/>
                </a:cubicBezTo>
                <a:cubicBezTo>
                  <a:pt x="369323" y="744621"/>
                  <a:pt x="366637" y="749772"/>
                  <a:pt x="361265" y="753563"/>
                </a:cubicBezTo>
                <a:cubicBezTo>
                  <a:pt x="355893" y="757353"/>
                  <a:pt x="349022" y="759248"/>
                  <a:pt x="340650" y="759248"/>
                </a:cubicBezTo>
                <a:cubicBezTo>
                  <a:pt x="333069" y="759248"/>
                  <a:pt x="326581" y="757760"/>
                  <a:pt x="321186" y="754783"/>
                </a:cubicBezTo>
                <a:lnTo>
                  <a:pt x="321186" y="742575"/>
                </a:lnTo>
                <a:cubicBezTo>
                  <a:pt x="327604" y="747319"/>
                  <a:pt x="334650" y="749691"/>
                  <a:pt x="342324" y="749691"/>
                </a:cubicBezTo>
                <a:cubicBezTo>
                  <a:pt x="352742" y="749691"/>
                  <a:pt x="357951" y="746179"/>
                  <a:pt x="357951" y="739157"/>
                </a:cubicBezTo>
                <a:cubicBezTo>
                  <a:pt x="357951" y="736133"/>
                  <a:pt x="356812" y="733634"/>
                  <a:pt x="354533" y="731657"/>
                </a:cubicBezTo>
                <a:cubicBezTo>
                  <a:pt x="352254" y="729680"/>
                  <a:pt x="347766" y="727436"/>
                  <a:pt x="341069" y="724925"/>
                </a:cubicBezTo>
                <a:cubicBezTo>
                  <a:pt x="333348" y="721855"/>
                  <a:pt x="328128" y="718739"/>
                  <a:pt x="325407" y="715577"/>
                </a:cubicBezTo>
                <a:cubicBezTo>
                  <a:pt x="322686" y="712414"/>
                  <a:pt x="321326" y="708414"/>
                  <a:pt x="321326" y="703577"/>
                </a:cubicBezTo>
                <a:cubicBezTo>
                  <a:pt x="321326" y="697345"/>
                  <a:pt x="324023" y="692276"/>
                  <a:pt x="329418" y="688369"/>
                </a:cubicBezTo>
                <a:cubicBezTo>
                  <a:pt x="334813" y="684462"/>
                  <a:pt x="341394" y="682509"/>
                  <a:pt x="349161" y="682509"/>
                </a:cubicBezTo>
                <a:close/>
                <a:moveTo>
                  <a:pt x="3007580" y="662626"/>
                </a:moveTo>
                <a:lnTo>
                  <a:pt x="3007580" y="684183"/>
                </a:lnTo>
                <a:lnTo>
                  <a:pt x="3026137" y="684183"/>
                </a:lnTo>
                <a:lnTo>
                  <a:pt x="3026137" y="693741"/>
                </a:lnTo>
                <a:lnTo>
                  <a:pt x="3007580" y="693741"/>
                </a:lnTo>
                <a:lnTo>
                  <a:pt x="3007580" y="735808"/>
                </a:lnTo>
                <a:cubicBezTo>
                  <a:pt x="3007580" y="740970"/>
                  <a:pt x="3008441" y="744575"/>
                  <a:pt x="3010161" y="746621"/>
                </a:cubicBezTo>
                <a:cubicBezTo>
                  <a:pt x="3011882" y="748668"/>
                  <a:pt x="3014673" y="749691"/>
                  <a:pt x="3018533" y="749691"/>
                </a:cubicBezTo>
                <a:cubicBezTo>
                  <a:pt x="3021463" y="749691"/>
                  <a:pt x="3023998" y="748877"/>
                  <a:pt x="3026137" y="747249"/>
                </a:cubicBezTo>
                <a:lnTo>
                  <a:pt x="3026137" y="756807"/>
                </a:lnTo>
                <a:cubicBezTo>
                  <a:pt x="3023347" y="758341"/>
                  <a:pt x="3019789" y="759109"/>
                  <a:pt x="3015463" y="759109"/>
                </a:cubicBezTo>
                <a:cubicBezTo>
                  <a:pt x="3002859" y="759109"/>
                  <a:pt x="2996558" y="752016"/>
                  <a:pt x="2996558" y="737831"/>
                </a:cubicBezTo>
                <a:lnTo>
                  <a:pt x="2996558" y="693741"/>
                </a:lnTo>
                <a:lnTo>
                  <a:pt x="2983861" y="693741"/>
                </a:lnTo>
                <a:lnTo>
                  <a:pt x="2983861" y="684183"/>
                </a:lnTo>
                <a:lnTo>
                  <a:pt x="2996558" y="684183"/>
                </a:lnTo>
                <a:lnTo>
                  <a:pt x="2996558" y="666184"/>
                </a:lnTo>
                <a:close/>
                <a:moveTo>
                  <a:pt x="2674205" y="662626"/>
                </a:moveTo>
                <a:lnTo>
                  <a:pt x="2674205" y="684183"/>
                </a:lnTo>
                <a:lnTo>
                  <a:pt x="2692762" y="684183"/>
                </a:lnTo>
                <a:lnTo>
                  <a:pt x="2692762" y="693741"/>
                </a:lnTo>
                <a:lnTo>
                  <a:pt x="2674205" y="693741"/>
                </a:lnTo>
                <a:lnTo>
                  <a:pt x="2674205" y="735808"/>
                </a:lnTo>
                <a:cubicBezTo>
                  <a:pt x="2674205" y="740970"/>
                  <a:pt x="2675066" y="744575"/>
                  <a:pt x="2676787" y="746621"/>
                </a:cubicBezTo>
                <a:cubicBezTo>
                  <a:pt x="2678507" y="748668"/>
                  <a:pt x="2681298" y="749691"/>
                  <a:pt x="2685158" y="749691"/>
                </a:cubicBezTo>
                <a:cubicBezTo>
                  <a:pt x="2688088" y="749691"/>
                  <a:pt x="2690623" y="748877"/>
                  <a:pt x="2692762" y="747249"/>
                </a:cubicBezTo>
                <a:lnTo>
                  <a:pt x="2692762" y="756807"/>
                </a:lnTo>
                <a:cubicBezTo>
                  <a:pt x="2689972" y="758341"/>
                  <a:pt x="2686414" y="759109"/>
                  <a:pt x="2682089" y="759109"/>
                </a:cubicBezTo>
                <a:cubicBezTo>
                  <a:pt x="2669484" y="759109"/>
                  <a:pt x="2663183" y="752016"/>
                  <a:pt x="2663183" y="737831"/>
                </a:cubicBezTo>
                <a:lnTo>
                  <a:pt x="2663183" y="693741"/>
                </a:lnTo>
                <a:lnTo>
                  <a:pt x="2650486" y="693741"/>
                </a:lnTo>
                <a:lnTo>
                  <a:pt x="2650486" y="684183"/>
                </a:lnTo>
                <a:lnTo>
                  <a:pt x="2663183" y="684183"/>
                </a:lnTo>
                <a:lnTo>
                  <a:pt x="2663183" y="666184"/>
                </a:lnTo>
                <a:close/>
                <a:moveTo>
                  <a:pt x="2417030" y="662626"/>
                </a:moveTo>
                <a:lnTo>
                  <a:pt x="2417030" y="684183"/>
                </a:lnTo>
                <a:lnTo>
                  <a:pt x="2435587" y="684183"/>
                </a:lnTo>
                <a:lnTo>
                  <a:pt x="2435587" y="693741"/>
                </a:lnTo>
                <a:lnTo>
                  <a:pt x="2417030" y="693741"/>
                </a:lnTo>
                <a:lnTo>
                  <a:pt x="2417030" y="735808"/>
                </a:lnTo>
                <a:cubicBezTo>
                  <a:pt x="2417030" y="740970"/>
                  <a:pt x="2417891" y="744575"/>
                  <a:pt x="2419611" y="746621"/>
                </a:cubicBezTo>
                <a:cubicBezTo>
                  <a:pt x="2421332" y="748668"/>
                  <a:pt x="2424123" y="749691"/>
                  <a:pt x="2427983" y="749691"/>
                </a:cubicBezTo>
                <a:cubicBezTo>
                  <a:pt x="2430913" y="749691"/>
                  <a:pt x="2433448" y="748877"/>
                  <a:pt x="2435587" y="747249"/>
                </a:cubicBezTo>
                <a:lnTo>
                  <a:pt x="2435587" y="756807"/>
                </a:lnTo>
                <a:cubicBezTo>
                  <a:pt x="2432797" y="758341"/>
                  <a:pt x="2429239" y="759109"/>
                  <a:pt x="2424913" y="759109"/>
                </a:cubicBezTo>
                <a:cubicBezTo>
                  <a:pt x="2412309" y="759109"/>
                  <a:pt x="2406008" y="752016"/>
                  <a:pt x="2406008" y="737831"/>
                </a:cubicBezTo>
                <a:lnTo>
                  <a:pt x="2406008" y="693741"/>
                </a:lnTo>
                <a:lnTo>
                  <a:pt x="2393311" y="693741"/>
                </a:lnTo>
                <a:lnTo>
                  <a:pt x="2393311" y="684183"/>
                </a:lnTo>
                <a:lnTo>
                  <a:pt x="2406008" y="684183"/>
                </a:lnTo>
                <a:lnTo>
                  <a:pt x="2406008" y="666184"/>
                </a:lnTo>
                <a:close/>
                <a:moveTo>
                  <a:pt x="2159855" y="662626"/>
                </a:moveTo>
                <a:lnTo>
                  <a:pt x="2159855" y="684183"/>
                </a:lnTo>
                <a:lnTo>
                  <a:pt x="2178412" y="684183"/>
                </a:lnTo>
                <a:lnTo>
                  <a:pt x="2178412" y="693741"/>
                </a:lnTo>
                <a:lnTo>
                  <a:pt x="2159855" y="693741"/>
                </a:lnTo>
                <a:lnTo>
                  <a:pt x="2159855" y="735808"/>
                </a:lnTo>
                <a:cubicBezTo>
                  <a:pt x="2159855" y="740970"/>
                  <a:pt x="2160716" y="744575"/>
                  <a:pt x="2162436" y="746621"/>
                </a:cubicBezTo>
                <a:cubicBezTo>
                  <a:pt x="2164157" y="748668"/>
                  <a:pt x="2166948" y="749691"/>
                  <a:pt x="2170808" y="749691"/>
                </a:cubicBezTo>
                <a:cubicBezTo>
                  <a:pt x="2173738" y="749691"/>
                  <a:pt x="2176273" y="748877"/>
                  <a:pt x="2178412" y="747249"/>
                </a:cubicBezTo>
                <a:lnTo>
                  <a:pt x="2178412" y="756807"/>
                </a:lnTo>
                <a:cubicBezTo>
                  <a:pt x="2175622" y="758341"/>
                  <a:pt x="2172064" y="759109"/>
                  <a:pt x="2167738" y="759109"/>
                </a:cubicBezTo>
                <a:cubicBezTo>
                  <a:pt x="2155134" y="759109"/>
                  <a:pt x="2148833" y="752016"/>
                  <a:pt x="2148833" y="737831"/>
                </a:cubicBezTo>
                <a:lnTo>
                  <a:pt x="2148833" y="693741"/>
                </a:lnTo>
                <a:lnTo>
                  <a:pt x="2136136" y="693741"/>
                </a:lnTo>
                <a:lnTo>
                  <a:pt x="2136136" y="684183"/>
                </a:lnTo>
                <a:lnTo>
                  <a:pt x="2148833" y="684183"/>
                </a:lnTo>
                <a:lnTo>
                  <a:pt x="2148833" y="666184"/>
                </a:lnTo>
                <a:close/>
                <a:moveTo>
                  <a:pt x="740630" y="662626"/>
                </a:moveTo>
                <a:lnTo>
                  <a:pt x="740630" y="684183"/>
                </a:lnTo>
                <a:lnTo>
                  <a:pt x="759187" y="684183"/>
                </a:lnTo>
                <a:lnTo>
                  <a:pt x="759187" y="693741"/>
                </a:lnTo>
                <a:lnTo>
                  <a:pt x="740630" y="693741"/>
                </a:lnTo>
                <a:lnTo>
                  <a:pt x="740630" y="735808"/>
                </a:lnTo>
                <a:cubicBezTo>
                  <a:pt x="740630" y="740970"/>
                  <a:pt x="741491" y="744575"/>
                  <a:pt x="743212" y="746621"/>
                </a:cubicBezTo>
                <a:cubicBezTo>
                  <a:pt x="744932" y="748668"/>
                  <a:pt x="747723" y="749691"/>
                  <a:pt x="751583" y="749691"/>
                </a:cubicBezTo>
                <a:cubicBezTo>
                  <a:pt x="754513" y="749691"/>
                  <a:pt x="757048" y="748877"/>
                  <a:pt x="759187" y="747249"/>
                </a:cubicBezTo>
                <a:lnTo>
                  <a:pt x="759187" y="756807"/>
                </a:lnTo>
                <a:cubicBezTo>
                  <a:pt x="756397" y="758341"/>
                  <a:pt x="752839" y="759109"/>
                  <a:pt x="748514" y="759109"/>
                </a:cubicBezTo>
                <a:cubicBezTo>
                  <a:pt x="735910" y="759109"/>
                  <a:pt x="729608" y="752016"/>
                  <a:pt x="729608" y="737831"/>
                </a:cubicBezTo>
                <a:lnTo>
                  <a:pt x="729608" y="693741"/>
                </a:lnTo>
                <a:lnTo>
                  <a:pt x="716911" y="693741"/>
                </a:lnTo>
                <a:lnTo>
                  <a:pt x="716911" y="684183"/>
                </a:lnTo>
                <a:lnTo>
                  <a:pt x="729608" y="684183"/>
                </a:lnTo>
                <a:lnTo>
                  <a:pt x="729608" y="666184"/>
                </a:lnTo>
                <a:close/>
                <a:moveTo>
                  <a:pt x="397730" y="662626"/>
                </a:moveTo>
                <a:lnTo>
                  <a:pt x="397730" y="684183"/>
                </a:lnTo>
                <a:lnTo>
                  <a:pt x="416287" y="684183"/>
                </a:lnTo>
                <a:lnTo>
                  <a:pt x="416287" y="693741"/>
                </a:lnTo>
                <a:lnTo>
                  <a:pt x="397730" y="693741"/>
                </a:lnTo>
                <a:lnTo>
                  <a:pt x="397730" y="735808"/>
                </a:lnTo>
                <a:cubicBezTo>
                  <a:pt x="397730" y="740970"/>
                  <a:pt x="398591" y="744575"/>
                  <a:pt x="400312" y="746621"/>
                </a:cubicBezTo>
                <a:cubicBezTo>
                  <a:pt x="402032" y="748668"/>
                  <a:pt x="404823" y="749691"/>
                  <a:pt x="408683" y="749691"/>
                </a:cubicBezTo>
                <a:cubicBezTo>
                  <a:pt x="411613" y="749691"/>
                  <a:pt x="414148" y="748877"/>
                  <a:pt x="416287" y="747249"/>
                </a:cubicBezTo>
                <a:lnTo>
                  <a:pt x="416287" y="756807"/>
                </a:lnTo>
                <a:cubicBezTo>
                  <a:pt x="413497" y="758341"/>
                  <a:pt x="409939" y="759109"/>
                  <a:pt x="405614" y="759109"/>
                </a:cubicBezTo>
                <a:cubicBezTo>
                  <a:pt x="393010" y="759109"/>
                  <a:pt x="386708" y="752016"/>
                  <a:pt x="386708" y="737831"/>
                </a:cubicBezTo>
                <a:lnTo>
                  <a:pt x="386708" y="693741"/>
                </a:lnTo>
                <a:lnTo>
                  <a:pt x="374011" y="693741"/>
                </a:lnTo>
                <a:lnTo>
                  <a:pt x="374011" y="684183"/>
                </a:lnTo>
                <a:lnTo>
                  <a:pt x="386708" y="684183"/>
                </a:lnTo>
                <a:lnTo>
                  <a:pt x="386708" y="666184"/>
                </a:lnTo>
                <a:close/>
                <a:moveTo>
                  <a:pt x="2589801" y="654813"/>
                </a:moveTo>
                <a:lnTo>
                  <a:pt x="2600335" y="654813"/>
                </a:lnTo>
                <a:lnTo>
                  <a:pt x="2551082" y="774526"/>
                </a:lnTo>
                <a:lnTo>
                  <a:pt x="2540757" y="774526"/>
                </a:lnTo>
                <a:close/>
                <a:moveTo>
                  <a:pt x="1684926" y="654813"/>
                </a:moveTo>
                <a:lnTo>
                  <a:pt x="1695460" y="654813"/>
                </a:lnTo>
                <a:lnTo>
                  <a:pt x="1646207" y="774526"/>
                </a:lnTo>
                <a:lnTo>
                  <a:pt x="1635883" y="774526"/>
                </a:lnTo>
                <a:close/>
                <a:moveTo>
                  <a:pt x="932451" y="654813"/>
                </a:moveTo>
                <a:lnTo>
                  <a:pt x="942985" y="654813"/>
                </a:lnTo>
                <a:lnTo>
                  <a:pt x="931836" y="681911"/>
                </a:lnTo>
                <a:lnTo>
                  <a:pt x="931836" y="656314"/>
                </a:lnTo>
                <a:close/>
                <a:moveTo>
                  <a:pt x="2369861" y="650418"/>
                </a:moveTo>
                <a:cubicBezTo>
                  <a:pt x="2371954" y="650418"/>
                  <a:pt x="2373710" y="651139"/>
                  <a:pt x="2375128" y="652580"/>
                </a:cubicBezTo>
                <a:cubicBezTo>
                  <a:pt x="2376547" y="654022"/>
                  <a:pt x="2377256" y="655766"/>
                  <a:pt x="2377256" y="657813"/>
                </a:cubicBezTo>
                <a:cubicBezTo>
                  <a:pt x="2377256" y="659905"/>
                  <a:pt x="2376547" y="661650"/>
                  <a:pt x="2375128" y="663045"/>
                </a:cubicBezTo>
                <a:cubicBezTo>
                  <a:pt x="2373710" y="664440"/>
                  <a:pt x="2371954" y="665138"/>
                  <a:pt x="2369861" y="665138"/>
                </a:cubicBezTo>
                <a:cubicBezTo>
                  <a:pt x="2367861" y="665138"/>
                  <a:pt x="2366163" y="664452"/>
                  <a:pt x="2364768" y="663080"/>
                </a:cubicBezTo>
                <a:cubicBezTo>
                  <a:pt x="2363373" y="661708"/>
                  <a:pt x="2362675" y="659952"/>
                  <a:pt x="2362675" y="657813"/>
                </a:cubicBezTo>
                <a:cubicBezTo>
                  <a:pt x="2362675" y="655720"/>
                  <a:pt x="2363373" y="653964"/>
                  <a:pt x="2364768" y="652545"/>
                </a:cubicBezTo>
                <a:cubicBezTo>
                  <a:pt x="2366163" y="651127"/>
                  <a:pt x="2367861" y="650418"/>
                  <a:pt x="2369861" y="650418"/>
                </a:cubicBezTo>
                <a:close/>
                <a:moveTo>
                  <a:pt x="2707040" y="649022"/>
                </a:moveTo>
                <a:lnTo>
                  <a:pt x="2718133" y="649022"/>
                </a:lnTo>
                <a:lnTo>
                  <a:pt x="2718133" y="696461"/>
                </a:lnTo>
                <a:lnTo>
                  <a:pt x="2718412" y="696461"/>
                </a:lnTo>
                <a:cubicBezTo>
                  <a:pt x="2724039" y="687160"/>
                  <a:pt x="2732085" y="682509"/>
                  <a:pt x="2742550" y="682509"/>
                </a:cubicBezTo>
                <a:cubicBezTo>
                  <a:pt x="2759060" y="682509"/>
                  <a:pt x="2767316" y="692462"/>
                  <a:pt x="2767316" y="712367"/>
                </a:cubicBezTo>
                <a:lnTo>
                  <a:pt x="2767316" y="757504"/>
                </a:lnTo>
                <a:lnTo>
                  <a:pt x="2756293" y="757504"/>
                </a:lnTo>
                <a:lnTo>
                  <a:pt x="2756293" y="715228"/>
                </a:lnTo>
                <a:cubicBezTo>
                  <a:pt x="2756293" y="699647"/>
                  <a:pt x="2750480" y="691857"/>
                  <a:pt x="2738852" y="691857"/>
                </a:cubicBezTo>
                <a:cubicBezTo>
                  <a:pt x="2733039" y="691857"/>
                  <a:pt x="2728132" y="694113"/>
                  <a:pt x="2724132" y="698624"/>
                </a:cubicBezTo>
                <a:cubicBezTo>
                  <a:pt x="2720133" y="703135"/>
                  <a:pt x="2718133" y="708926"/>
                  <a:pt x="2718133" y="715995"/>
                </a:cubicBezTo>
                <a:lnTo>
                  <a:pt x="2718133" y="757504"/>
                </a:lnTo>
                <a:lnTo>
                  <a:pt x="2707040" y="757504"/>
                </a:lnTo>
                <a:close/>
                <a:moveTo>
                  <a:pt x="1259241" y="649022"/>
                </a:moveTo>
                <a:lnTo>
                  <a:pt x="1270333" y="649022"/>
                </a:lnTo>
                <a:lnTo>
                  <a:pt x="1270333" y="717809"/>
                </a:lnTo>
                <a:lnTo>
                  <a:pt x="1270612" y="717809"/>
                </a:lnTo>
                <a:lnTo>
                  <a:pt x="1301936" y="684183"/>
                </a:lnTo>
                <a:lnTo>
                  <a:pt x="1316586" y="684183"/>
                </a:lnTo>
                <a:lnTo>
                  <a:pt x="1282123" y="719693"/>
                </a:lnTo>
                <a:lnTo>
                  <a:pt x="1319307" y="757504"/>
                </a:lnTo>
                <a:lnTo>
                  <a:pt x="1303610" y="757504"/>
                </a:lnTo>
                <a:lnTo>
                  <a:pt x="1270612" y="722344"/>
                </a:lnTo>
                <a:lnTo>
                  <a:pt x="1270333" y="722344"/>
                </a:lnTo>
                <a:lnTo>
                  <a:pt x="1270333" y="757504"/>
                </a:lnTo>
                <a:lnTo>
                  <a:pt x="1259241" y="757504"/>
                </a:lnTo>
                <a:close/>
                <a:moveTo>
                  <a:pt x="773465" y="649022"/>
                </a:moveTo>
                <a:lnTo>
                  <a:pt x="784558" y="649022"/>
                </a:lnTo>
                <a:lnTo>
                  <a:pt x="784558" y="696461"/>
                </a:lnTo>
                <a:lnTo>
                  <a:pt x="784837" y="696461"/>
                </a:lnTo>
                <a:cubicBezTo>
                  <a:pt x="790464" y="687160"/>
                  <a:pt x="798510" y="682509"/>
                  <a:pt x="808975" y="682509"/>
                </a:cubicBezTo>
                <a:cubicBezTo>
                  <a:pt x="825486" y="682509"/>
                  <a:pt x="833741" y="692462"/>
                  <a:pt x="833741" y="712367"/>
                </a:cubicBezTo>
                <a:lnTo>
                  <a:pt x="833741" y="757504"/>
                </a:lnTo>
                <a:lnTo>
                  <a:pt x="822718" y="757504"/>
                </a:lnTo>
                <a:lnTo>
                  <a:pt x="822718" y="715228"/>
                </a:lnTo>
                <a:cubicBezTo>
                  <a:pt x="822718" y="699647"/>
                  <a:pt x="816905" y="691857"/>
                  <a:pt x="805278" y="691857"/>
                </a:cubicBezTo>
                <a:cubicBezTo>
                  <a:pt x="799464" y="691857"/>
                  <a:pt x="794557" y="694113"/>
                  <a:pt x="790557" y="698624"/>
                </a:cubicBezTo>
                <a:cubicBezTo>
                  <a:pt x="786558" y="703135"/>
                  <a:pt x="784558" y="708926"/>
                  <a:pt x="784558" y="715995"/>
                </a:cubicBezTo>
                <a:lnTo>
                  <a:pt x="784558" y="757504"/>
                </a:lnTo>
                <a:lnTo>
                  <a:pt x="773465" y="757504"/>
                </a:lnTo>
                <a:close/>
                <a:moveTo>
                  <a:pt x="2222753" y="283007"/>
                </a:moveTo>
                <a:lnTo>
                  <a:pt x="2184349" y="283464"/>
                </a:lnTo>
                <a:cubicBezTo>
                  <a:pt x="2178862" y="283464"/>
                  <a:pt x="2173605" y="286588"/>
                  <a:pt x="2168575" y="292837"/>
                </a:cubicBezTo>
                <a:cubicBezTo>
                  <a:pt x="2163546" y="299085"/>
                  <a:pt x="2161032" y="307238"/>
                  <a:pt x="2161032" y="317297"/>
                </a:cubicBezTo>
                <a:cubicBezTo>
                  <a:pt x="2161032" y="327660"/>
                  <a:pt x="2163622" y="335585"/>
                  <a:pt x="2168804" y="341071"/>
                </a:cubicBezTo>
                <a:cubicBezTo>
                  <a:pt x="2173986" y="346558"/>
                  <a:pt x="2179472" y="349301"/>
                  <a:pt x="2185263" y="349301"/>
                </a:cubicBezTo>
                <a:cubicBezTo>
                  <a:pt x="2196846" y="349301"/>
                  <a:pt x="2205990" y="345415"/>
                  <a:pt x="2212695" y="337642"/>
                </a:cubicBezTo>
                <a:cubicBezTo>
                  <a:pt x="2219401" y="329870"/>
                  <a:pt x="2222753" y="317297"/>
                  <a:pt x="2222753" y="299923"/>
                </a:cubicBezTo>
                <a:close/>
                <a:moveTo>
                  <a:pt x="1619554" y="152705"/>
                </a:moveTo>
                <a:cubicBezTo>
                  <a:pt x="1618945" y="154838"/>
                  <a:pt x="1618107" y="158191"/>
                  <a:pt x="1617040" y="162763"/>
                </a:cubicBezTo>
                <a:cubicBezTo>
                  <a:pt x="1615973" y="167335"/>
                  <a:pt x="1615135" y="170840"/>
                  <a:pt x="1614525" y="173279"/>
                </a:cubicBezTo>
                <a:lnTo>
                  <a:pt x="1585721" y="270205"/>
                </a:lnTo>
                <a:lnTo>
                  <a:pt x="1651101" y="270205"/>
                </a:lnTo>
                <a:lnTo>
                  <a:pt x="1623669" y="173279"/>
                </a:lnTo>
                <a:cubicBezTo>
                  <a:pt x="1623059" y="170840"/>
                  <a:pt x="1622374" y="167335"/>
                  <a:pt x="1621612" y="162763"/>
                </a:cubicBezTo>
                <a:cubicBezTo>
                  <a:pt x="1620850" y="158191"/>
                  <a:pt x="1620164" y="154838"/>
                  <a:pt x="1619554" y="152705"/>
                </a:cubicBezTo>
                <a:close/>
                <a:moveTo>
                  <a:pt x="2985058" y="120244"/>
                </a:moveTo>
                <a:lnTo>
                  <a:pt x="3077413" y="120244"/>
                </a:lnTo>
                <a:lnTo>
                  <a:pt x="3077413" y="376733"/>
                </a:lnTo>
                <a:cubicBezTo>
                  <a:pt x="3077413" y="386182"/>
                  <a:pt x="3073755" y="393878"/>
                  <a:pt x="3066440" y="399821"/>
                </a:cubicBezTo>
                <a:cubicBezTo>
                  <a:pt x="3059125" y="405765"/>
                  <a:pt x="3050590" y="408737"/>
                  <a:pt x="3040837" y="408737"/>
                </a:cubicBezTo>
                <a:lnTo>
                  <a:pt x="2985058" y="408737"/>
                </a:lnTo>
                <a:close/>
                <a:moveTo>
                  <a:pt x="1947519" y="114300"/>
                </a:moveTo>
                <a:cubicBezTo>
                  <a:pt x="1979828" y="114300"/>
                  <a:pt x="2004745" y="124282"/>
                  <a:pt x="2022271" y="144247"/>
                </a:cubicBezTo>
                <a:cubicBezTo>
                  <a:pt x="2039797" y="164211"/>
                  <a:pt x="2048560" y="190348"/>
                  <a:pt x="2048560" y="222656"/>
                </a:cubicBezTo>
                <a:lnTo>
                  <a:pt x="2048560" y="378562"/>
                </a:lnTo>
                <a:cubicBezTo>
                  <a:pt x="2048560" y="388010"/>
                  <a:pt x="2045207" y="395402"/>
                  <a:pt x="2038502" y="400736"/>
                </a:cubicBezTo>
                <a:cubicBezTo>
                  <a:pt x="2031796" y="406070"/>
                  <a:pt x="2023567" y="408737"/>
                  <a:pt x="2013813" y="408737"/>
                </a:cubicBezTo>
                <a:lnTo>
                  <a:pt x="1956663" y="408737"/>
                </a:lnTo>
                <a:lnTo>
                  <a:pt x="1956663" y="232715"/>
                </a:lnTo>
                <a:cubicBezTo>
                  <a:pt x="1956663" y="216865"/>
                  <a:pt x="1954148" y="204368"/>
                  <a:pt x="1949119" y="195224"/>
                </a:cubicBezTo>
                <a:cubicBezTo>
                  <a:pt x="1944090" y="186080"/>
                  <a:pt x="1936546" y="181508"/>
                  <a:pt x="1926488" y="181508"/>
                </a:cubicBezTo>
                <a:cubicBezTo>
                  <a:pt x="1917039" y="181508"/>
                  <a:pt x="1909648" y="186233"/>
                  <a:pt x="1904314" y="195682"/>
                </a:cubicBezTo>
                <a:cubicBezTo>
                  <a:pt x="1898980" y="205130"/>
                  <a:pt x="1896313" y="217475"/>
                  <a:pt x="1896313" y="232715"/>
                </a:cubicBezTo>
                <a:lnTo>
                  <a:pt x="1896313" y="378562"/>
                </a:lnTo>
                <a:cubicBezTo>
                  <a:pt x="1896313" y="388010"/>
                  <a:pt x="1892960" y="395402"/>
                  <a:pt x="1886254" y="400736"/>
                </a:cubicBezTo>
                <a:cubicBezTo>
                  <a:pt x="1879549" y="406070"/>
                  <a:pt x="1871319" y="408737"/>
                  <a:pt x="1861565" y="408737"/>
                </a:cubicBezTo>
                <a:lnTo>
                  <a:pt x="1803958" y="408737"/>
                </a:lnTo>
                <a:lnTo>
                  <a:pt x="1803958" y="179680"/>
                </a:lnTo>
                <a:cubicBezTo>
                  <a:pt x="1803958" y="167792"/>
                  <a:pt x="1803806" y="157201"/>
                  <a:pt x="1803501" y="147904"/>
                </a:cubicBezTo>
                <a:cubicBezTo>
                  <a:pt x="1803196" y="138608"/>
                  <a:pt x="1802282" y="128473"/>
                  <a:pt x="1800758" y="117500"/>
                </a:cubicBezTo>
                <a:lnTo>
                  <a:pt x="1891283" y="117500"/>
                </a:lnTo>
                <a:cubicBezTo>
                  <a:pt x="1892503" y="120853"/>
                  <a:pt x="1893417" y="124358"/>
                  <a:pt x="1894027" y="128016"/>
                </a:cubicBezTo>
                <a:cubicBezTo>
                  <a:pt x="1894636" y="131674"/>
                  <a:pt x="1894941" y="134264"/>
                  <a:pt x="1894941" y="135788"/>
                </a:cubicBezTo>
                <a:cubicBezTo>
                  <a:pt x="1899818" y="129997"/>
                  <a:pt x="1907209" y="124968"/>
                  <a:pt x="1917115" y="120701"/>
                </a:cubicBezTo>
                <a:cubicBezTo>
                  <a:pt x="1927021" y="116434"/>
                  <a:pt x="1937156" y="114300"/>
                  <a:pt x="1947519" y="114300"/>
                </a:cubicBezTo>
                <a:close/>
                <a:moveTo>
                  <a:pt x="3231260" y="113843"/>
                </a:moveTo>
                <a:cubicBezTo>
                  <a:pt x="3265703" y="113843"/>
                  <a:pt x="3294049" y="121920"/>
                  <a:pt x="3316300" y="138074"/>
                </a:cubicBezTo>
                <a:cubicBezTo>
                  <a:pt x="3338550" y="154229"/>
                  <a:pt x="3349828" y="174955"/>
                  <a:pt x="3350132" y="200254"/>
                </a:cubicBezTo>
                <a:lnTo>
                  <a:pt x="3269208" y="200254"/>
                </a:lnTo>
                <a:cubicBezTo>
                  <a:pt x="3265855" y="189586"/>
                  <a:pt x="3261436" y="182651"/>
                  <a:pt x="3255949" y="179451"/>
                </a:cubicBezTo>
                <a:cubicBezTo>
                  <a:pt x="3250463" y="176251"/>
                  <a:pt x="3243452" y="174650"/>
                  <a:pt x="3234918" y="174650"/>
                </a:cubicBezTo>
                <a:cubicBezTo>
                  <a:pt x="3228213" y="174650"/>
                  <a:pt x="3221659" y="176936"/>
                  <a:pt x="3215258" y="181508"/>
                </a:cubicBezTo>
                <a:cubicBezTo>
                  <a:pt x="3208858" y="186080"/>
                  <a:pt x="3205657" y="192786"/>
                  <a:pt x="3205657" y="201625"/>
                </a:cubicBezTo>
                <a:cubicBezTo>
                  <a:pt x="3205657" y="208940"/>
                  <a:pt x="3207486" y="214427"/>
                  <a:pt x="3211144" y="218084"/>
                </a:cubicBezTo>
                <a:cubicBezTo>
                  <a:pt x="3214801" y="221742"/>
                  <a:pt x="3218002" y="223876"/>
                  <a:pt x="3220745" y="224485"/>
                </a:cubicBezTo>
                <a:lnTo>
                  <a:pt x="3262807" y="231800"/>
                </a:lnTo>
                <a:cubicBezTo>
                  <a:pt x="3291154" y="236677"/>
                  <a:pt x="3313099" y="246583"/>
                  <a:pt x="3328644" y="261518"/>
                </a:cubicBezTo>
                <a:cubicBezTo>
                  <a:pt x="3344189" y="276454"/>
                  <a:pt x="3351961" y="294589"/>
                  <a:pt x="3351961" y="315925"/>
                </a:cubicBezTo>
                <a:cubicBezTo>
                  <a:pt x="3351961" y="345491"/>
                  <a:pt x="3341293" y="368732"/>
                  <a:pt x="3319957" y="385648"/>
                </a:cubicBezTo>
                <a:cubicBezTo>
                  <a:pt x="3298621" y="402565"/>
                  <a:pt x="3267836" y="411023"/>
                  <a:pt x="3227603" y="411023"/>
                </a:cubicBezTo>
                <a:cubicBezTo>
                  <a:pt x="3198952" y="411023"/>
                  <a:pt x="3172739" y="403936"/>
                  <a:pt x="3148965" y="389763"/>
                </a:cubicBezTo>
                <a:cubicBezTo>
                  <a:pt x="3125190" y="375590"/>
                  <a:pt x="3112693" y="352349"/>
                  <a:pt x="3111474" y="320040"/>
                </a:cubicBezTo>
                <a:lnTo>
                  <a:pt x="3194227" y="320040"/>
                </a:lnTo>
                <a:cubicBezTo>
                  <a:pt x="3197580" y="331318"/>
                  <a:pt x="3201771" y="338633"/>
                  <a:pt x="3206800" y="341986"/>
                </a:cubicBezTo>
                <a:cubicBezTo>
                  <a:pt x="3211830" y="345338"/>
                  <a:pt x="3219221" y="347015"/>
                  <a:pt x="3228974" y="347015"/>
                </a:cubicBezTo>
                <a:cubicBezTo>
                  <a:pt x="3238423" y="347015"/>
                  <a:pt x="3246272" y="344653"/>
                  <a:pt x="3252520" y="339928"/>
                </a:cubicBezTo>
                <a:cubicBezTo>
                  <a:pt x="3258769" y="335204"/>
                  <a:pt x="3261893" y="328117"/>
                  <a:pt x="3261893" y="318668"/>
                </a:cubicBezTo>
                <a:cubicBezTo>
                  <a:pt x="3261893" y="310744"/>
                  <a:pt x="3259912" y="304648"/>
                  <a:pt x="3255949" y="300380"/>
                </a:cubicBezTo>
                <a:cubicBezTo>
                  <a:pt x="3251987" y="296113"/>
                  <a:pt x="3248634" y="293827"/>
                  <a:pt x="3245891" y="293522"/>
                </a:cubicBezTo>
                <a:lnTo>
                  <a:pt x="3204286" y="286664"/>
                </a:lnTo>
                <a:cubicBezTo>
                  <a:pt x="3177463" y="282092"/>
                  <a:pt x="3156051" y="272644"/>
                  <a:pt x="3140049" y="258318"/>
                </a:cubicBezTo>
                <a:cubicBezTo>
                  <a:pt x="3124047" y="243992"/>
                  <a:pt x="3116046" y="226771"/>
                  <a:pt x="3116046" y="206654"/>
                </a:cubicBezTo>
                <a:cubicBezTo>
                  <a:pt x="3116046" y="179527"/>
                  <a:pt x="3126790" y="157277"/>
                  <a:pt x="3148279" y="139903"/>
                </a:cubicBezTo>
                <a:cubicBezTo>
                  <a:pt x="3169767" y="122530"/>
                  <a:pt x="3197428" y="113843"/>
                  <a:pt x="3231260" y="113843"/>
                </a:cubicBezTo>
                <a:close/>
                <a:moveTo>
                  <a:pt x="2840736" y="113843"/>
                </a:moveTo>
                <a:cubicBezTo>
                  <a:pt x="2875178" y="113843"/>
                  <a:pt x="2903524" y="121920"/>
                  <a:pt x="2925775" y="138074"/>
                </a:cubicBezTo>
                <a:cubicBezTo>
                  <a:pt x="2948025" y="154229"/>
                  <a:pt x="2959303" y="174955"/>
                  <a:pt x="2959607" y="200254"/>
                </a:cubicBezTo>
                <a:lnTo>
                  <a:pt x="2878683" y="200254"/>
                </a:lnTo>
                <a:cubicBezTo>
                  <a:pt x="2875330" y="189586"/>
                  <a:pt x="2870911" y="182651"/>
                  <a:pt x="2865424" y="179451"/>
                </a:cubicBezTo>
                <a:cubicBezTo>
                  <a:pt x="2859938" y="176251"/>
                  <a:pt x="2852927" y="174650"/>
                  <a:pt x="2844393" y="174650"/>
                </a:cubicBezTo>
                <a:cubicBezTo>
                  <a:pt x="2837687" y="174650"/>
                  <a:pt x="2831134" y="176936"/>
                  <a:pt x="2824733" y="181508"/>
                </a:cubicBezTo>
                <a:cubicBezTo>
                  <a:pt x="2818333" y="186080"/>
                  <a:pt x="2815132" y="192786"/>
                  <a:pt x="2815132" y="201625"/>
                </a:cubicBezTo>
                <a:cubicBezTo>
                  <a:pt x="2815132" y="208940"/>
                  <a:pt x="2816961" y="214427"/>
                  <a:pt x="2820619" y="218084"/>
                </a:cubicBezTo>
                <a:cubicBezTo>
                  <a:pt x="2824276" y="221742"/>
                  <a:pt x="2827477" y="223876"/>
                  <a:pt x="2830220" y="224485"/>
                </a:cubicBezTo>
                <a:lnTo>
                  <a:pt x="2872282" y="231800"/>
                </a:lnTo>
                <a:cubicBezTo>
                  <a:pt x="2900629" y="236677"/>
                  <a:pt x="2922574" y="246583"/>
                  <a:pt x="2938119" y="261518"/>
                </a:cubicBezTo>
                <a:cubicBezTo>
                  <a:pt x="2953664" y="276454"/>
                  <a:pt x="2961436" y="294589"/>
                  <a:pt x="2961436" y="315925"/>
                </a:cubicBezTo>
                <a:cubicBezTo>
                  <a:pt x="2961436" y="345491"/>
                  <a:pt x="2950768" y="368732"/>
                  <a:pt x="2929432" y="385648"/>
                </a:cubicBezTo>
                <a:cubicBezTo>
                  <a:pt x="2908096" y="402565"/>
                  <a:pt x="2877312" y="411023"/>
                  <a:pt x="2837078" y="411023"/>
                </a:cubicBezTo>
                <a:cubicBezTo>
                  <a:pt x="2808427" y="411023"/>
                  <a:pt x="2782214" y="403936"/>
                  <a:pt x="2758440" y="389763"/>
                </a:cubicBezTo>
                <a:cubicBezTo>
                  <a:pt x="2734665" y="375590"/>
                  <a:pt x="2722168" y="352349"/>
                  <a:pt x="2720949" y="320040"/>
                </a:cubicBezTo>
                <a:lnTo>
                  <a:pt x="2803702" y="320040"/>
                </a:lnTo>
                <a:cubicBezTo>
                  <a:pt x="2807055" y="331318"/>
                  <a:pt x="2811246" y="338633"/>
                  <a:pt x="2816275" y="341986"/>
                </a:cubicBezTo>
                <a:cubicBezTo>
                  <a:pt x="2821305" y="345338"/>
                  <a:pt x="2828696" y="347015"/>
                  <a:pt x="2838449" y="347015"/>
                </a:cubicBezTo>
                <a:cubicBezTo>
                  <a:pt x="2847898" y="347015"/>
                  <a:pt x="2855747" y="344653"/>
                  <a:pt x="2861995" y="339928"/>
                </a:cubicBezTo>
                <a:cubicBezTo>
                  <a:pt x="2868244" y="335204"/>
                  <a:pt x="2871368" y="328117"/>
                  <a:pt x="2871368" y="318668"/>
                </a:cubicBezTo>
                <a:cubicBezTo>
                  <a:pt x="2871368" y="310744"/>
                  <a:pt x="2869387" y="304648"/>
                  <a:pt x="2865424" y="300380"/>
                </a:cubicBezTo>
                <a:cubicBezTo>
                  <a:pt x="2861462" y="296113"/>
                  <a:pt x="2858109" y="293827"/>
                  <a:pt x="2855366" y="293522"/>
                </a:cubicBezTo>
                <a:lnTo>
                  <a:pt x="2813761" y="286664"/>
                </a:lnTo>
                <a:cubicBezTo>
                  <a:pt x="2786938" y="282092"/>
                  <a:pt x="2765526" y="272644"/>
                  <a:pt x="2749524" y="258318"/>
                </a:cubicBezTo>
                <a:cubicBezTo>
                  <a:pt x="2733522" y="243992"/>
                  <a:pt x="2725521" y="226771"/>
                  <a:pt x="2725521" y="206654"/>
                </a:cubicBezTo>
                <a:cubicBezTo>
                  <a:pt x="2725521" y="179527"/>
                  <a:pt x="2736265" y="157277"/>
                  <a:pt x="2757754" y="139903"/>
                </a:cubicBezTo>
                <a:cubicBezTo>
                  <a:pt x="2779242" y="122530"/>
                  <a:pt x="2806903" y="113843"/>
                  <a:pt x="2840736" y="113843"/>
                </a:cubicBezTo>
                <a:close/>
                <a:moveTo>
                  <a:pt x="2190292" y="113843"/>
                </a:moveTo>
                <a:cubicBezTo>
                  <a:pt x="2229917" y="113843"/>
                  <a:pt x="2260549" y="123901"/>
                  <a:pt x="2282190" y="144018"/>
                </a:cubicBezTo>
                <a:cubicBezTo>
                  <a:pt x="2303830" y="164135"/>
                  <a:pt x="2314651" y="188366"/>
                  <a:pt x="2314651" y="216713"/>
                </a:cubicBezTo>
                <a:lnTo>
                  <a:pt x="2314651" y="355702"/>
                </a:lnTo>
                <a:cubicBezTo>
                  <a:pt x="2314651" y="364236"/>
                  <a:pt x="2315032" y="372847"/>
                  <a:pt x="2315794" y="381533"/>
                </a:cubicBezTo>
                <a:cubicBezTo>
                  <a:pt x="2316556" y="390220"/>
                  <a:pt x="2317699" y="398983"/>
                  <a:pt x="2319223" y="407822"/>
                </a:cubicBezTo>
                <a:lnTo>
                  <a:pt x="2227783" y="407822"/>
                </a:lnTo>
                <a:cubicBezTo>
                  <a:pt x="2226868" y="404470"/>
                  <a:pt x="2226106" y="402641"/>
                  <a:pt x="2225497" y="402336"/>
                </a:cubicBezTo>
                <a:lnTo>
                  <a:pt x="2225040" y="402336"/>
                </a:lnTo>
                <a:lnTo>
                  <a:pt x="2225040" y="401422"/>
                </a:lnTo>
                <a:lnTo>
                  <a:pt x="2209952" y="405994"/>
                </a:lnTo>
                <a:cubicBezTo>
                  <a:pt x="2200198" y="409042"/>
                  <a:pt x="2188006" y="410566"/>
                  <a:pt x="2173376" y="410566"/>
                </a:cubicBezTo>
                <a:cubicBezTo>
                  <a:pt x="2138324" y="410566"/>
                  <a:pt x="2112568" y="401879"/>
                  <a:pt x="2096109" y="384505"/>
                </a:cubicBezTo>
                <a:cubicBezTo>
                  <a:pt x="2079650" y="367132"/>
                  <a:pt x="2071420" y="345338"/>
                  <a:pt x="2071420" y="319126"/>
                </a:cubicBezTo>
                <a:cubicBezTo>
                  <a:pt x="2071420" y="295046"/>
                  <a:pt x="2079802" y="274244"/>
                  <a:pt x="2096566" y="256718"/>
                </a:cubicBezTo>
                <a:cubicBezTo>
                  <a:pt x="2113330" y="239192"/>
                  <a:pt x="2139238" y="230276"/>
                  <a:pt x="2174290" y="229972"/>
                </a:cubicBezTo>
                <a:lnTo>
                  <a:pt x="2222753" y="229057"/>
                </a:lnTo>
                <a:lnTo>
                  <a:pt x="2222753" y="221285"/>
                </a:lnTo>
                <a:cubicBezTo>
                  <a:pt x="2222753" y="207569"/>
                  <a:pt x="2220087" y="196825"/>
                  <a:pt x="2214752" y="189052"/>
                </a:cubicBezTo>
                <a:cubicBezTo>
                  <a:pt x="2209419" y="181280"/>
                  <a:pt x="2202637" y="177394"/>
                  <a:pt x="2194407" y="177394"/>
                </a:cubicBezTo>
                <a:cubicBezTo>
                  <a:pt x="2187701" y="177394"/>
                  <a:pt x="2181377" y="179603"/>
                  <a:pt x="2175433" y="184023"/>
                </a:cubicBezTo>
                <a:cubicBezTo>
                  <a:pt x="2169490" y="188443"/>
                  <a:pt x="2165451" y="196444"/>
                  <a:pt x="2163317" y="208026"/>
                </a:cubicBezTo>
                <a:lnTo>
                  <a:pt x="2075535" y="208026"/>
                </a:lnTo>
                <a:cubicBezTo>
                  <a:pt x="2076449" y="179070"/>
                  <a:pt x="2088642" y="156134"/>
                  <a:pt x="2112111" y="139217"/>
                </a:cubicBezTo>
                <a:cubicBezTo>
                  <a:pt x="2135581" y="122301"/>
                  <a:pt x="2161641" y="113843"/>
                  <a:pt x="2190292" y="113843"/>
                </a:cubicBezTo>
                <a:close/>
                <a:moveTo>
                  <a:pt x="2481317" y="113386"/>
                </a:moveTo>
                <a:lnTo>
                  <a:pt x="2550109" y="113386"/>
                </a:lnTo>
                <a:lnTo>
                  <a:pt x="2586227" y="233172"/>
                </a:lnTo>
                <a:cubicBezTo>
                  <a:pt x="2587142" y="236220"/>
                  <a:pt x="2588056" y="240868"/>
                  <a:pt x="2588971" y="247117"/>
                </a:cubicBezTo>
                <a:cubicBezTo>
                  <a:pt x="2589885" y="253365"/>
                  <a:pt x="2590799" y="258318"/>
                  <a:pt x="2591714" y="261976"/>
                </a:cubicBezTo>
                <a:cubicBezTo>
                  <a:pt x="2592628" y="258623"/>
                  <a:pt x="2593466" y="253822"/>
                  <a:pt x="2594228" y="247574"/>
                </a:cubicBezTo>
                <a:cubicBezTo>
                  <a:pt x="2594990" y="241325"/>
                  <a:pt x="2595829" y="236677"/>
                  <a:pt x="2596743" y="233629"/>
                </a:cubicBezTo>
                <a:lnTo>
                  <a:pt x="2631033" y="113386"/>
                </a:lnTo>
                <a:lnTo>
                  <a:pt x="2726588" y="113386"/>
                </a:lnTo>
                <a:lnTo>
                  <a:pt x="2613659" y="449885"/>
                </a:lnTo>
                <a:cubicBezTo>
                  <a:pt x="2611526" y="457505"/>
                  <a:pt x="2609240" y="463448"/>
                  <a:pt x="2606801" y="467716"/>
                </a:cubicBezTo>
                <a:cubicBezTo>
                  <a:pt x="2604363" y="471983"/>
                  <a:pt x="2599182" y="478536"/>
                  <a:pt x="2591257" y="487375"/>
                </a:cubicBezTo>
                <a:cubicBezTo>
                  <a:pt x="2586380" y="493166"/>
                  <a:pt x="2577465" y="498348"/>
                  <a:pt x="2564510" y="502920"/>
                </a:cubicBezTo>
                <a:cubicBezTo>
                  <a:pt x="2551557" y="507492"/>
                  <a:pt x="2538374" y="509778"/>
                  <a:pt x="2524963" y="509778"/>
                </a:cubicBezTo>
                <a:lnTo>
                  <a:pt x="2511246" y="509778"/>
                </a:lnTo>
                <a:cubicBezTo>
                  <a:pt x="2503627" y="509778"/>
                  <a:pt x="2497455" y="507492"/>
                  <a:pt x="2492730" y="502920"/>
                </a:cubicBezTo>
                <a:cubicBezTo>
                  <a:pt x="2488006" y="498348"/>
                  <a:pt x="2485643" y="492252"/>
                  <a:pt x="2485643" y="484632"/>
                </a:cubicBezTo>
                <a:lnTo>
                  <a:pt x="2485643" y="442570"/>
                </a:lnTo>
                <a:lnTo>
                  <a:pt x="2513990" y="442570"/>
                </a:lnTo>
                <a:cubicBezTo>
                  <a:pt x="2518867" y="442570"/>
                  <a:pt x="2522677" y="441122"/>
                  <a:pt x="2525420" y="438226"/>
                </a:cubicBezTo>
                <a:cubicBezTo>
                  <a:pt x="2528163" y="435331"/>
                  <a:pt x="2531059" y="428396"/>
                  <a:pt x="2534107" y="417424"/>
                </a:cubicBezTo>
                <a:lnTo>
                  <a:pt x="2545537" y="382219"/>
                </a:lnTo>
                <a:lnTo>
                  <a:pt x="2481317" y="191507"/>
                </a:lnTo>
                <a:close/>
                <a:moveTo>
                  <a:pt x="2353665" y="15088"/>
                </a:moveTo>
                <a:lnTo>
                  <a:pt x="2445317" y="15088"/>
                </a:lnTo>
                <a:lnTo>
                  <a:pt x="2445317" y="379172"/>
                </a:lnTo>
                <a:lnTo>
                  <a:pt x="2435504" y="399821"/>
                </a:lnTo>
                <a:cubicBezTo>
                  <a:pt x="2428189" y="405765"/>
                  <a:pt x="2419654" y="408737"/>
                  <a:pt x="2409901" y="408737"/>
                </a:cubicBezTo>
                <a:lnTo>
                  <a:pt x="2353665" y="408737"/>
                </a:lnTo>
                <a:close/>
                <a:moveTo>
                  <a:pt x="1578863" y="12802"/>
                </a:moveTo>
                <a:lnTo>
                  <a:pt x="1655673" y="12802"/>
                </a:lnTo>
                <a:lnTo>
                  <a:pt x="1787347" y="408737"/>
                </a:lnTo>
                <a:lnTo>
                  <a:pt x="1691335" y="408737"/>
                </a:lnTo>
                <a:lnTo>
                  <a:pt x="1669846" y="337414"/>
                </a:lnTo>
                <a:lnTo>
                  <a:pt x="1565147" y="337414"/>
                </a:lnTo>
                <a:lnTo>
                  <a:pt x="1543202" y="408737"/>
                </a:lnTo>
                <a:lnTo>
                  <a:pt x="1447647" y="408737"/>
                </a:lnTo>
                <a:close/>
                <a:moveTo>
                  <a:pt x="1059942" y="12802"/>
                </a:moveTo>
                <a:lnTo>
                  <a:pt x="1341120" y="12802"/>
                </a:lnTo>
                <a:lnTo>
                  <a:pt x="1341120" y="58979"/>
                </a:lnTo>
                <a:cubicBezTo>
                  <a:pt x="1341120" y="67818"/>
                  <a:pt x="1338910" y="74219"/>
                  <a:pt x="1334490" y="78181"/>
                </a:cubicBezTo>
                <a:cubicBezTo>
                  <a:pt x="1330071" y="82144"/>
                  <a:pt x="1323441" y="84125"/>
                  <a:pt x="1314602" y="84125"/>
                </a:cubicBezTo>
                <a:lnTo>
                  <a:pt x="1246936" y="84125"/>
                </a:lnTo>
                <a:lnTo>
                  <a:pt x="1246936" y="376733"/>
                </a:lnTo>
                <a:cubicBezTo>
                  <a:pt x="1246936" y="386182"/>
                  <a:pt x="1243279" y="393878"/>
                  <a:pt x="1235963" y="399821"/>
                </a:cubicBezTo>
                <a:cubicBezTo>
                  <a:pt x="1228648" y="405765"/>
                  <a:pt x="1220114" y="408737"/>
                  <a:pt x="1210360" y="408737"/>
                </a:cubicBezTo>
                <a:lnTo>
                  <a:pt x="1154125" y="408737"/>
                </a:lnTo>
                <a:lnTo>
                  <a:pt x="1154125" y="84125"/>
                </a:lnTo>
                <a:lnTo>
                  <a:pt x="1086459" y="84125"/>
                </a:lnTo>
                <a:cubicBezTo>
                  <a:pt x="1077620" y="84125"/>
                  <a:pt x="1070991" y="82144"/>
                  <a:pt x="1066571" y="78181"/>
                </a:cubicBezTo>
                <a:cubicBezTo>
                  <a:pt x="1062151" y="74219"/>
                  <a:pt x="1059942" y="67818"/>
                  <a:pt x="1059942" y="58979"/>
                </a:cubicBezTo>
                <a:close/>
                <a:moveTo>
                  <a:pt x="276072" y="12802"/>
                </a:moveTo>
                <a:lnTo>
                  <a:pt x="372542" y="12802"/>
                </a:lnTo>
                <a:lnTo>
                  <a:pt x="414604" y="210769"/>
                </a:lnTo>
                <a:cubicBezTo>
                  <a:pt x="415214" y="213208"/>
                  <a:pt x="415747" y="217399"/>
                  <a:pt x="416204" y="223342"/>
                </a:cubicBezTo>
                <a:cubicBezTo>
                  <a:pt x="416661" y="229286"/>
                  <a:pt x="417042" y="233629"/>
                  <a:pt x="417347" y="236372"/>
                </a:cubicBezTo>
                <a:cubicBezTo>
                  <a:pt x="417957" y="233934"/>
                  <a:pt x="418566" y="229895"/>
                  <a:pt x="419176" y="224257"/>
                </a:cubicBezTo>
                <a:cubicBezTo>
                  <a:pt x="419786" y="218618"/>
                  <a:pt x="420395" y="214732"/>
                  <a:pt x="421005" y="212598"/>
                </a:cubicBezTo>
                <a:lnTo>
                  <a:pt x="470840" y="12802"/>
                </a:lnTo>
                <a:lnTo>
                  <a:pt x="545820" y="12802"/>
                </a:lnTo>
                <a:lnTo>
                  <a:pt x="596569" y="214427"/>
                </a:lnTo>
                <a:cubicBezTo>
                  <a:pt x="597179" y="215951"/>
                  <a:pt x="597636" y="219456"/>
                  <a:pt x="597941" y="224942"/>
                </a:cubicBezTo>
                <a:cubicBezTo>
                  <a:pt x="598246" y="230429"/>
                  <a:pt x="598551" y="234086"/>
                  <a:pt x="598855" y="235915"/>
                </a:cubicBezTo>
                <a:cubicBezTo>
                  <a:pt x="599465" y="233782"/>
                  <a:pt x="599922" y="229972"/>
                  <a:pt x="600227" y="224485"/>
                </a:cubicBezTo>
                <a:cubicBezTo>
                  <a:pt x="600532" y="218999"/>
                  <a:pt x="600837" y="215341"/>
                  <a:pt x="601141" y="213512"/>
                </a:cubicBezTo>
                <a:lnTo>
                  <a:pt x="644576" y="12802"/>
                </a:lnTo>
                <a:lnTo>
                  <a:pt x="740588" y="12802"/>
                </a:lnTo>
                <a:lnTo>
                  <a:pt x="650976" y="381762"/>
                </a:lnTo>
                <a:cubicBezTo>
                  <a:pt x="648843" y="391516"/>
                  <a:pt x="644042" y="398755"/>
                  <a:pt x="636575" y="403479"/>
                </a:cubicBezTo>
                <a:cubicBezTo>
                  <a:pt x="629107" y="408203"/>
                  <a:pt x="620344" y="410566"/>
                  <a:pt x="610286" y="410566"/>
                </a:cubicBezTo>
                <a:lnTo>
                  <a:pt x="563194" y="410566"/>
                </a:lnTo>
                <a:lnTo>
                  <a:pt x="511530" y="212141"/>
                </a:lnTo>
                <a:cubicBezTo>
                  <a:pt x="511225" y="209702"/>
                  <a:pt x="510768" y="205816"/>
                  <a:pt x="510159" y="200482"/>
                </a:cubicBezTo>
                <a:cubicBezTo>
                  <a:pt x="509549" y="195148"/>
                  <a:pt x="508939" y="191414"/>
                  <a:pt x="508330" y="189281"/>
                </a:cubicBezTo>
                <a:cubicBezTo>
                  <a:pt x="507720" y="191719"/>
                  <a:pt x="507111" y="195758"/>
                  <a:pt x="506501" y="201397"/>
                </a:cubicBezTo>
                <a:cubicBezTo>
                  <a:pt x="505892" y="207035"/>
                  <a:pt x="505282" y="211074"/>
                  <a:pt x="504672" y="213512"/>
                </a:cubicBezTo>
                <a:lnTo>
                  <a:pt x="460781" y="382219"/>
                </a:lnTo>
                <a:cubicBezTo>
                  <a:pt x="458343" y="391668"/>
                  <a:pt x="453390" y="398755"/>
                  <a:pt x="445922" y="403479"/>
                </a:cubicBezTo>
                <a:cubicBezTo>
                  <a:pt x="438454" y="408203"/>
                  <a:pt x="429844" y="410566"/>
                  <a:pt x="420090" y="410566"/>
                </a:cubicBezTo>
                <a:lnTo>
                  <a:pt x="372542" y="410566"/>
                </a:lnTo>
                <a:close/>
                <a:moveTo>
                  <a:pt x="931836" y="12423"/>
                </a:moveTo>
                <a:lnTo>
                  <a:pt x="950461" y="15716"/>
                </a:lnTo>
                <a:cubicBezTo>
                  <a:pt x="966883" y="22231"/>
                  <a:pt x="981304" y="32004"/>
                  <a:pt x="993724" y="45034"/>
                </a:cubicBezTo>
                <a:cubicBezTo>
                  <a:pt x="1018565" y="71095"/>
                  <a:pt x="1032205" y="103632"/>
                  <a:pt x="1034643" y="142646"/>
                </a:cubicBezTo>
                <a:cubicBezTo>
                  <a:pt x="1036167" y="164287"/>
                  <a:pt x="1036929" y="186995"/>
                  <a:pt x="1036929" y="210769"/>
                </a:cubicBezTo>
                <a:cubicBezTo>
                  <a:pt x="1036929" y="234544"/>
                  <a:pt x="1036167" y="257708"/>
                  <a:pt x="1034643" y="280264"/>
                </a:cubicBezTo>
                <a:cubicBezTo>
                  <a:pt x="1032205" y="319888"/>
                  <a:pt x="1019175" y="352425"/>
                  <a:pt x="995553" y="377876"/>
                </a:cubicBezTo>
                <a:cubicBezTo>
                  <a:pt x="983742" y="390601"/>
                  <a:pt x="969473" y="400145"/>
                  <a:pt x="952748" y="406508"/>
                </a:cubicBezTo>
                <a:lnTo>
                  <a:pt x="931836" y="409976"/>
                </a:lnTo>
                <a:lnTo>
                  <a:pt x="931836" y="320918"/>
                </a:lnTo>
                <a:lnTo>
                  <a:pt x="939031" y="302952"/>
                </a:lnTo>
                <a:cubicBezTo>
                  <a:pt x="941355" y="293618"/>
                  <a:pt x="942898" y="282702"/>
                  <a:pt x="943660" y="270205"/>
                </a:cubicBezTo>
                <a:cubicBezTo>
                  <a:pt x="944880" y="251308"/>
                  <a:pt x="945566" y="229895"/>
                  <a:pt x="945718" y="205969"/>
                </a:cubicBezTo>
                <a:cubicBezTo>
                  <a:pt x="945870" y="182042"/>
                  <a:pt x="945642" y="163220"/>
                  <a:pt x="945032" y="149504"/>
                </a:cubicBezTo>
                <a:lnTo>
                  <a:pt x="931836" y="102681"/>
                </a:lnTo>
                <a:close/>
                <a:moveTo>
                  <a:pt x="895197" y="5944"/>
                </a:moveTo>
                <a:lnTo>
                  <a:pt x="895836" y="6057"/>
                </a:lnTo>
                <a:lnTo>
                  <a:pt x="895836" y="77439"/>
                </a:lnTo>
                <a:lnTo>
                  <a:pt x="895197" y="77267"/>
                </a:lnTo>
                <a:cubicBezTo>
                  <a:pt x="881176" y="77267"/>
                  <a:pt x="869594" y="83820"/>
                  <a:pt x="860450" y="96926"/>
                </a:cubicBezTo>
                <a:cubicBezTo>
                  <a:pt x="851306" y="110033"/>
                  <a:pt x="846124" y="127559"/>
                  <a:pt x="844905" y="149504"/>
                </a:cubicBezTo>
                <a:cubicBezTo>
                  <a:pt x="843991" y="165049"/>
                  <a:pt x="843610" y="186157"/>
                  <a:pt x="843762" y="212827"/>
                </a:cubicBezTo>
                <a:cubicBezTo>
                  <a:pt x="843915" y="239497"/>
                  <a:pt x="844296" y="259232"/>
                  <a:pt x="844905" y="272034"/>
                </a:cubicBezTo>
                <a:cubicBezTo>
                  <a:pt x="846124" y="293980"/>
                  <a:pt x="851230" y="311582"/>
                  <a:pt x="860221" y="324841"/>
                </a:cubicBezTo>
                <a:cubicBezTo>
                  <a:pt x="869213" y="338099"/>
                  <a:pt x="880872" y="344729"/>
                  <a:pt x="895197" y="344729"/>
                </a:cubicBezTo>
                <a:lnTo>
                  <a:pt x="895836" y="344581"/>
                </a:lnTo>
                <a:lnTo>
                  <a:pt x="895836" y="415946"/>
                </a:lnTo>
                <a:lnTo>
                  <a:pt x="895197" y="416052"/>
                </a:lnTo>
                <a:cubicBezTo>
                  <a:pt x="856488" y="416052"/>
                  <a:pt x="823950" y="403936"/>
                  <a:pt x="797585" y="379705"/>
                </a:cubicBezTo>
                <a:cubicBezTo>
                  <a:pt x="771220" y="355473"/>
                  <a:pt x="756970" y="322174"/>
                  <a:pt x="754837" y="279806"/>
                </a:cubicBezTo>
                <a:cubicBezTo>
                  <a:pt x="753618" y="258166"/>
                  <a:pt x="753008" y="234925"/>
                  <a:pt x="753008" y="210083"/>
                </a:cubicBezTo>
                <a:cubicBezTo>
                  <a:pt x="753008" y="185242"/>
                  <a:pt x="753618" y="162611"/>
                  <a:pt x="754837" y="142189"/>
                </a:cubicBezTo>
                <a:cubicBezTo>
                  <a:pt x="756970" y="102260"/>
                  <a:pt x="771144" y="69571"/>
                  <a:pt x="797356" y="44120"/>
                </a:cubicBezTo>
                <a:cubicBezTo>
                  <a:pt x="823569" y="18669"/>
                  <a:pt x="856183" y="5944"/>
                  <a:pt x="895197" y="5944"/>
                </a:cubicBezTo>
                <a:close/>
                <a:moveTo>
                  <a:pt x="138531" y="5486"/>
                </a:moveTo>
                <a:cubicBezTo>
                  <a:pt x="171755" y="5486"/>
                  <a:pt x="200939" y="15621"/>
                  <a:pt x="226085" y="35890"/>
                </a:cubicBezTo>
                <a:cubicBezTo>
                  <a:pt x="251231" y="56159"/>
                  <a:pt x="264566" y="81839"/>
                  <a:pt x="266090" y="112928"/>
                </a:cubicBezTo>
                <a:lnTo>
                  <a:pt x="174650" y="112928"/>
                </a:lnTo>
                <a:cubicBezTo>
                  <a:pt x="171907" y="99822"/>
                  <a:pt x="166878" y="90221"/>
                  <a:pt x="159563" y="84125"/>
                </a:cubicBezTo>
                <a:cubicBezTo>
                  <a:pt x="152247" y="78029"/>
                  <a:pt x="143865" y="74981"/>
                  <a:pt x="134416" y="74981"/>
                </a:cubicBezTo>
                <a:cubicBezTo>
                  <a:pt x="121310" y="74981"/>
                  <a:pt x="111023" y="79248"/>
                  <a:pt x="103555" y="87782"/>
                </a:cubicBezTo>
                <a:cubicBezTo>
                  <a:pt x="96088" y="96317"/>
                  <a:pt x="92354" y="107899"/>
                  <a:pt x="92354" y="122530"/>
                </a:cubicBezTo>
                <a:cubicBezTo>
                  <a:pt x="92354" y="134722"/>
                  <a:pt x="95783" y="144628"/>
                  <a:pt x="102641" y="152248"/>
                </a:cubicBezTo>
                <a:cubicBezTo>
                  <a:pt x="109499" y="159868"/>
                  <a:pt x="117653" y="164897"/>
                  <a:pt x="127101" y="167335"/>
                </a:cubicBezTo>
                <a:lnTo>
                  <a:pt x="169621" y="177394"/>
                </a:lnTo>
                <a:cubicBezTo>
                  <a:pt x="202844" y="185623"/>
                  <a:pt x="228676" y="198577"/>
                  <a:pt x="247116" y="216256"/>
                </a:cubicBezTo>
                <a:cubicBezTo>
                  <a:pt x="265557" y="233934"/>
                  <a:pt x="274777" y="259994"/>
                  <a:pt x="274777" y="294437"/>
                </a:cubicBezTo>
                <a:cubicBezTo>
                  <a:pt x="274777" y="330708"/>
                  <a:pt x="261975" y="360045"/>
                  <a:pt x="236372" y="382448"/>
                </a:cubicBezTo>
                <a:cubicBezTo>
                  <a:pt x="210769" y="404851"/>
                  <a:pt x="176479" y="416052"/>
                  <a:pt x="133502" y="416052"/>
                </a:cubicBezTo>
                <a:cubicBezTo>
                  <a:pt x="95707" y="416052"/>
                  <a:pt x="64008" y="405765"/>
                  <a:pt x="38405" y="385191"/>
                </a:cubicBezTo>
                <a:cubicBezTo>
                  <a:pt x="12801" y="364617"/>
                  <a:pt x="0" y="336194"/>
                  <a:pt x="0" y="299923"/>
                </a:cubicBezTo>
                <a:lnTo>
                  <a:pt x="96012" y="299923"/>
                </a:lnTo>
                <a:cubicBezTo>
                  <a:pt x="97536" y="315773"/>
                  <a:pt x="101879" y="327279"/>
                  <a:pt x="109042" y="334442"/>
                </a:cubicBezTo>
                <a:cubicBezTo>
                  <a:pt x="116205" y="341605"/>
                  <a:pt x="125882" y="345186"/>
                  <a:pt x="138074" y="345186"/>
                </a:cubicBezTo>
                <a:cubicBezTo>
                  <a:pt x="152095" y="345186"/>
                  <a:pt x="163220" y="340614"/>
                  <a:pt x="171450" y="331470"/>
                </a:cubicBezTo>
                <a:cubicBezTo>
                  <a:pt x="179679" y="322326"/>
                  <a:pt x="183794" y="310591"/>
                  <a:pt x="183794" y="296266"/>
                </a:cubicBezTo>
                <a:cubicBezTo>
                  <a:pt x="183794" y="281330"/>
                  <a:pt x="180594" y="270053"/>
                  <a:pt x="174193" y="262433"/>
                </a:cubicBezTo>
                <a:cubicBezTo>
                  <a:pt x="167792" y="254813"/>
                  <a:pt x="159715" y="249936"/>
                  <a:pt x="149961" y="247802"/>
                </a:cubicBezTo>
                <a:lnTo>
                  <a:pt x="106527" y="238201"/>
                </a:lnTo>
                <a:cubicBezTo>
                  <a:pt x="74218" y="230886"/>
                  <a:pt x="48768" y="217246"/>
                  <a:pt x="30175" y="197282"/>
                </a:cubicBezTo>
                <a:cubicBezTo>
                  <a:pt x="11582" y="177317"/>
                  <a:pt x="2286" y="153772"/>
                  <a:pt x="2286" y="126644"/>
                </a:cubicBezTo>
                <a:cubicBezTo>
                  <a:pt x="2286" y="92202"/>
                  <a:pt x="14249" y="63398"/>
                  <a:pt x="38176" y="40234"/>
                </a:cubicBezTo>
                <a:cubicBezTo>
                  <a:pt x="62103" y="17069"/>
                  <a:pt x="95555" y="5486"/>
                  <a:pt x="138531" y="5486"/>
                </a:cubicBezTo>
                <a:close/>
                <a:moveTo>
                  <a:pt x="2984144" y="0"/>
                </a:moveTo>
                <a:lnTo>
                  <a:pt x="3077870" y="0"/>
                </a:lnTo>
                <a:lnTo>
                  <a:pt x="3077870" y="59893"/>
                </a:lnTo>
                <a:cubicBezTo>
                  <a:pt x="3077870" y="67818"/>
                  <a:pt x="3075584" y="73762"/>
                  <a:pt x="3071012" y="77724"/>
                </a:cubicBezTo>
                <a:cubicBezTo>
                  <a:pt x="3066440" y="81686"/>
                  <a:pt x="3059429" y="83668"/>
                  <a:pt x="3049981" y="83668"/>
                </a:cubicBezTo>
                <a:lnTo>
                  <a:pt x="2984144" y="8366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414143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37">
            <a:extLst>
              <a:ext uri="{FF2B5EF4-FFF2-40B4-BE49-F238E27FC236}">
                <a16:creationId xmlns:a16="http://schemas.microsoft.com/office/drawing/2014/main" id="{B6FFD218-7B39-186A-D511-D066B3500A33}"/>
              </a:ext>
            </a:extLst>
          </p:cNvPr>
          <p:cNvSpPr/>
          <p:nvPr/>
        </p:nvSpPr>
        <p:spPr>
          <a:xfrm>
            <a:off x="5556637" y="2254249"/>
            <a:ext cx="1051527" cy="25867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기업 내부 요인</a:t>
            </a:r>
          </a:p>
        </p:txBody>
      </p:sp>
      <p:sp>
        <p:nvSpPr>
          <p:cNvPr id="21" name="모서리가 둥근 직사각형 37">
            <a:extLst>
              <a:ext uri="{FF2B5EF4-FFF2-40B4-BE49-F238E27FC236}">
                <a16:creationId xmlns:a16="http://schemas.microsoft.com/office/drawing/2014/main" id="{B77B041F-E784-7D75-C629-C4F9FE044DBD}"/>
              </a:ext>
            </a:extLst>
          </p:cNvPr>
          <p:cNvSpPr/>
          <p:nvPr/>
        </p:nvSpPr>
        <p:spPr>
          <a:xfrm>
            <a:off x="5561931" y="5315435"/>
            <a:ext cx="1051527" cy="258677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기업 외부 요인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C8C1C331-C94B-2927-5DEB-32D08B7AC349}"/>
              </a:ext>
            </a:extLst>
          </p:cNvPr>
          <p:cNvSpPr/>
          <p:nvPr/>
        </p:nvSpPr>
        <p:spPr>
          <a:xfrm>
            <a:off x="5703093" y="1466853"/>
            <a:ext cx="778675" cy="258433"/>
          </a:xfrm>
          <a:custGeom>
            <a:avLst/>
            <a:gdLst>
              <a:gd name="connsiteX0" fmla="*/ 771013 w 778675"/>
              <a:gd name="connsiteY0" fmla="*/ 0 h 258433"/>
              <a:gd name="connsiteX1" fmla="*/ 771032 w 778675"/>
              <a:gd name="connsiteY1" fmla="*/ 17 h 258433"/>
              <a:gd name="connsiteX2" fmla="*/ 756763 w 778675"/>
              <a:gd name="connsiteY2" fmla="*/ 12810 h 258433"/>
              <a:gd name="connsiteX3" fmla="*/ 762471 w 778675"/>
              <a:gd name="connsiteY3" fmla="*/ 28164 h 258433"/>
              <a:gd name="connsiteX4" fmla="*/ 763898 w 778675"/>
              <a:gd name="connsiteY4" fmla="*/ 35840 h 258433"/>
              <a:gd name="connsiteX5" fmla="*/ 759617 w 778675"/>
              <a:gd name="connsiteY5" fmla="*/ 56310 h 258433"/>
              <a:gd name="connsiteX6" fmla="*/ 762471 w 778675"/>
              <a:gd name="connsiteY6" fmla="*/ 66545 h 258433"/>
              <a:gd name="connsiteX7" fmla="*/ 761044 w 778675"/>
              <a:gd name="connsiteY7" fmla="*/ 74221 h 258433"/>
              <a:gd name="connsiteX8" fmla="*/ 766752 w 778675"/>
              <a:gd name="connsiteY8" fmla="*/ 84456 h 258433"/>
              <a:gd name="connsiteX9" fmla="*/ 771032 w 778675"/>
              <a:gd name="connsiteY9" fmla="*/ 102368 h 258433"/>
              <a:gd name="connsiteX10" fmla="*/ 768339 w 778675"/>
              <a:gd name="connsiteY10" fmla="*/ 119592 h 258433"/>
              <a:gd name="connsiteX11" fmla="*/ 776517 w 778675"/>
              <a:gd name="connsiteY11" fmla="*/ 128680 h 258433"/>
              <a:gd name="connsiteX12" fmla="*/ 776585 w 778675"/>
              <a:gd name="connsiteY12" fmla="*/ 130417 h 258433"/>
              <a:gd name="connsiteX13" fmla="*/ 771953 w 778675"/>
              <a:gd name="connsiteY13" fmla="*/ 130132 h 258433"/>
              <a:gd name="connsiteX14" fmla="*/ 766752 w 778675"/>
              <a:gd name="connsiteY14" fmla="*/ 133073 h 258433"/>
              <a:gd name="connsiteX15" fmla="*/ 771032 w 778675"/>
              <a:gd name="connsiteY15" fmla="*/ 145866 h 258433"/>
              <a:gd name="connsiteX16" fmla="*/ 765324 w 778675"/>
              <a:gd name="connsiteY16" fmla="*/ 148426 h 258433"/>
              <a:gd name="connsiteX17" fmla="*/ 772459 w 778675"/>
              <a:gd name="connsiteY17" fmla="*/ 153543 h 258433"/>
              <a:gd name="connsiteX18" fmla="*/ 765324 w 778675"/>
              <a:gd name="connsiteY18" fmla="*/ 191925 h 258433"/>
              <a:gd name="connsiteX19" fmla="*/ 769605 w 778675"/>
              <a:gd name="connsiteY19" fmla="*/ 197042 h 258433"/>
              <a:gd name="connsiteX20" fmla="*/ 766752 w 778675"/>
              <a:gd name="connsiteY20" fmla="*/ 209836 h 258433"/>
              <a:gd name="connsiteX21" fmla="*/ 776740 w 778675"/>
              <a:gd name="connsiteY21" fmla="*/ 227747 h 258433"/>
              <a:gd name="connsiteX22" fmla="*/ 766752 w 778675"/>
              <a:gd name="connsiteY22" fmla="*/ 230306 h 258433"/>
              <a:gd name="connsiteX23" fmla="*/ 769605 w 778675"/>
              <a:gd name="connsiteY23" fmla="*/ 237982 h 258433"/>
              <a:gd name="connsiteX24" fmla="*/ 771634 w 778675"/>
              <a:gd name="connsiteY24" fmla="*/ 242208 h 258433"/>
              <a:gd name="connsiteX25" fmla="*/ 23007 w 778675"/>
              <a:gd name="connsiteY25" fmla="*/ 258433 h 258433"/>
              <a:gd name="connsiteX26" fmla="*/ 17204 w 778675"/>
              <a:gd name="connsiteY26" fmla="*/ 250373 h 258433"/>
              <a:gd name="connsiteX27" fmla="*/ 11379 w 778675"/>
              <a:gd name="connsiteY27" fmla="*/ 247416 h 258433"/>
              <a:gd name="connsiteX28" fmla="*/ 11224 w 778675"/>
              <a:gd name="connsiteY28" fmla="*/ 244104 h 258433"/>
              <a:gd name="connsiteX29" fmla="*/ 21660 w 778675"/>
              <a:gd name="connsiteY29" fmla="*/ 241132 h 258433"/>
              <a:gd name="connsiteX30" fmla="*/ 30957 w 778675"/>
              <a:gd name="connsiteY30" fmla="*/ 233360 h 258433"/>
              <a:gd name="connsiteX31" fmla="*/ 14236 w 778675"/>
              <a:gd name="connsiteY31" fmla="*/ 222976 h 258433"/>
              <a:gd name="connsiteX32" fmla="*/ 10267 w 778675"/>
              <a:gd name="connsiteY32" fmla="*/ 223689 h 258433"/>
              <a:gd name="connsiteX33" fmla="*/ 10252 w 778675"/>
              <a:gd name="connsiteY33" fmla="*/ 223385 h 258433"/>
              <a:gd name="connsiteX34" fmla="*/ 21432 w 778675"/>
              <a:gd name="connsiteY34" fmla="*/ 219072 h 258433"/>
              <a:gd name="connsiteX35" fmla="*/ 19051 w 778675"/>
              <a:gd name="connsiteY35" fmla="*/ 211928 h 258433"/>
              <a:gd name="connsiteX36" fmla="*/ 26195 w 778675"/>
              <a:gd name="connsiteY36" fmla="*/ 192878 h 258433"/>
              <a:gd name="connsiteX37" fmla="*/ 21432 w 778675"/>
              <a:gd name="connsiteY37" fmla="*/ 183353 h 258433"/>
              <a:gd name="connsiteX38" fmla="*/ 23813 w 778675"/>
              <a:gd name="connsiteY38" fmla="*/ 176210 h 258433"/>
              <a:gd name="connsiteX39" fmla="*/ 14288 w 778675"/>
              <a:gd name="connsiteY39" fmla="*/ 166685 h 258433"/>
              <a:gd name="connsiteX40" fmla="*/ 7145 w 778675"/>
              <a:gd name="connsiteY40" fmla="*/ 150016 h 258433"/>
              <a:gd name="connsiteX41" fmla="*/ 11640 w 778675"/>
              <a:gd name="connsiteY41" fmla="*/ 133986 h 258433"/>
              <a:gd name="connsiteX42" fmla="*/ 5893 w 778675"/>
              <a:gd name="connsiteY42" fmla="*/ 130425 h 258433"/>
              <a:gd name="connsiteX43" fmla="*/ 5600 w 778675"/>
              <a:gd name="connsiteY43" fmla="*/ 124177 h 258433"/>
              <a:gd name="connsiteX44" fmla="*/ 5608 w 778675"/>
              <a:gd name="connsiteY44" fmla="*/ 124177 h 258433"/>
              <a:gd name="connsiteX45" fmla="*/ 14288 w 778675"/>
              <a:gd name="connsiteY45" fmla="*/ 121441 h 258433"/>
              <a:gd name="connsiteX46" fmla="*/ 7145 w 778675"/>
              <a:gd name="connsiteY46" fmla="*/ 109535 h 258433"/>
              <a:gd name="connsiteX47" fmla="*/ 16670 w 778675"/>
              <a:gd name="connsiteY47" fmla="*/ 107153 h 258433"/>
              <a:gd name="connsiteX48" fmla="*/ 4763 w 778675"/>
              <a:gd name="connsiteY48" fmla="*/ 102391 h 258433"/>
              <a:gd name="connsiteX49" fmla="*/ 16670 w 778675"/>
              <a:gd name="connsiteY49" fmla="*/ 66672 h 258433"/>
              <a:gd name="connsiteX50" fmla="*/ 9526 w 778675"/>
              <a:gd name="connsiteY50" fmla="*/ 61910 h 258433"/>
              <a:gd name="connsiteX51" fmla="*/ 2626 w 778675"/>
              <a:gd name="connsiteY51" fmla="*/ 60756 h 258433"/>
              <a:gd name="connsiteX52" fmla="*/ 2383 w 778675"/>
              <a:gd name="connsiteY52" fmla="*/ 55569 h 258433"/>
              <a:gd name="connsiteX53" fmla="*/ 14288 w 778675"/>
              <a:gd name="connsiteY53" fmla="*/ 50003 h 258433"/>
              <a:gd name="connsiteX54" fmla="*/ 1523 w 778675"/>
              <a:gd name="connsiteY54" fmla="*/ 37238 h 258433"/>
              <a:gd name="connsiteX55" fmla="*/ 1258 w 778675"/>
              <a:gd name="connsiteY55" fmla="*/ 31590 h 258433"/>
              <a:gd name="connsiteX56" fmla="*/ 3871 w 778675"/>
              <a:gd name="connsiteY56" fmla="*/ 30337 h 258433"/>
              <a:gd name="connsiteX57" fmla="*/ 14288 w 778675"/>
              <a:gd name="connsiteY57" fmla="*/ 30953 h 258433"/>
              <a:gd name="connsiteX58" fmla="*/ 9526 w 778675"/>
              <a:gd name="connsiteY58" fmla="*/ 23810 h 258433"/>
              <a:gd name="connsiteX59" fmla="*/ 396 w 778675"/>
              <a:gd name="connsiteY59" fmla="*/ 13203 h 258433"/>
              <a:gd name="connsiteX60" fmla="*/ 0 w 778675"/>
              <a:gd name="connsiteY60" fmla="*/ 4759 h 2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778675" h="258433">
                <a:moveTo>
                  <a:pt x="771013" y="0"/>
                </a:moveTo>
                <a:lnTo>
                  <a:pt x="771032" y="17"/>
                </a:lnTo>
                <a:cubicBezTo>
                  <a:pt x="766276" y="4282"/>
                  <a:pt x="757351" y="3333"/>
                  <a:pt x="756763" y="12810"/>
                </a:cubicBezTo>
                <a:cubicBezTo>
                  <a:pt x="755273" y="36872"/>
                  <a:pt x="783071" y="13385"/>
                  <a:pt x="762471" y="28164"/>
                </a:cubicBezTo>
                <a:cubicBezTo>
                  <a:pt x="762947" y="30722"/>
                  <a:pt x="763064" y="33595"/>
                  <a:pt x="763898" y="35840"/>
                </a:cubicBezTo>
                <a:cubicBezTo>
                  <a:pt x="769325" y="50439"/>
                  <a:pt x="772455" y="37125"/>
                  <a:pt x="759617" y="56310"/>
                </a:cubicBezTo>
                <a:cubicBezTo>
                  <a:pt x="760568" y="59722"/>
                  <a:pt x="760856" y="64063"/>
                  <a:pt x="762471" y="66545"/>
                </a:cubicBezTo>
                <a:cubicBezTo>
                  <a:pt x="767907" y="74900"/>
                  <a:pt x="777085" y="69427"/>
                  <a:pt x="761044" y="74221"/>
                </a:cubicBezTo>
                <a:cubicBezTo>
                  <a:pt x="762947" y="77633"/>
                  <a:pt x="765138" y="80596"/>
                  <a:pt x="766752" y="84456"/>
                </a:cubicBezTo>
                <a:cubicBezTo>
                  <a:pt x="768868" y="89515"/>
                  <a:pt x="769930" y="96439"/>
                  <a:pt x="771032" y="102368"/>
                </a:cubicBezTo>
                <a:cubicBezTo>
                  <a:pt x="762281" y="114922"/>
                  <a:pt x="761240" y="112640"/>
                  <a:pt x="768339" y="119592"/>
                </a:cubicBezTo>
                <a:lnTo>
                  <a:pt x="776517" y="128680"/>
                </a:lnTo>
                <a:lnTo>
                  <a:pt x="776585" y="130417"/>
                </a:lnTo>
                <a:lnTo>
                  <a:pt x="771953" y="130132"/>
                </a:lnTo>
                <a:cubicBezTo>
                  <a:pt x="769882" y="130005"/>
                  <a:pt x="767979" y="130431"/>
                  <a:pt x="766752" y="133073"/>
                </a:cubicBezTo>
                <a:cubicBezTo>
                  <a:pt x="764976" y="136893"/>
                  <a:pt x="771488" y="140961"/>
                  <a:pt x="771032" y="145866"/>
                </a:cubicBezTo>
                <a:cubicBezTo>
                  <a:pt x="770710" y="149335"/>
                  <a:pt x="767227" y="147573"/>
                  <a:pt x="765324" y="148426"/>
                </a:cubicBezTo>
                <a:cubicBezTo>
                  <a:pt x="767703" y="150131"/>
                  <a:pt x="771419" y="149346"/>
                  <a:pt x="772459" y="153543"/>
                </a:cubicBezTo>
                <a:cubicBezTo>
                  <a:pt x="774846" y="163171"/>
                  <a:pt x="766951" y="186091"/>
                  <a:pt x="765324" y="191925"/>
                </a:cubicBezTo>
                <a:cubicBezTo>
                  <a:pt x="766751" y="193630"/>
                  <a:pt x="767978" y="196069"/>
                  <a:pt x="769605" y="197042"/>
                </a:cubicBezTo>
                <a:cubicBezTo>
                  <a:pt x="779813" y="203143"/>
                  <a:pt x="784506" y="193918"/>
                  <a:pt x="766752" y="209836"/>
                </a:cubicBezTo>
                <a:lnTo>
                  <a:pt x="776740" y="227747"/>
                </a:lnTo>
                <a:cubicBezTo>
                  <a:pt x="776740" y="233777"/>
                  <a:pt x="770081" y="229453"/>
                  <a:pt x="766752" y="230306"/>
                </a:cubicBezTo>
                <a:cubicBezTo>
                  <a:pt x="767703" y="232865"/>
                  <a:pt x="768393" y="235808"/>
                  <a:pt x="769605" y="237982"/>
                </a:cubicBezTo>
                <a:lnTo>
                  <a:pt x="771634" y="242208"/>
                </a:lnTo>
                <a:lnTo>
                  <a:pt x="23007" y="258433"/>
                </a:lnTo>
                <a:lnTo>
                  <a:pt x="17204" y="250373"/>
                </a:lnTo>
                <a:lnTo>
                  <a:pt x="11379" y="247416"/>
                </a:lnTo>
                <a:lnTo>
                  <a:pt x="11224" y="244104"/>
                </a:lnTo>
                <a:lnTo>
                  <a:pt x="21660" y="241132"/>
                </a:lnTo>
                <a:cubicBezTo>
                  <a:pt x="26499" y="239754"/>
                  <a:pt x="30467" y="237770"/>
                  <a:pt x="30957" y="233360"/>
                </a:cubicBezTo>
                <a:cubicBezTo>
                  <a:pt x="32201" y="222164"/>
                  <a:pt x="21226" y="222030"/>
                  <a:pt x="14236" y="222976"/>
                </a:cubicBezTo>
                <a:lnTo>
                  <a:pt x="10267" y="223689"/>
                </a:lnTo>
                <a:lnTo>
                  <a:pt x="10252" y="223385"/>
                </a:lnTo>
                <a:lnTo>
                  <a:pt x="21432" y="219072"/>
                </a:lnTo>
                <a:cubicBezTo>
                  <a:pt x="20638" y="216691"/>
                  <a:pt x="20443" y="214017"/>
                  <a:pt x="19051" y="211928"/>
                </a:cubicBezTo>
                <a:cubicBezTo>
                  <a:pt x="9994" y="198342"/>
                  <a:pt x="4771" y="210732"/>
                  <a:pt x="26195" y="192878"/>
                </a:cubicBezTo>
                <a:cubicBezTo>
                  <a:pt x="24607" y="189703"/>
                  <a:pt x="24127" y="185663"/>
                  <a:pt x="21432" y="183353"/>
                </a:cubicBezTo>
                <a:cubicBezTo>
                  <a:pt x="12361" y="175578"/>
                  <a:pt x="-2956" y="180671"/>
                  <a:pt x="23813" y="176210"/>
                </a:cubicBezTo>
                <a:cubicBezTo>
                  <a:pt x="20638" y="173035"/>
                  <a:pt x="16982" y="170277"/>
                  <a:pt x="14288" y="166685"/>
                </a:cubicBezTo>
                <a:cubicBezTo>
                  <a:pt x="10757" y="161977"/>
                  <a:pt x="8984" y="155533"/>
                  <a:pt x="7145" y="150016"/>
                </a:cubicBezTo>
                <a:cubicBezTo>
                  <a:pt x="21749" y="138333"/>
                  <a:pt x="23487" y="140456"/>
                  <a:pt x="11640" y="133986"/>
                </a:cubicBezTo>
                <a:lnTo>
                  <a:pt x="5893" y="130425"/>
                </a:lnTo>
                <a:lnTo>
                  <a:pt x="5600" y="124177"/>
                </a:lnTo>
                <a:lnTo>
                  <a:pt x="5608" y="124177"/>
                </a:lnTo>
                <a:cubicBezTo>
                  <a:pt x="9065" y="124296"/>
                  <a:pt x="12240" y="123899"/>
                  <a:pt x="14288" y="121441"/>
                </a:cubicBezTo>
                <a:cubicBezTo>
                  <a:pt x="17251" y="117886"/>
                  <a:pt x="6384" y="114100"/>
                  <a:pt x="7145" y="109535"/>
                </a:cubicBezTo>
                <a:cubicBezTo>
                  <a:pt x="7683" y="106307"/>
                  <a:pt x="13495" y="107947"/>
                  <a:pt x="16670" y="107153"/>
                </a:cubicBezTo>
                <a:cubicBezTo>
                  <a:pt x="12701" y="105566"/>
                  <a:pt x="6499" y="106297"/>
                  <a:pt x="4763" y="102391"/>
                </a:cubicBezTo>
                <a:cubicBezTo>
                  <a:pt x="781" y="93431"/>
                  <a:pt x="13955" y="72101"/>
                  <a:pt x="16670" y="66672"/>
                </a:cubicBezTo>
                <a:cubicBezTo>
                  <a:pt x="14289" y="65085"/>
                  <a:pt x="12241" y="62815"/>
                  <a:pt x="9526" y="61910"/>
                </a:cubicBezTo>
                <a:lnTo>
                  <a:pt x="2626" y="60756"/>
                </a:lnTo>
                <a:lnTo>
                  <a:pt x="2383" y="55569"/>
                </a:lnTo>
                <a:lnTo>
                  <a:pt x="14288" y="50003"/>
                </a:lnTo>
                <a:lnTo>
                  <a:pt x="1523" y="37238"/>
                </a:lnTo>
                <a:lnTo>
                  <a:pt x="1258" y="31590"/>
                </a:lnTo>
                <a:lnTo>
                  <a:pt x="3871" y="30337"/>
                </a:lnTo>
                <a:cubicBezTo>
                  <a:pt x="7343" y="30543"/>
                  <a:pt x="11510" y="31350"/>
                  <a:pt x="14288" y="30953"/>
                </a:cubicBezTo>
                <a:cubicBezTo>
                  <a:pt x="12701" y="28572"/>
                  <a:pt x="11549" y="25833"/>
                  <a:pt x="9526" y="23810"/>
                </a:cubicBezTo>
                <a:lnTo>
                  <a:pt x="396" y="13203"/>
                </a:lnTo>
                <a:lnTo>
                  <a:pt x="0" y="4759"/>
                </a:lnTo>
                <a:close/>
              </a:path>
            </a:pathLst>
          </a:cu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66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36153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공유 사이트 </a:t>
            </a:r>
            <a:endParaRPr kumimoji="0" lang="en-US" altLang="ko-KR" sz="60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광고 보기 불편하시죠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그래도 이해해 주세요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~ ^^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사이트 웹 </a:t>
            </a:r>
            <a:r>
              <a:rPr kumimoji="0" lang="ko-KR" altLang="en-US" sz="4000" b="1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호스팅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, </a:t>
            </a: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무료 공유를 가능하게 하거든요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1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사이트는 자료 공유 특성상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상당한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여러분들 핸드폰 데이터 같은 거에요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비즈캠은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달 거의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800GB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가까운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발생하고 데이터 무제한 요금이라도 있는 핸드폰 요금과는 달리 </a:t>
            </a:r>
            <a:endParaRPr kumimoji="0" lang="en-US" altLang="ko-KR" sz="1600" b="0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그에 준하는 비용을 지불합니다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관심 있는 광고를 클릭하셨을 때 배분되는 수익이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웹호스팅을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가능하게 하니까요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부탁드립니다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4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최근 저의 자료를 카페 등에 무단으로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하는 일이 자주 발생하고 있습니다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대해 굉장히 심각한 문제로 받아 들이고 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문제가 반복될 경우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자에 대해서는 그에 대한 책임을 반드시 물을 것입니다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저작권을 존중하지 않는 극히 소수의 사용자로 인해 다수가 피해를 보지 않도록 주의해 주시면 감사하겠으며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자료가 업로드 된 곳이 있다면 저에게 알려주시면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자료를 소개하고자 할 경우에는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사이트로의 링크 처리로만 가능하며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파일 자체를 업로드 하는 것은 불가한 점 유의해 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이익을 취하는 행위 또한 불가합니다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기타 활용 가능 범위는 공유 사이트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-&gt;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수다방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게시판 공지사항 참고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07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623" y="307273"/>
            <a:ext cx="11811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■까칠한 조땡의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팬이 되어주세요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여러분들과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매개로 소통하고자 다양한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활동을 하고 있는데요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요즘은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포털이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과거의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블로그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이웃이라는 시스템 보다는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서비스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소통하고 정보를 제공하는 시스템이 더 강화된 것 같습니다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모바일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환경이 더 강조되는 상황 때문이기도 하겠지요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 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팬이 되어주세요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조금 더 쉽고 빠르게 새로운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자료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팁 들을 만나볼 수 있고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많은 분들과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이야기로 소통할 수 있게 도와주시면 제겐 큰 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동기부여가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주소입니다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이상한 주소 아니에요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^^)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네이버에서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까칠한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검색해 주셔도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팬하기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눌러주시면 감사하겠습니다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2"/>
              </a:rPr>
              <a:t>https://in.naver.com/seok830621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49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8947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사용한 색상은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6131" y="5277393"/>
            <a:ext cx="73024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점선 테두리는 기본 컬러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버전 이상 사용자께서는 스포이트 기능을 이용하시면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편하구요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2010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이하 버전 사용자 께서는 다른 채우기 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사용자 지정 탭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 RGB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 값 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1003B25-919E-F94F-3012-32FAE6F3C1C9}"/>
              </a:ext>
            </a:extLst>
          </p:cNvPr>
          <p:cNvSpPr/>
          <p:nvPr/>
        </p:nvSpPr>
        <p:spPr>
          <a:xfrm>
            <a:off x="3471654" y="1944136"/>
            <a:ext cx="2505511" cy="2505509"/>
          </a:xfrm>
          <a:prstGeom prst="ellipse">
            <a:avLst/>
          </a:prstGeom>
          <a:solidFill>
            <a:srgbClr val="C8EEF9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200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238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249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8A7C89D-404D-DF39-21E7-17BE37432B0E}"/>
              </a:ext>
            </a:extLst>
          </p:cNvPr>
          <p:cNvSpPr/>
          <p:nvPr/>
        </p:nvSpPr>
        <p:spPr>
          <a:xfrm>
            <a:off x="6526260" y="1944135"/>
            <a:ext cx="2505511" cy="2505509"/>
          </a:xfrm>
          <a:prstGeom prst="ellipse">
            <a:avLst/>
          </a:prstGeom>
          <a:solidFill>
            <a:srgbClr val="3CC9D2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60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201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210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25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18" y="306467"/>
            <a:ext cx="62239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주로 사용되는 폰트는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25233" y="1411899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티몬</a:t>
            </a: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몬소리체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굵은 고딕 계열 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 제목에 써요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25233" y="2833995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야놀자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야체</a:t>
            </a:r>
            <a:r>
              <a:rPr kumimoji="0" lang="en-US" altLang="ko-KR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학교안심 나들이</a:t>
            </a:r>
            <a:endParaRPr kumimoji="0" lang="en-US" altLang="ko-KR" sz="1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귀여운 타입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5233" y="4256091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맑은 고딕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주로 본문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0C793-6882-4019-CA85-0A6CA6A2C72C}"/>
              </a:ext>
            </a:extLst>
          </p:cNvPr>
          <p:cNvSpPr/>
          <p:nvPr/>
        </p:nvSpPr>
        <p:spPr>
          <a:xfrm>
            <a:off x="947837" y="5854483"/>
            <a:ext cx="104241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눈누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이용해 폰트 파일 다운로드 받으시면 편합니다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3"/>
              </a:rPr>
              <a:t>https://noonnu.cc/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198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570</Words>
  <Application>Microsoft Office PowerPoint</Application>
  <PresentationFormat>와이드스크린</PresentationFormat>
  <Paragraphs>89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HY견고딕</vt:lpstr>
      <vt:lpstr>Tmon몬소리 Black</vt:lpstr>
      <vt:lpstr>맑은 고딕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현석 조</cp:lastModifiedBy>
  <cp:revision>2</cp:revision>
  <dcterms:created xsi:type="dcterms:W3CDTF">2026-05-10T00:30:10Z</dcterms:created>
  <dcterms:modified xsi:type="dcterms:W3CDTF">2026-05-10T00:34:20Z</dcterms:modified>
</cp:coreProperties>
</file>