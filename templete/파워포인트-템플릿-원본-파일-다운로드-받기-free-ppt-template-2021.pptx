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974" r:id="rId2"/>
    <p:sldId id="2975" r:id="rId3"/>
    <p:sldId id="2976" r:id="rId4"/>
    <p:sldId id="2977" r:id="rId5"/>
    <p:sldId id="2978" r:id="rId6"/>
    <p:sldId id="2719" r:id="rId7"/>
    <p:sldId id="309" r:id="rId8"/>
    <p:sldId id="258" r:id="rId9"/>
    <p:sldId id="260" r:id="rId10"/>
    <p:sldId id="26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8B80"/>
    <a:srgbClr val="8CDCDD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97942-DD65-409B-920B-A863A1220739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DD3F2-702D-4603-AFCB-E58F08E0F1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836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https://noonnu.cc/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0685C8-D900-4E3F-ABCF-6430C28DE35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7DC61-091F-02A0-7161-18FAA16BF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8F6595-A14F-CD9F-E856-2060F2A54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D0231-4934-3B91-34D2-D9520853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3D5AB-4943-7043-A26D-1B7A1AE0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F3BC3D-3AC9-4BD4-CB38-5331DE27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50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2E2E-FFD9-6C8B-9810-66DA9C89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95E69-3EF3-2805-3061-D65F92CB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9A6D3-C412-03E8-00AE-289ACC7C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22542B-45F2-2B49-16A2-09793231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A9EDD-A4E0-A1CA-A1D2-B6153803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86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9FB36-26F8-DE47-246F-465FA2A7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1236ED-8E4E-AB20-2DD4-98738E6C4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120AFA-A7F0-A2BE-C5A5-F95652B3B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81136-843A-1D46-7CAA-67DD007F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809A29-5CE3-1412-94AB-454CBD6B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5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43D33-62DB-22BC-D44D-59E54428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18455-A7CC-DDEB-22CB-3FB26310D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039C46-BC33-DE7E-BB16-3362234DD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11B4D8-A584-65A6-6BB1-B485C74F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BBD4C6-6DDB-D1F9-CA9D-500CD04A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80798C-9DA5-37B6-96B9-D3CA3D58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13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CF0DA-77D9-866A-D9F4-18751BDB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5C672C-5B16-4835-0BAF-52210465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CAFBE-D8B2-B05D-C389-F57A8DC31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0BB961-D4BE-DB96-9BC8-3F628A8FC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B1C07C-08B0-D364-1498-1C317E311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C4B300-4A21-05BB-9768-611D79CB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DB3C60-E533-52C0-463E-0199037D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BF4D76-9411-F160-65D4-634C16A3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06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A16D1-7158-66D8-80B9-64847F2A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E1E9A4-7D96-D381-FD9E-B9D94D57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3684A4-61D5-49D7-B261-D075D706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98A735-C3ED-1CB6-2444-26428862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873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C2B7FD-10D0-0A2D-31C4-5EF487D6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0EE45E-57C1-12CD-26D3-EAF50C18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17D219-49CE-1626-0727-5CAF0A0E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30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13D87-FB2C-7349-C54C-549FEE60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13D83-7941-7E79-0CD3-0AD6190C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120C0-C333-71CC-F5D4-F8250B9E3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07B20-B889-7C8B-DBF8-0AD3833C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CBD19F-69E8-B81D-84FC-C9DF0C70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BCD24A-7A06-6415-1896-2258BBAF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48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CEC66-B560-9AA1-0A06-0F881417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1F5F2F-53AE-5ADE-8331-2AF4BAF60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A8CAC-26D1-EC5B-4B05-5974B31B3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438989-E075-55A4-409B-84272347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E40B9C-2333-DAF8-BFF5-2B5B644C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B2BDA-77E1-ADE9-4429-CF72531E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27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A5098-C8C8-17A2-0CA8-22144F50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6A4AD3-2147-B4AA-4612-C8BF90875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66672-CA18-EAE2-64B2-0B5D41D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AF6AE-5100-EDE6-E443-AC7F04B0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05875-BD3B-E01F-DA13-62C9F340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03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135FEC-3ED9-85EC-EAEB-3B8C9BF65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77C6C8-4BCA-5599-2C98-49A21E99F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72A0B-9260-AAAC-E3C3-9C0F4E7A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EF269-8EEC-FE9B-E139-AC144C6B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FFBD8-29CA-FE99-683A-6206D0D3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82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D4B5B9-93B7-DCB6-85A3-F738969F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F60383-C5F4-0868-BD8E-5BC0D57F2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E859B1-D5D0-929E-B6AC-89C69EF66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BE7B6-A38B-417D-9EB5-A26D3C843B8F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9A4B2-C455-069A-A418-9AE2F3DD7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7F995-3DCC-C6E3-8570-8B37EEA4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08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n.naver.com/seok83062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oonnu.cc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C8EEF9"/>
          </a:fgClr>
          <a:bgClr>
            <a:srgbClr val="8CDCDD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FEC19-4469-B617-631D-68D8F649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7B3C944-2A2A-BF4C-2324-05656B10497F}"/>
              </a:ext>
            </a:extLst>
          </p:cNvPr>
          <p:cNvSpPr/>
          <p:nvPr/>
        </p:nvSpPr>
        <p:spPr>
          <a:xfrm>
            <a:off x="3055891" y="2495943"/>
            <a:ext cx="6070226" cy="1144014"/>
          </a:xfrm>
          <a:prstGeom prst="roundRect">
            <a:avLst>
              <a:gd name="adj" fmla="val 50000"/>
            </a:avLst>
          </a:prstGeom>
          <a:pattFill prst="dotGrid">
            <a:fgClr>
              <a:srgbClr val="C8EEF9"/>
            </a:fgClr>
            <a:bgClr>
              <a:schemeClr val="bg1"/>
            </a:bgClr>
          </a:pattFill>
          <a:ln>
            <a:solidFill>
              <a:srgbClr val="198B80"/>
            </a:solidFill>
          </a:ln>
          <a:effectLst>
            <a:outerShdw dist="76200" dir="3000000" algn="t" rotWithShape="0">
              <a:srgbClr val="FFCCCC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FCCCC"/>
                  </a:outerShdw>
                </a:effectLst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파워포인트 템플릿</a:t>
            </a:r>
            <a:endParaRPr kumimoji="0" lang="en-US" altLang="ko-KR" sz="4400" b="1" i="0" u="none" strike="noStrike" kern="0" cap="none" spc="0" normalizeH="0" baseline="0" noProof="0" dirty="0">
              <a:ln w="12700">
                <a:solidFill>
                  <a:srgbClr val="198B80"/>
                </a:solidFill>
              </a:ln>
              <a:solidFill>
                <a:srgbClr val="8CDCDD"/>
              </a:solidFill>
              <a:effectLst>
                <a:outerShdw dist="63500" dir="2700000" algn="tl" rotWithShape="0">
                  <a:srgbClr val="FFCCCC"/>
                </a:outerShdw>
              </a:effectLst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A8C7E1-9D3B-4C63-F61B-1BB7F9996393}"/>
              </a:ext>
            </a:extLst>
          </p:cNvPr>
          <p:cNvSpPr/>
          <p:nvPr/>
        </p:nvSpPr>
        <p:spPr>
          <a:xfrm>
            <a:off x="3129382" y="2581667"/>
            <a:ext cx="5933235" cy="990599"/>
          </a:xfrm>
          <a:prstGeom prst="roundRect">
            <a:avLst>
              <a:gd name="adj" fmla="val 50000"/>
            </a:avLst>
          </a:prstGeom>
          <a:noFill/>
          <a:ln>
            <a:solidFill>
              <a:srgbClr val="198B80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A16C246-3F6E-3BD3-269D-2D70FE78AA14}"/>
              </a:ext>
            </a:extLst>
          </p:cNvPr>
          <p:cNvGrpSpPr/>
          <p:nvPr/>
        </p:nvGrpSpPr>
        <p:grpSpPr>
          <a:xfrm>
            <a:off x="5570246" y="2056808"/>
            <a:ext cx="1066916" cy="160476"/>
            <a:chOff x="322875" y="502265"/>
            <a:chExt cx="1066916" cy="16047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7CB32D08-89BB-F5A9-4F63-634D2FAE3655}"/>
                </a:ext>
              </a:extLst>
            </p:cNvPr>
            <p:cNvSpPr/>
            <p:nvPr/>
          </p:nvSpPr>
          <p:spPr>
            <a:xfrm>
              <a:off x="1228209" y="502265"/>
              <a:ext cx="161582" cy="1604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3943C9E-E237-342C-BFA3-B9D3B6F45043}"/>
                </a:ext>
              </a:extLst>
            </p:cNvPr>
            <p:cNvSpPr/>
            <p:nvPr/>
          </p:nvSpPr>
          <p:spPr>
            <a:xfrm>
              <a:off x="322875" y="502265"/>
              <a:ext cx="161582" cy="1604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7E3FBF0-76D4-A006-CD87-23C308B101B7}"/>
                </a:ext>
              </a:extLst>
            </p:cNvPr>
            <p:cNvSpPr/>
            <p:nvPr/>
          </p:nvSpPr>
          <p:spPr>
            <a:xfrm>
              <a:off x="386571" y="544313"/>
              <a:ext cx="936000" cy="76379"/>
            </a:xfrm>
            <a:prstGeom prst="roundRect">
              <a:avLst>
                <a:gd name="adj" fmla="val 50000"/>
              </a:avLst>
            </a:prstGeom>
            <a:solidFill>
              <a:srgbClr val="FFCCCC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888610-75B9-002D-D378-7C2A47CAAD6F}"/>
              </a:ext>
            </a:extLst>
          </p:cNvPr>
          <p:cNvSpPr/>
          <p:nvPr/>
        </p:nvSpPr>
        <p:spPr>
          <a:xfrm>
            <a:off x="4069012" y="3860446"/>
            <a:ext cx="406389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4000" algn="l"/>
                <a:tab pos="2419350" algn="l"/>
              </a:tabLst>
              <a:defRPr/>
            </a:pPr>
            <a:r>
              <a:rPr kumimoji="0" lang="en-US" altLang="ko-KR" sz="1050" b="0" i="0" u="none" strike="noStrike" kern="0" cap="none" spc="0" normalizeH="0" baseline="0" noProof="0" dirty="0">
                <a:ln w="158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8902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C8EEF9"/>
          </a:fgClr>
          <a:bgClr>
            <a:srgbClr val="8CDCDD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85590-94F7-749B-8C5E-F4DF6F3EB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E8E98D-93FC-F08D-E416-827C6EEAD0CD}"/>
              </a:ext>
            </a:extLst>
          </p:cNvPr>
          <p:cNvSpPr/>
          <p:nvPr/>
        </p:nvSpPr>
        <p:spPr>
          <a:xfrm>
            <a:off x="-377826" y="190324"/>
            <a:ext cx="1087323" cy="6628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98B80"/>
            </a:solidFill>
          </a:ln>
          <a:effectLst>
            <a:outerShdw dist="50800" dir="3000000" algn="t" rotWithShape="0">
              <a:srgbClr val="FFCCCC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1" i="0" u="none" strike="noStrike" kern="0" cap="none" spc="0" normalizeH="0" baseline="0" noProof="0" dirty="0">
              <a:ln w="12700">
                <a:solidFill>
                  <a:srgbClr val="198B80"/>
                </a:solidFill>
              </a:ln>
              <a:solidFill>
                <a:srgbClr val="8CDCDD"/>
              </a:solidFill>
              <a:effectLst>
                <a:outerShdw dist="63500" dir="2700000" algn="tl" rotWithShape="0">
                  <a:srgbClr val="FFCCCC"/>
                </a:outerShdw>
              </a:effectLst>
              <a:uLnTx/>
              <a:uFillTx/>
              <a:latin typeface="국민연금체 ExtraBold" pitchFamily="2" charset="-127"/>
              <a:ea typeface="국민연금체 ExtraBold" pitchFamily="2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709CC19-E006-B123-C628-6A80F785FCE6}"/>
              </a:ext>
            </a:extLst>
          </p:cNvPr>
          <p:cNvSpPr/>
          <p:nvPr/>
        </p:nvSpPr>
        <p:spPr>
          <a:xfrm>
            <a:off x="-327025" y="252769"/>
            <a:ext cx="975357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198B80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FCCCC"/>
                  </a:outerShdw>
                </a:effectLst>
                <a:uLnTx/>
                <a:uFillTx/>
                <a:latin typeface="맑은 고딕" panose="020F0502020204030204"/>
                <a:ea typeface="국민연금체 ExtraBold" pitchFamily="2" charset="-127"/>
                <a:cs typeface="+mn-cs"/>
              </a:rPr>
              <a:t>１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39A8183-A25D-1347-AF6B-A1479811BCE1}"/>
              </a:ext>
            </a:extLst>
          </p:cNvPr>
          <p:cNvSpPr/>
          <p:nvPr/>
        </p:nvSpPr>
        <p:spPr>
          <a:xfrm>
            <a:off x="859517" y="190324"/>
            <a:ext cx="11056258" cy="6628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98B80"/>
            </a:solidFill>
          </a:ln>
          <a:effectLst>
            <a:outerShdw dist="50800" dir="3000000" algn="t" rotWithShape="0">
              <a:srgbClr val="FFCCCC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FCCCC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rPr>
              <a:t>PPT PRESENTATION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A65647B-0275-42A8-8E64-23E0BD4BDA2C}"/>
              </a:ext>
            </a:extLst>
          </p:cNvPr>
          <p:cNvSpPr/>
          <p:nvPr/>
        </p:nvSpPr>
        <p:spPr>
          <a:xfrm>
            <a:off x="936624" y="252769"/>
            <a:ext cx="10909007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198B80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87F916BA-8574-0138-6EC7-FF9B2DA0E811}"/>
              </a:ext>
            </a:extLst>
          </p:cNvPr>
          <p:cNvSpPr/>
          <p:nvPr/>
        </p:nvSpPr>
        <p:spPr>
          <a:xfrm>
            <a:off x="3038780" y="2070100"/>
            <a:ext cx="3362020" cy="2949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198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야놀자 야체 B" panose="02020603020101020101" pitchFamily="18" charset="-127"/>
              <a:ea typeface="야놀자 야체 B" panose="02020603020101020101" pitchFamily="18" charset="-127"/>
              <a:cs typeface="+mn-cs"/>
            </a:endParaRPr>
          </a:p>
        </p:txBody>
      </p:sp>
      <p:sp>
        <p:nvSpPr>
          <p:cNvPr id="14" name="모서리가 둥근 직사각형 5">
            <a:extLst>
              <a:ext uri="{FF2B5EF4-FFF2-40B4-BE49-F238E27FC236}">
                <a16:creationId xmlns:a16="http://schemas.microsoft.com/office/drawing/2014/main" id="{034CA60F-30AD-85B9-606D-B601E1D514C8}"/>
              </a:ext>
            </a:extLst>
          </p:cNvPr>
          <p:cNvSpPr/>
          <p:nvPr/>
        </p:nvSpPr>
        <p:spPr>
          <a:xfrm>
            <a:off x="3038780" y="2070100"/>
            <a:ext cx="2580970" cy="294942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198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98B80"/>
                </a:solidFill>
                <a:effectLst/>
                <a:uLnTx/>
                <a:uFillTx/>
                <a:latin typeface="야놀자 야체 B" panose="02020603020101020101" pitchFamily="18" charset="-127"/>
                <a:ea typeface="야놀자 야체 B" panose="02020603020101020101" pitchFamily="18" charset="-127"/>
                <a:cs typeface="+mn-cs"/>
              </a:rPr>
              <a:t>78%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98B80"/>
              </a:solidFill>
              <a:effectLst/>
              <a:uLnTx/>
              <a:uFillTx/>
              <a:latin typeface="야놀자 야체 B" panose="02020603020101020101" pitchFamily="18" charset="-127"/>
              <a:ea typeface="야놀자 야체 B" panose="02020603020101020101" pitchFamily="18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FDDFD0C-F215-8B02-ED31-0E91D5850CB5}"/>
              </a:ext>
            </a:extLst>
          </p:cNvPr>
          <p:cNvSpPr/>
          <p:nvPr/>
        </p:nvSpPr>
        <p:spPr>
          <a:xfrm>
            <a:off x="7275372" y="1698460"/>
            <a:ext cx="3486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661BAAD-C33F-14A1-18F3-AD69424871AE}"/>
              </a:ext>
            </a:extLst>
          </p:cNvPr>
          <p:cNvCxnSpPr/>
          <p:nvPr/>
        </p:nvCxnSpPr>
        <p:spPr>
          <a:xfrm flipH="1">
            <a:off x="5925561" y="2212121"/>
            <a:ext cx="1044000" cy="0"/>
          </a:xfrm>
          <a:prstGeom prst="line">
            <a:avLst/>
          </a:prstGeom>
          <a:ln w="19050">
            <a:solidFill>
              <a:srgbClr val="198B80"/>
            </a:solidFill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51D41628-1D8A-AC45-E0F7-BF1AF12EB3F2}"/>
              </a:ext>
            </a:extLst>
          </p:cNvPr>
          <p:cNvGraphicFramePr>
            <a:graphicFrameLocks noGrp="1"/>
          </p:cNvGraphicFramePr>
          <p:nvPr/>
        </p:nvGraphicFramePr>
        <p:xfrm>
          <a:off x="3038780" y="2570563"/>
          <a:ext cx="3362020" cy="17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888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모서리가 둥근 직사각형 10">
            <a:extLst>
              <a:ext uri="{FF2B5EF4-FFF2-40B4-BE49-F238E27FC236}">
                <a16:creationId xmlns:a16="http://schemas.microsoft.com/office/drawing/2014/main" id="{34C3046D-A921-188E-E33A-E3A50269454B}"/>
              </a:ext>
            </a:extLst>
          </p:cNvPr>
          <p:cNvSpPr/>
          <p:nvPr/>
        </p:nvSpPr>
        <p:spPr>
          <a:xfrm>
            <a:off x="3038780" y="3565859"/>
            <a:ext cx="3362020" cy="2949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198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야놀자 야체 B" panose="02020603020101020101" pitchFamily="18" charset="-127"/>
              <a:ea typeface="야놀자 야체 B" panose="02020603020101020101" pitchFamily="18" charset="-127"/>
              <a:cs typeface="+mn-cs"/>
            </a:endParaRPr>
          </a:p>
        </p:txBody>
      </p:sp>
      <p:sp>
        <p:nvSpPr>
          <p:cNvPr id="19" name="모서리가 둥근 직사각형 11">
            <a:extLst>
              <a:ext uri="{FF2B5EF4-FFF2-40B4-BE49-F238E27FC236}">
                <a16:creationId xmlns:a16="http://schemas.microsoft.com/office/drawing/2014/main" id="{C8588117-7721-8126-2888-4B73FCB6B629}"/>
              </a:ext>
            </a:extLst>
          </p:cNvPr>
          <p:cNvSpPr/>
          <p:nvPr/>
        </p:nvSpPr>
        <p:spPr>
          <a:xfrm>
            <a:off x="3038780" y="3565859"/>
            <a:ext cx="2580970" cy="294942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198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98B80"/>
                </a:solidFill>
                <a:effectLst/>
                <a:uLnTx/>
                <a:uFillTx/>
                <a:latin typeface="야놀자 야체 B" panose="02020603020101020101" pitchFamily="18" charset="-127"/>
                <a:ea typeface="야놀자 야체 B" panose="02020603020101020101" pitchFamily="18" charset="-127"/>
                <a:cs typeface="+mn-cs"/>
              </a:rPr>
              <a:t>78%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98B80"/>
              </a:solidFill>
              <a:effectLst/>
              <a:uLnTx/>
              <a:uFillTx/>
              <a:latin typeface="야놀자 야체 B" panose="02020603020101020101" pitchFamily="18" charset="-127"/>
              <a:ea typeface="야놀자 야체 B" panose="02020603020101020101" pitchFamily="18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7D568D-0BC0-F254-86D4-C477524FE4BC}"/>
              </a:ext>
            </a:extLst>
          </p:cNvPr>
          <p:cNvSpPr/>
          <p:nvPr/>
        </p:nvSpPr>
        <p:spPr>
          <a:xfrm>
            <a:off x="7275372" y="3194219"/>
            <a:ext cx="3486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EA35E75-8FC3-4002-EDCA-8B6B20E558D6}"/>
              </a:ext>
            </a:extLst>
          </p:cNvPr>
          <p:cNvCxnSpPr/>
          <p:nvPr/>
        </p:nvCxnSpPr>
        <p:spPr>
          <a:xfrm flipH="1">
            <a:off x="5925561" y="3707880"/>
            <a:ext cx="1044000" cy="0"/>
          </a:xfrm>
          <a:prstGeom prst="line">
            <a:avLst/>
          </a:prstGeom>
          <a:ln w="19050">
            <a:solidFill>
              <a:srgbClr val="198B80"/>
            </a:solidFill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B284D4C-1036-79AF-45A7-D61B87691058}"/>
              </a:ext>
            </a:extLst>
          </p:cNvPr>
          <p:cNvGraphicFramePr>
            <a:graphicFrameLocks noGrp="1"/>
          </p:cNvGraphicFramePr>
          <p:nvPr/>
        </p:nvGraphicFramePr>
        <p:xfrm>
          <a:off x="3038780" y="4066322"/>
          <a:ext cx="3362020" cy="17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888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모서리가 둥근 직사각형 15">
            <a:extLst>
              <a:ext uri="{FF2B5EF4-FFF2-40B4-BE49-F238E27FC236}">
                <a16:creationId xmlns:a16="http://schemas.microsoft.com/office/drawing/2014/main" id="{7CC1C612-6FBC-47F1-818B-5875835E4F6D}"/>
              </a:ext>
            </a:extLst>
          </p:cNvPr>
          <p:cNvSpPr/>
          <p:nvPr/>
        </p:nvSpPr>
        <p:spPr>
          <a:xfrm>
            <a:off x="3038780" y="5061618"/>
            <a:ext cx="3362020" cy="2949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198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야놀자 야체 B" panose="02020603020101020101" pitchFamily="18" charset="-127"/>
              <a:ea typeface="야놀자 야체 B" panose="02020603020101020101" pitchFamily="18" charset="-127"/>
              <a:cs typeface="+mn-cs"/>
            </a:endParaRPr>
          </a:p>
        </p:txBody>
      </p:sp>
      <p:sp>
        <p:nvSpPr>
          <p:cNvPr id="24" name="모서리가 둥근 직사각형 16">
            <a:extLst>
              <a:ext uri="{FF2B5EF4-FFF2-40B4-BE49-F238E27FC236}">
                <a16:creationId xmlns:a16="http://schemas.microsoft.com/office/drawing/2014/main" id="{95BEBA67-019D-192C-9737-8A17774FBEC4}"/>
              </a:ext>
            </a:extLst>
          </p:cNvPr>
          <p:cNvSpPr/>
          <p:nvPr/>
        </p:nvSpPr>
        <p:spPr>
          <a:xfrm>
            <a:off x="3038780" y="5061618"/>
            <a:ext cx="2580970" cy="294942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198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98B80"/>
                </a:solidFill>
                <a:effectLst/>
                <a:uLnTx/>
                <a:uFillTx/>
                <a:latin typeface="야놀자 야체 B" panose="02020603020101020101" pitchFamily="18" charset="-127"/>
                <a:ea typeface="야놀자 야체 B" panose="02020603020101020101" pitchFamily="18" charset="-127"/>
                <a:cs typeface="+mn-cs"/>
              </a:rPr>
              <a:t>78%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98B80"/>
              </a:solidFill>
              <a:effectLst/>
              <a:uLnTx/>
              <a:uFillTx/>
              <a:latin typeface="야놀자 야체 B" panose="02020603020101020101" pitchFamily="18" charset="-127"/>
              <a:ea typeface="야놀자 야체 B" panose="02020603020101020101" pitchFamily="18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2689B0F-E8DB-0651-95CE-8CEFD49F66C1}"/>
              </a:ext>
            </a:extLst>
          </p:cNvPr>
          <p:cNvSpPr/>
          <p:nvPr/>
        </p:nvSpPr>
        <p:spPr>
          <a:xfrm>
            <a:off x="7275372" y="4689978"/>
            <a:ext cx="34865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AF04D3B-F508-53DC-2001-19E7F20A75B9}"/>
              </a:ext>
            </a:extLst>
          </p:cNvPr>
          <p:cNvCxnSpPr/>
          <p:nvPr/>
        </p:nvCxnSpPr>
        <p:spPr>
          <a:xfrm flipH="1">
            <a:off x="5925561" y="5203639"/>
            <a:ext cx="1044000" cy="0"/>
          </a:xfrm>
          <a:prstGeom prst="line">
            <a:avLst/>
          </a:prstGeom>
          <a:ln w="19050">
            <a:solidFill>
              <a:srgbClr val="198B80"/>
            </a:solidFill>
            <a:prstDash val="sys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E05AA64-4939-D9E1-B7CF-61F5C9D1E4BB}"/>
              </a:ext>
            </a:extLst>
          </p:cNvPr>
          <p:cNvGraphicFramePr>
            <a:graphicFrameLocks noGrp="1"/>
          </p:cNvGraphicFramePr>
          <p:nvPr/>
        </p:nvGraphicFramePr>
        <p:xfrm>
          <a:off x="3038780" y="5562081"/>
          <a:ext cx="3362020" cy="17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2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888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80%</a:t>
                      </a:r>
                      <a:endParaRPr lang="ko-KR" altLang="en-US" sz="5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3600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8" name="Group 19">
            <a:extLst>
              <a:ext uri="{FF2B5EF4-FFF2-40B4-BE49-F238E27FC236}">
                <a16:creationId xmlns:a16="http://schemas.microsoft.com/office/drawing/2014/main" id="{2F68B244-A662-7490-EA44-5B343182A33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18226" y="1793079"/>
            <a:ext cx="949708" cy="949708"/>
            <a:chOff x="2349" y="2828"/>
            <a:chExt cx="1784" cy="1784"/>
          </a:xfrm>
        </p:grpSpPr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866ACC56-ADE8-DFEC-E672-0066D155F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" y="3316"/>
              <a:ext cx="985" cy="1268"/>
            </a:xfrm>
            <a:custGeom>
              <a:avLst/>
              <a:gdLst>
                <a:gd name="T0" fmla="*/ 0 w 4921"/>
                <a:gd name="T1" fmla="*/ 6342 h 6342"/>
                <a:gd name="T2" fmla="*/ 4364 w 4921"/>
                <a:gd name="T3" fmla="*/ 6342 h 6342"/>
                <a:gd name="T4" fmla="*/ 4392 w 4921"/>
                <a:gd name="T5" fmla="*/ 6342 h 6342"/>
                <a:gd name="T6" fmla="*/ 4448 w 4921"/>
                <a:gd name="T7" fmla="*/ 6336 h 6342"/>
                <a:gd name="T8" fmla="*/ 4503 w 4921"/>
                <a:gd name="T9" fmla="*/ 6325 h 6342"/>
                <a:gd name="T10" fmla="*/ 4555 w 4921"/>
                <a:gd name="T11" fmla="*/ 6309 h 6342"/>
                <a:gd name="T12" fmla="*/ 4605 w 4921"/>
                <a:gd name="T13" fmla="*/ 6288 h 6342"/>
                <a:gd name="T14" fmla="*/ 4652 w 4921"/>
                <a:gd name="T15" fmla="*/ 6261 h 6342"/>
                <a:gd name="T16" fmla="*/ 4697 w 4921"/>
                <a:gd name="T17" fmla="*/ 6231 h 6342"/>
                <a:gd name="T18" fmla="*/ 4738 w 4921"/>
                <a:gd name="T19" fmla="*/ 6197 h 6342"/>
                <a:gd name="T20" fmla="*/ 4777 w 4921"/>
                <a:gd name="T21" fmla="*/ 6159 h 6342"/>
                <a:gd name="T22" fmla="*/ 4810 w 4921"/>
                <a:gd name="T23" fmla="*/ 6118 h 6342"/>
                <a:gd name="T24" fmla="*/ 4840 w 4921"/>
                <a:gd name="T25" fmla="*/ 6073 h 6342"/>
                <a:gd name="T26" fmla="*/ 4867 w 4921"/>
                <a:gd name="T27" fmla="*/ 6026 h 6342"/>
                <a:gd name="T28" fmla="*/ 4888 w 4921"/>
                <a:gd name="T29" fmla="*/ 5976 h 6342"/>
                <a:gd name="T30" fmla="*/ 4904 w 4921"/>
                <a:gd name="T31" fmla="*/ 5924 h 6342"/>
                <a:gd name="T32" fmla="*/ 4915 w 4921"/>
                <a:gd name="T33" fmla="*/ 5869 h 6342"/>
                <a:gd name="T34" fmla="*/ 4921 w 4921"/>
                <a:gd name="T35" fmla="*/ 5813 h 6342"/>
                <a:gd name="T36" fmla="*/ 4921 w 4921"/>
                <a:gd name="T37" fmla="*/ 5785 h 6342"/>
                <a:gd name="T38" fmla="*/ 4921 w 4921"/>
                <a:gd name="T39" fmla="*/ 0 h 6342"/>
                <a:gd name="T40" fmla="*/ 558 w 4921"/>
                <a:gd name="T41" fmla="*/ 0 h 6342"/>
                <a:gd name="T42" fmla="*/ 558 w 4921"/>
                <a:gd name="T43" fmla="*/ 5785 h 6342"/>
                <a:gd name="T44" fmla="*/ 558 w 4921"/>
                <a:gd name="T45" fmla="*/ 5813 h 6342"/>
                <a:gd name="T46" fmla="*/ 551 w 4921"/>
                <a:gd name="T47" fmla="*/ 5869 h 6342"/>
                <a:gd name="T48" fmla="*/ 540 w 4921"/>
                <a:gd name="T49" fmla="*/ 5924 h 6342"/>
                <a:gd name="T50" fmla="*/ 524 w 4921"/>
                <a:gd name="T51" fmla="*/ 5976 h 6342"/>
                <a:gd name="T52" fmla="*/ 502 w 4921"/>
                <a:gd name="T53" fmla="*/ 6026 h 6342"/>
                <a:gd name="T54" fmla="*/ 477 w 4921"/>
                <a:gd name="T55" fmla="*/ 6073 h 6342"/>
                <a:gd name="T56" fmla="*/ 447 w 4921"/>
                <a:gd name="T57" fmla="*/ 6118 h 6342"/>
                <a:gd name="T58" fmla="*/ 412 w 4921"/>
                <a:gd name="T59" fmla="*/ 6159 h 6342"/>
                <a:gd name="T60" fmla="*/ 375 w 4921"/>
                <a:gd name="T61" fmla="*/ 6197 h 6342"/>
                <a:gd name="T62" fmla="*/ 333 w 4921"/>
                <a:gd name="T63" fmla="*/ 6231 h 6342"/>
                <a:gd name="T64" fmla="*/ 289 w 4921"/>
                <a:gd name="T65" fmla="*/ 6261 h 6342"/>
                <a:gd name="T66" fmla="*/ 241 w 4921"/>
                <a:gd name="T67" fmla="*/ 6288 h 6342"/>
                <a:gd name="T68" fmla="*/ 192 w 4921"/>
                <a:gd name="T69" fmla="*/ 6309 h 6342"/>
                <a:gd name="T70" fmla="*/ 139 w 4921"/>
                <a:gd name="T71" fmla="*/ 6325 h 6342"/>
                <a:gd name="T72" fmla="*/ 85 w 4921"/>
                <a:gd name="T73" fmla="*/ 6336 h 6342"/>
                <a:gd name="T74" fmla="*/ 29 w 4921"/>
                <a:gd name="T75" fmla="*/ 6342 h 6342"/>
                <a:gd name="T76" fmla="*/ 0 w 4921"/>
                <a:gd name="T77" fmla="*/ 6342 h 6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921" h="6342">
                  <a:moveTo>
                    <a:pt x="0" y="6342"/>
                  </a:moveTo>
                  <a:lnTo>
                    <a:pt x="4364" y="6342"/>
                  </a:lnTo>
                  <a:lnTo>
                    <a:pt x="4392" y="6342"/>
                  </a:lnTo>
                  <a:lnTo>
                    <a:pt x="4448" y="6336"/>
                  </a:lnTo>
                  <a:lnTo>
                    <a:pt x="4503" y="6325"/>
                  </a:lnTo>
                  <a:lnTo>
                    <a:pt x="4555" y="6309"/>
                  </a:lnTo>
                  <a:lnTo>
                    <a:pt x="4605" y="6288"/>
                  </a:lnTo>
                  <a:lnTo>
                    <a:pt x="4652" y="6261"/>
                  </a:lnTo>
                  <a:lnTo>
                    <a:pt x="4697" y="6231"/>
                  </a:lnTo>
                  <a:lnTo>
                    <a:pt x="4738" y="6197"/>
                  </a:lnTo>
                  <a:lnTo>
                    <a:pt x="4777" y="6159"/>
                  </a:lnTo>
                  <a:lnTo>
                    <a:pt x="4810" y="6118"/>
                  </a:lnTo>
                  <a:lnTo>
                    <a:pt x="4840" y="6073"/>
                  </a:lnTo>
                  <a:lnTo>
                    <a:pt x="4867" y="6026"/>
                  </a:lnTo>
                  <a:lnTo>
                    <a:pt x="4888" y="5976"/>
                  </a:lnTo>
                  <a:lnTo>
                    <a:pt x="4904" y="5924"/>
                  </a:lnTo>
                  <a:lnTo>
                    <a:pt x="4915" y="5869"/>
                  </a:lnTo>
                  <a:lnTo>
                    <a:pt x="4921" y="5813"/>
                  </a:lnTo>
                  <a:lnTo>
                    <a:pt x="4921" y="5785"/>
                  </a:lnTo>
                  <a:lnTo>
                    <a:pt x="4921" y="0"/>
                  </a:lnTo>
                  <a:lnTo>
                    <a:pt x="558" y="0"/>
                  </a:lnTo>
                  <a:lnTo>
                    <a:pt x="558" y="5785"/>
                  </a:lnTo>
                  <a:lnTo>
                    <a:pt x="558" y="5813"/>
                  </a:lnTo>
                  <a:lnTo>
                    <a:pt x="551" y="5869"/>
                  </a:lnTo>
                  <a:lnTo>
                    <a:pt x="540" y="5924"/>
                  </a:lnTo>
                  <a:lnTo>
                    <a:pt x="524" y="5976"/>
                  </a:lnTo>
                  <a:lnTo>
                    <a:pt x="502" y="6026"/>
                  </a:lnTo>
                  <a:lnTo>
                    <a:pt x="477" y="6073"/>
                  </a:lnTo>
                  <a:lnTo>
                    <a:pt x="447" y="6118"/>
                  </a:lnTo>
                  <a:lnTo>
                    <a:pt x="412" y="6159"/>
                  </a:lnTo>
                  <a:lnTo>
                    <a:pt x="375" y="6197"/>
                  </a:lnTo>
                  <a:lnTo>
                    <a:pt x="333" y="6231"/>
                  </a:lnTo>
                  <a:lnTo>
                    <a:pt x="289" y="6261"/>
                  </a:lnTo>
                  <a:lnTo>
                    <a:pt x="241" y="6288"/>
                  </a:lnTo>
                  <a:lnTo>
                    <a:pt x="192" y="6309"/>
                  </a:lnTo>
                  <a:lnTo>
                    <a:pt x="139" y="6325"/>
                  </a:lnTo>
                  <a:lnTo>
                    <a:pt x="85" y="6336"/>
                  </a:lnTo>
                  <a:lnTo>
                    <a:pt x="29" y="6342"/>
                  </a:lnTo>
                  <a:lnTo>
                    <a:pt x="0" y="63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DF559C97-D48F-7D12-ABD9-C68775D32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427"/>
              <a:ext cx="650" cy="10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9A11E8EF-C86E-AA4E-6D29-F532FBDB6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3890"/>
              <a:ext cx="523" cy="693"/>
            </a:xfrm>
            <a:custGeom>
              <a:avLst/>
              <a:gdLst>
                <a:gd name="T0" fmla="*/ 2411 w 2614"/>
                <a:gd name="T1" fmla="*/ 3178 h 3465"/>
                <a:gd name="T2" fmla="*/ 1910 w 2614"/>
                <a:gd name="T3" fmla="*/ 3429 h 3465"/>
                <a:gd name="T4" fmla="*/ 1878 w 2614"/>
                <a:gd name="T5" fmla="*/ 3444 h 3465"/>
                <a:gd name="T6" fmla="*/ 1811 w 2614"/>
                <a:gd name="T7" fmla="*/ 3462 h 3465"/>
                <a:gd name="T8" fmla="*/ 1742 w 2614"/>
                <a:gd name="T9" fmla="*/ 3465 h 3465"/>
                <a:gd name="T10" fmla="*/ 1674 w 2614"/>
                <a:gd name="T11" fmla="*/ 3456 h 3465"/>
                <a:gd name="T12" fmla="*/ 1610 w 2614"/>
                <a:gd name="T13" fmla="*/ 3435 h 3465"/>
                <a:gd name="T14" fmla="*/ 1549 w 2614"/>
                <a:gd name="T15" fmla="*/ 3403 h 3465"/>
                <a:gd name="T16" fmla="*/ 1496 w 2614"/>
                <a:gd name="T17" fmla="*/ 3360 h 3465"/>
                <a:gd name="T18" fmla="*/ 1453 w 2614"/>
                <a:gd name="T19" fmla="*/ 3307 h 3465"/>
                <a:gd name="T20" fmla="*/ 1436 w 2614"/>
                <a:gd name="T21" fmla="*/ 3277 h 3465"/>
                <a:gd name="T22" fmla="*/ 0 w 2614"/>
                <a:gd name="T23" fmla="*/ 572 h 3465"/>
                <a:gd name="T24" fmla="*/ 1130 w 2614"/>
                <a:gd name="T25" fmla="*/ 0 h 3465"/>
                <a:gd name="T26" fmla="*/ 2579 w 2614"/>
                <a:gd name="T27" fmla="*/ 2718 h 3465"/>
                <a:gd name="T28" fmla="*/ 2593 w 2614"/>
                <a:gd name="T29" fmla="*/ 2748 h 3465"/>
                <a:gd name="T30" fmla="*/ 2611 w 2614"/>
                <a:gd name="T31" fmla="*/ 2810 h 3465"/>
                <a:gd name="T32" fmla="*/ 2614 w 2614"/>
                <a:gd name="T33" fmla="*/ 2876 h 3465"/>
                <a:gd name="T34" fmla="*/ 2605 w 2614"/>
                <a:gd name="T35" fmla="*/ 2942 h 3465"/>
                <a:gd name="T36" fmla="*/ 2583 w 2614"/>
                <a:gd name="T37" fmla="*/ 3007 h 3465"/>
                <a:gd name="T38" fmla="*/ 2548 w 2614"/>
                <a:gd name="T39" fmla="*/ 3065 h 3465"/>
                <a:gd name="T40" fmla="*/ 2502 w 2614"/>
                <a:gd name="T41" fmla="*/ 3119 h 3465"/>
                <a:gd name="T42" fmla="*/ 2445 w 2614"/>
                <a:gd name="T43" fmla="*/ 3162 h 3465"/>
                <a:gd name="T44" fmla="*/ 2411 w 2614"/>
                <a:gd name="T45" fmla="*/ 3178 h 3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14" h="3465">
                  <a:moveTo>
                    <a:pt x="2411" y="3178"/>
                  </a:moveTo>
                  <a:lnTo>
                    <a:pt x="1910" y="3429"/>
                  </a:lnTo>
                  <a:lnTo>
                    <a:pt x="1878" y="3444"/>
                  </a:lnTo>
                  <a:lnTo>
                    <a:pt x="1811" y="3462"/>
                  </a:lnTo>
                  <a:lnTo>
                    <a:pt x="1742" y="3465"/>
                  </a:lnTo>
                  <a:lnTo>
                    <a:pt x="1674" y="3456"/>
                  </a:lnTo>
                  <a:lnTo>
                    <a:pt x="1610" y="3435"/>
                  </a:lnTo>
                  <a:lnTo>
                    <a:pt x="1549" y="3403"/>
                  </a:lnTo>
                  <a:lnTo>
                    <a:pt x="1496" y="3360"/>
                  </a:lnTo>
                  <a:lnTo>
                    <a:pt x="1453" y="3307"/>
                  </a:lnTo>
                  <a:lnTo>
                    <a:pt x="1436" y="3277"/>
                  </a:lnTo>
                  <a:lnTo>
                    <a:pt x="0" y="572"/>
                  </a:lnTo>
                  <a:lnTo>
                    <a:pt x="1130" y="0"/>
                  </a:lnTo>
                  <a:lnTo>
                    <a:pt x="2579" y="2718"/>
                  </a:lnTo>
                  <a:lnTo>
                    <a:pt x="2593" y="2748"/>
                  </a:lnTo>
                  <a:lnTo>
                    <a:pt x="2611" y="2810"/>
                  </a:lnTo>
                  <a:lnTo>
                    <a:pt x="2614" y="2876"/>
                  </a:lnTo>
                  <a:lnTo>
                    <a:pt x="2605" y="2942"/>
                  </a:lnTo>
                  <a:lnTo>
                    <a:pt x="2583" y="3007"/>
                  </a:lnTo>
                  <a:lnTo>
                    <a:pt x="2548" y="3065"/>
                  </a:lnTo>
                  <a:lnTo>
                    <a:pt x="2502" y="3119"/>
                  </a:lnTo>
                  <a:lnTo>
                    <a:pt x="2445" y="3162"/>
                  </a:lnTo>
                  <a:lnTo>
                    <a:pt x="2411" y="31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5A672CFB-D351-872F-BAB9-BD90E971A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3696"/>
              <a:ext cx="253" cy="287"/>
            </a:xfrm>
            <a:custGeom>
              <a:avLst/>
              <a:gdLst>
                <a:gd name="T0" fmla="*/ 0 w 1265"/>
                <a:gd name="T1" fmla="*/ 368 h 1435"/>
                <a:gd name="T2" fmla="*/ 719 w 1265"/>
                <a:gd name="T3" fmla="*/ 0 h 1435"/>
                <a:gd name="T4" fmla="*/ 1265 w 1265"/>
                <a:gd name="T5" fmla="*/ 1067 h 1435"/>
                <a:gd name="T6" fmla="*/ 545 w 1265"/>
                <a:gd name="T7" fmla="*/ 1435 h 1435"/>
                <a:gd name="T8" fmla="*/ 0 w 1265"/>
                <a:gd name="T9" fmla="*/ 368 h 1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5" h="1435">
                  <a:moveTo>
                    <a:pt x="0" y="368"/>
                  </a:moveTo>
                  <a:lnTo>
                    <a:pt x="719" y="0"/>
                  </a:lnTo>
                  <a:lnTo>
                    <a:pt x="1265" y="1067"/>
                  </a:lnTo>
                  <a:lnTo>
                    <a:pt x="545" y="1435"/>
                  </a:lnTo>
                  <a:lnTo>
                    <a:pt x="0" y="3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79F72FD8-EA4D-9085-5B7A-2C0695A7B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856"/>
              <a:ext cx="1018" cy="1019"/>
            </a:xfrm>
            <a:custGeom>
              <a:avLst/>
              <a:gdLst>
                <a:gd name="T0" fmla="*/ 1330 w 5091"/>
                <a:gd name="T1" fmla="*/ 310 h 5097"/>
                <a:gd name="T2" fmla="*/ 1005 w 5091"/>
                <a:gd name="T3" fmla="*/ 520 h 5097"/>
                <a:gd name="T4" fmla="*/ 722 w 5091"/>
                <a:gd name="T5" fmla="*/ 771 h 5097"/>
                <a:gd name="T6" fmla="*/ 483 w 5091"/>
                <a:gd name="T7" fmla="*/ 1056 h 5097"/>
                <a:gd name="T8" fmla="*/ 290 w 5091"/>
                <a:gd name="T9" fmla="*/ 1370 h 5097"/>
                <a:gd name="T10" fmla="*/ 144 w 5091"/>
                <a:gd name="T11" fmla="*/ 1706 h 5097"/>
                <a:gd name="T12" fmla="*/ 48 w 5091"/>
                <a:gd name="T13" fmla="*/ 2060 h 5097"/>
                <a:gd name="T14" fmla="*/ 3 w 5091"/>
                <a:gd name="T15" fmla="*/ 2425 h 5097"/>
                <a:gd name="T16" fmla="*/ 12 w 5091"/>
                <a:gd name="T17" fmla="*/ 2796 h 5097"/>
                <a:gd name="T18" fmla="*/ 73 w 5091"/>
                <a:gd name="T19" fmla="*/ 3166 h 5097"/>
                <a:gd name="T20" fmla="*/ 193 w 5091"/>
                <a:gd name="T21" fmla="*/ 3531 h 5097"/>
                <a:gd name="T22" fmla="*/ 273 w 5091"/>
                <a:gd name="T23" fmla="*/ 3708 h 5097"/>
                <a:gd name="T24" fmla="*/ 439 w 5091"/>
                <a:gd name="T25" fmla="*/ 3989 h 5097"/>
                <a:gd name="T26" fmla="*/ 677 w 5091"/>
                <a:gd name="T27" fmla="*/ 4285 h 5097"/>
                <a:gd name="T28" fmla="*/ 952 w 5091"/>
                <a:gd name="T29" fmla="*/ 4540 h 5097"/>
                <a:gd name="T30" fmla="*/ 1256 w 5091"/>
                <a:gd name="T31" fmla="*/ 4749 h 5097"/>
                <a:gd name="T32" fmla="*/ 1585 w 5091"/>
                <a:gd name="T33" fmla="*/ 4910 h 5097"/>
                <a:gd name="T34" fmla="*/ 1935 w 5091"/>
                <a:gd name="T35" fmla="*/ 5023 h 5097"/>
                <a:gd name="T36" fmla="*/ 2296 w 5091"/>
                <a:gd name="T37" fmla="*/ 5084 h 5097"/>
                <a:gd name="T38" fmla="*/ 2666 w 5091"/>
                <a:gd name="T39" fmla="*/ 5095 h 5097"/>
                <a:gd name="T40" fmla="*/ 3038 w 5091"/>
                <a:gd name="T41" fmla="*/ 5051 h 5097"/>
                <a:gd name="T42" fmla="*/ 3405 w 5091"/>
                <a:gd name="T43" fmla="*/ 4950 h 5097"/>
                <a:gd name="T44" fmla="*/ 3703 w 5091"/>
                <a:gd name="T45" fmla="*/ 4824 h 5097"/>
                <a:gd name="T46" fmla="*/ 3874 w 5091"/>
                <a:gd name="T47" fmla="*/ 4728 h 5097"/>
                <a:gd name="T48" fmla="*/ 4186 w 5091"/>
                <a:gd name="T49" fmla="*/ 4504 h 5097"/>
                <a:gd name="T50" fmla="*/ 4454 w 5091"/>
                <a:gd name="T51" fmla="*/ 4242 h 5097"/>
                <a:gd name="T52" fmla="*/ 4678 w 5091"/>
                <a:gd name="T53" fmla="*/ 3946 h 5097"/>
                <a:gd name="T54" fmla="*/ 4856 w 5091"/>
                <a:gd name="T55" fmla="*/ 3624 h 5097"/>
                <a:gd name="T56" fmla="*/ 4985 w 5091"/>
                <a:gd name="T57" fmla="*/ 3281 h 5097"/>
                <a:gd name="T58" fmla="*/ 5064 w 5091"/>
                <a:gd name="T59" fmla="*/ 2922 h 5097"/>
                <a:gd name="T60" fmla="*/ 5091 w 5091"/>
                <a:gd name="T61" fmla="*/ 2555 h 5097"/>
                <a:gd name="T62" fmla="*/ 5066 w 5091"/>
                <a:gd name="T63" fmla="*/ 2184 h 5097"/>
                <a:gd name="T64" fmla="*/ 4985 w 5091"/>
                <a:gd name="T65" fmla="*/ 1815 h 5097"/>
                <a:gd name="T66" fmla="*/ 4848 w 5091"/>
                <a:gd name="T67" fmla="*/ 1453 h 5097"/>
                <a:gd name="T68" fmla="*/ 4787 w 5091"/>
                <a:gd name="T69" fmla="*/ 1336 h 5097"/>
                <a:gd name="T70" fmla="*/ 4574 w 5091"/>
                <a:gd name="T71" fmla="*/ 1010 h 5097"/>
                <a:gd name="T72" fmla="*/ 4321 w 5091"/>
                <a:gd name="T73" fmla="*/ 727 h 5097"/>
                <a:gd name="T74" fmla="*/ 4033 w 5091"/>
                <a:gd name="T75" fmla="*/ 486 h 5097"/>
                <a:gd name="T76" fmla="*/ 3718 w 5091"/>
                <a:gd name="T77" fmla="*/ 292 h 5097"/>
                <a:gd name="T78" fmla="*/ 3381 w 5091"/>
                <a:gd name="T79" fmla="*/ 145 h 5097"/>
                <a:gd name="T80" fmla="*/ 3027 w 5091"/>
                <a:gd name="T81" fmla="*/ 48 h 5097"/>
                <a:gd name="T82" fmla="*/ 2663 w 5091"/>
                <a:gd name="T83" fmla="*/ 3 h 5097"/>
                <a:gd name="T84" fmla="*/ 2294 w 5091"/>
                <a:gd name="T85" fmla="*/ 12 h 5097"/>
                <a:gd name="T86" fmla="*/ 1926 w 5091"/>
                <a:gd name="T87" fmla="*/ 75 h 5097"/>
                <a:gd name="T88" fmla="*/ 1565 w 5091"/>
                <a:gd name="T89" fmla="*/ 197 h 5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091" h="5097">
                  <a:moveTo>
                    <a:pt x="1389" y="279"/>
                  </a:moveTo>
                  <a:lnTo>
                    <a:pt x="1389" y="279"/>
                  </a:lnTo>
                  <a:lnTo>
                    <a:pt x="1330" y="310"/>
                  </a:lnTo>
                  <a:lnTo>
                    <a:pt x="1217" y="375"/>
                  </a:lnTo>
                  <a:lnTo>
                    <a:pt x="1109" y="445"/>
                  </a:lnTo>
                  <a:lnTo>
                    <a:pt x="1005" y="520"/>
                  </a:lnTo>
                  <a:lnTo>
                    <a:pt x="906" y="599"/>
                  </a:lnTo>
                  <a:lnTo>
                    <a:pt x="812" y="683"/>
                  </a:lnTo>
                  <a:lnTo>
                    <a:pt x="722" y="771"/>
                  </a:lnTo>
                  <a:lnTo>
                    <a:pt x="637" y="862"/>
                  </a:lnTo>
                  <a:lnTo>
                    <a:pt x="557" y="957"/>
                  </a:lnTo>
                  <a:lnTo>
                    <a:pt x="483" y="1056"/>
                  </a:lnTo>
                  <a:lnTo>
                    <a:pt x="413" y="1157"/>
                  </a:lnTo>
                  <a:lnTo>
                    <a:pt x="349" y="1262"/>
                  </a:lnTo>
                  <a:lnTo>
                    <a:pt x="290" y="1370"/>
                  </a:lnTo>
                  <a:lnTo>
                    <a:pt x="236" y="1479"/>
                  </a:lnTo>
                  <a:lnTo>
                    <a:pt x="187" y="1591"/>
                  </a:lnTo>
                  <a:lnTo>
                    <a:pt x="144" y="1706"/>
                  </a:lnTo>
                  <a:lnTo>
                    <a:pt x="107" y="1822"/>
                  </a:lnTo>
                  <a:lnTo>
                    <a:pt x="75" y="1940"/>
                  </a:lnTo>
                  <a:lnTo>
                    <a:pt x="48" y="2060"/>
                  </a:lnTo>
                  <a:lnTo>
                    <a:pt x="27" y="2181"/>
                  </a:lnTo>
                  <a:lnTo>
                    <a:pt x="13" y="2302"/>
                  </a:lnTo>
                  <a:lnTo>
                    <a:pt x="3" y="2425"/>
                  </a:lnTo>
                  <a:lnTo>
                    <a:pt x="0" y="2548"/>
                  </a:lnTo>
                  <a:lnTo>
                    <a:pt x="3" y="2671"/>
                  </a:lnTo>
                  <a:lnTo>
                    <a:pt x="12" y="2796"/>
                  </a:lnTo>
                  <a:lnTo>
                    <a:pt x="26" y="2919"/>
                  </a:lnTo>
                  <a:lnTo>
                    <a:pt x="47" y="3042"/>
                  </a:lnTo>
                  <a:lnTo>
                    <a:pt x="73" y="3166"/>
                  </a:lnTo>
                  <a:lnTo>
                    <a:pt x="107" y="3288"/>
                  </a:lnTo>
                  <a:lnTo>
                    <a:pt x="147" y="3410"/>
                  </a:lnTo>
                  <a:lnTo>
                    <a:pt x="193" y="3531"/>
                  </a:lnTo>
                  <a:lnTo>
                    <a:pt x="245" y="3650"/>
                  </a:lnTo>
                  <a:lnTo>
                    <a:pt x="273" y="3708"/>
                  </a:lnTo>
                  <a:lnTo>
                    <a:pt x="273" y="3708"/>
                  </a:lnTo>
                  <a:lnTo>
                    <a:pt x="303" y="3767"/>
                  </a:lnTo>
                  <a:lnTo>
                    <a:pt x="369" y="3880"/>
                  </a:lnTo>
                  <a:lnTo>
                    <a:pt x="439" y="3989"/>
                  </a:lnTo>
                  <a:lnTo>
                    <a:pt x="515" y="4092"/>
                  </a:lnTo>
                  <a:lnTo>
                    <a:pt x="593" y="4191"/>
                  </a:lnTo>
                  <a:lnTo>
                    <a:pt x="677" y="4285"/>
                  </a:lnTo>
                  <a:lnTo>
                    <a:pt x="765" y="4375"/>
                  </a:lnTo>
                  <a:lnTo>
                    <a:pt x="857" y="4460"/>
                  </a:lnTo>
                  <a:lnTo>
                    <a:pt x="952" y="4540"/>
                  </a:lnTo>
                  <a:lnTo>
                    <a:pt x="1050" y="4615"/>
                  </a:lnTo>
                  <a:lnTo>
                    <a:pt x="1151" y="4684"/>
                  </a:lnTo>
                  <a:lnTo>
                    <a:pt x="1256" y="4749"/>
                  </a:lnTo>
                  <a:lnTo>
                    <a:pt x="1364" y="4807"/>
                  </a:lnTo>
                  <a:lnTo>
                    <a:pt x="1473" y="4862"/>
                  </a:lnTo>
                  <a:lnTo>
                    <a:pt x="1585" y="4910"/>
                  </a:lnTo>
                  <a:lnTo>
                    <a:pt x="1700" y="4952"/>
                  </a:lnTo>
                  <a:lnTo>
                    <a:pt x="1816" y="4990"/>
                  </a:lnTo>
                  <a:lnTo>
                    <a:pt x="1935" y="5023"/>
                  </a:lnTo>
                  <a:lnTo>
                    <a:pt x="2054" y="5049"/>
                  </a:lnTo>
                  <a:lnTo>
                    <a:pt x="2175" y="5070"/>
                  </a:lnTo>
                  <a:lnTo>
                    <a:pt x="2296" y="5084"/>
                  </a:lnTo>
                  <a:lnTo>
                    <a:pt x="2419" y="5094"/>
                  </a:lnTo>
                  <a:lnTo>
                    <a:pt x="2542" y="5097"/>
                  </a:lnTo>
                  <a:lnTo>
                    <a:pt x="2666" y="5095"/>
                  </a:lnTo>
                  <a:lnTo>
                    <a:pt x="2790" y="5085"/>
                  </a:lnTo>
                  <a:lnTo>
                    <a:pt x="2913" y="5071"/>
                  </a:lnTo>
                  <a:lnTo>
                    <a:pt x="3038" y="5051"/>
                  </a:lnTo>
                  <a:lnTo>
                    <a:pt x="3160" y="5024"/>
                  </a:lnTo>
                  <a:lnTo>
                    <a:pt x="3283" y="4990"/>
                  </a:lnTo>
                  <a:lnTo>
                    <a:pt x="3405" y="4950"/>
                  </a:lnTo>
                  <a:lnTo>
                    <a:pt x="3525" y="4904"/>
                  </a:lnTo>
                  <a:lnTo>
                    <a:pt x="3644" y="4852"/>
                  </a:lnTo>
                  <a:lnTo>
                    <a:pt x="3703" y="4824"/>
                  </a:lnTo>
                  <a:lnTo>
                    <a:pt x="3703" y="4824"/>
                  </a:lnTo>
                  <a:lnTo>
                    <a:pt x="3761" y="4794"/>
                  </a:lnTo>
                  <a:lnTo>
                    <a:pt x="3874" y="4728"/>
                  </a:lnTo>
                  <a:lnTo>
                    <a:pt x="3983" y="4658"/>
                  </a:lnTo>
                  <a:lnTo>
                    <a:pt x="4087" y="4583"/>
                  </a:lnTo>
                  <a:lnTo>
                    <a:pt x="4186" y="4504"/>
                  </a:lnTo>
                  <a:lnTo>
                    <a:pt x="4281" y="4420"/>
                  </a:lnTo>
                  <a:lnTo>
                    <a:pt x="4370" y="4333"/>
                  </a:lnTo>
                  <a:lnTo>
                    <a:pt x="4454" y="4242"/>
                  </a:lnTo>
                  <a:lnTo>
                    <a:pt x="4534" y="4146"/>
                  </a:lnTo>
                  <a:lnTo>
                    <a:pt x="4609" y="4047"/>
                  </a:lnTo>
                  <a:lnTo>
                    <a:pt x="4678" y="3946"/>
                  </a:lnTo>
                  <a:lnTo>
                    <a:pt x="4743" y="3841"/>
                  </a:lnTo>
                  <a:lnTo>
                    <a:pt x="4802" y="3733"/>
                  </a:lnTo>
                  <a:lnTo>
                    <a:pt x="4856" y="3624"/>
                  </a:lnTo>
                  <a:lnTo>
                    <a:pt x="4904" y="3512"/>
                  </a:lnTo>
                  <a:lnTo>
                    <a:pt x="4947" y="3397"/>
                  </a:lnTo>
                  <a:lnTo>
                    <a:pt x="4985" y="3281"/>
                  </a:lnTo>
                  <a:lnTo>
                    <a:pt x="5017" y="3163"/>
                  </a:lnTo>
                  <a:lnTo>
                    <a:pt x="5043" y="3043"/>
                  </a:lnTo>
                  <a:lnTo>
                    <a:pt x="5064" y="2922"/>
                  </a:lnTo>
                  <a:lnTo>
                    <a:pt x="5079" y="2801"/>
                  </a:lnTo>
                  <a:lnTo>
                    <a:pt x="5088" y="2679"/>
                  </a:lnTo>
                  <a:lnTo>
                    <a:pt x="5091" y="2555"/>
                  </a:lnTo>
                  <a:lnTo>
                    <a:pt x="5089" y="2432"/>
                  </a:lnTo>
                  <a:lnTo>
                    <a:pt x="5081" y="2307"/>
                  </a:lnTo>
                  <a:lnTo>
                    <a:pt x="5066" y="2184"/>
                  </a:lnTo>
                  <a:lnTo>
                    <a:pt x="5045" y="2061"/>
                  </a:lnTo>
                  <a:lnTo>
                    <a:pt x="5018" y="1937"/>
                  </a:lnTo>
                  <a:lnTo>
                    <a:pt x="4985" y="1815"/>
                  </a:lnTo>
                  <a:lnTo>
                    <a:pt x="4946" y="1693"/>
                  </a:lnTo>
                  <a:lnTo>
                    <a:pt x="4900" y="1572"/>
                  </a:lnTo>
                  <a:lnTo>
                    <a:pt x="4848" y="1453"/>
                  </a:lnTo>
                  <a:lnTo>
                    <a:pt x="4818" y="1395"/>
                  </a:lnTo>
                  <a:lnTo>
                    <a:pt x="4818" y="1395"/>
                  </a:lnTo>
                  <a:lnTo>
                    <a:pt x="4787" y="1336"/>
                  </a:lnTo>
                  <a:lnTo>
                    <a:pt x="4721" y="1223"/>
                  </a:lnTo>
                  <a:lnTo>
                    <a:pt x="4649" y="1115"/>
                  </a:lnTo>
                  <a:lnTo>
                    <a:pt x="4574" y="1010"/>
                  </a:lnTo>
                  <a:lnTo>
                    <a:pt x="4493" y="911"/>
                  </a:lnTo>
                  <a:lnTo>
                    <a:pt x="4408" y="817"/>
                  </a:lnTo>
                  <a:lnTo>
                    <a:pt x="4321" y="727"/>
                  </a:lnTo>
                  <a:lnTo>
                    <a:pt x="4229" y="641"/>
                  </a:lnTo>
                  <a:lnTo>
                    <a:pt x="4132" y="561"/>
                  </a:lnTo>
                  <a:lnTo>
                    <a:pt x="4033" y="486"/>
                  </a:lnTo>
                  <a:lnTo>
                    <a:pt x="3931" y="416"/>
                  </a:lnTo>
                  <a:lnTo>
                    <a:pt x="3826" y="351"/>
                  </a:lnTo>
                  <a:lnTo>
                    <a:pt x="3718" y="292"/>
                  </a:lnTo>
                  <a:lnTo>
                    <a:pt x="3609" y="237"/>
                  </a:lnTo>
                  <a:lnTo>
                    <a:pt x="3496" y="189"/>
                  </a:lnTo>
                  <a:lnTo>
                    <a:pt x="3381" y="145"/>
                  </a:lnTo>
                  <a:lnTo>
                    <a:pt x="3265" y="108"/>
                  </a:lnTo>
                  <a:lnTo>
                    <a:pt x="3146" y="75"/>
                  </a:lnTo>
                  <a:lnTo>
                    <a:pt x="3027" y="48"/>
                  </a:lnTo>
                  <a:lnTo>
                    <a:pt x="2907" y="27"/>
                  </a:lnTo>
                  <a:lnTo>
                    <a:pt x="2786" y="13"/>
                  </a:lnTo>
                  <a:lnTo>
                    <a:pt x="2663" y="3"/>
                  </a:lnTo>
                  <a:lnTo>
                    <a:pt x="2541" y="0"/>
                  </a:lnTo>
                  <a:lnTo>
                    <a:pt x="2418" y="3"/>
                  </a:lnTo>
                  <a:lnTo>
                    <a:pt x="2294" y="12"/>
                  </a:lnTo>
                  <a:lnTo>
                    <a:pt x="2171" y="26"/>
                  </a:lnTo>
                  <a:lnTo>
                    <a:pt x="2049" y="48"/>
                  </a:lnTo>
                  <a:lnTo>
                    <a:pt x="1926" y="75"/>
                  </a:lnTo>
                  <a:lnTo>
                    <a:pt x="1805" y="109"/>
                  </a:lnTo>
                  <a:lnTo>
                    <a:pt x="1685" y="150"/>
                  </a:lnTo>
                  <a:lnTo>
                    <a:pt x="1565" y="197"/>
                  </a:lnTo>
                  <a:lnTo>
                    <a:pt x="1447" y="250"/>
                  </a:lnTo>
                  <a:lnTo>
                    <a:pt x="1389" y="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1D53A7D6-7AD5-1C0C-EFB7-B6ACA98C6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965"/>
              <a:ext cx="795" cy="797"/>
            </a:xfrm>
            <a:custGeom>
              <a:avLst/>
              <a:gdLst>
                <a:gd name="T0" fmla="*/ 1919 w 3976"/>
                <a:gd name="T1" fmla="*/ 3985 h 3986"/>
                <a:gd name="T2" fmla="*/ 1643 w 3976"/>
                <a:gd name="T3" fmla="*/ 3957 h 3986"/>
                <a:gd name="T4" fmla="*/ 1378 w 3976"/>
                <a:gd name="T5" fmla="*/ 3891 h 3986"/>
                <a:gd name="T6" fmla="*/ 1126 w 3976"/>
                <a:gd name="T7" fmla="*/ 3791 h 3986"/>
                <a:gd name="T8" fmla="*/ 890 w 3976"/>
                <a:gd name="T9" fmla="*/ 3657 h 3986"/>
                <a:gd name="T10" fmla="*/ 676 w 3976"/>
                <a:gd name="T11" fmla="*/ 3494 h 3986"/>
                <a:gd name="T12" fmla="*/ 486 w 3976"/>
                <a:gd name="T13" fmla="*/ 3300 h 3986"/>
                <a:gd name="T14" fmla="*/ 322 w 3976"/>
                <a:gd name="T15" fmla="*/ 3081 h 3986"/>
                <a:gd name="T16" fmla="*/ 219 w 3976"/>
                <a:gd name="T17" fmla="*/ 2899 h 3986"/>
                <a:gd name="T18" fmla="*/ 154 w 3976"/>
                <a:gd name="T19" fmla="*/ 2760 h 3986"/>
                <a:gd name="T20" fmla="*/ 86 w 3976"/>
                <a:gd name="T21" fmla="*/ 2572 h 3986"/>
                <a:gd name="T22" fmla="*/ 38 w 3976"/>
                <a:gd name="T23" fmla="*/ 2380 h 3986"/>
                <a:gd name="T24" fmla="*/ 0 w 3976"/>
                <a:gd name="T25" fmla="*/ 2043 h 3986"/>
                <a:gd name="T26" fmla="*/ 28 w 3976"/>
                <a:gd name="T27" fmla="*/ 1661 h 3986"/>
                <a:gd name="T28" fmla="*/ 128 w 3976"/>
                <a:gd name="T29" fmla="*/ 1292 h 3986"/>
                <a:gd name="T30" fmla="*/ 296 w 3976"/>
                <a:gd name="T31" fmla="*/ 949 h 3986"/>
                <a:gd name="T32" fmla="*/ 530 w 3976"/>
                <a:gd name="T33" fmla="*/ 642 h 3986"/>
                <a:gd name="T34" fmla="*/ 785 w 3976"/>
                <a:gd name="T35" fmla="*/ 411 h 3986"/>
                <a:gd name="T36" fmla="*/ 950 w 3976"/>
                <a:gd name="T37" fmla="*/ 297 h 3986"/>
                <a:gd name="T38" fmla="*/ 1084 w 3976"/>
                <a:gd name="T39" fmla="*/ 222 h 3986"/>
                <a:gd name="T40" fmla="*/ 1244 w 3976"/>
                <a:gd name="T41" fmla="*/ 149 h 3986"/>
                <a:gd name="T42" fmla="*/ 1464 w 3976"/>
                <a:gd name="T43" fmla="*/ 73 h 3986"/>
                <a:gd name="T44" fmla="*/ 1693 w 3976"/>
                <a:gd name="T45" fmla="*/ 23 h 3986"/>
                <a:gd name="T46" fmla="*/ 1930 w 3976"/>
                <a:gd name="T47" fmla="*/ 0 h 3986"/>
                <a:gd name="T48" fmla="*/ 2060 w 3976"/>
                <a:gd name="T49" fmla="*/ 0 h 3986"/>
                <a:gd name="T50" fmla="*/ 2336 w 3976"/>
                <a:gd name="T51" fmla="*/ 29 h 3986"/>
                <a:gd name="T52" fmla="*/ 2603 w 3976"/>
                <a:gd name="T53" fmla="*/ 95 h 3986"/>
                <a:gd name="T54" fmla="*/ 2854 w 3976"/>
                <a:gd name="T55" fmla="*/ 194 h 3986"/>
                <a:gd name="T56" fmla="*/ 3089 w 3976"/>
                <a:gd name="T57" fmla="*/ 328 h 3986"/>
                <a:gd name="T58" fmla="*/ 3303 w 3976"/>
                <a:gd name="T59" fmla="*/ 492 h 3986"/>
                <a:gd name="T60" fmla="*/ 3494 w 3976"/>
                <a:gd name="T61" fmla="*/ 685 h 3986"/>
                <a:gd name="T62" fmla="*/ 3658 w 3976"/>
                <a:gd name="T63" fmla="*/ 905 h 3986"/>
                <a:gd name="T64" fmla="*/ 3760 w 3976"/>
                <a:gd name="T65" fmla="*/ 1087 h 3986"/>
                <a:gd name="T66" fmla="*/ 3874 w 3976"/>
                <a:gd name="T67" fmla="*/ 1360 h 3986"/>
                <a:gd name="T68" fmla="*/ 3960 w 3976"/>
                <a:gd name="T69" fmla="*/ 1739 h 3986"/>
                <a:gd name="T70" fmla="*/ 3974 w 3976"/>
                <a:gd name="T71" fmla="*/ 2126 h 3986"/>
                <a:gd name="T72" fmla="*/ 3913 w 3976"/>
                <a:gd name="T73" fmla="*/ 2512 h 3986"/>
                <a:gd name="T74" fmla="*/ 3853 w 3976"/>
                <a:gd name="T75" fmla="*/ 2699 h 3986"/>
                <a:gd name="T76" fmla="*/ 3678 w 3976"/>
                <a:gd name="T77" fmla="*/ 3049 h 3986"/>
                <a:gd name="T78" fmla="*/ 3443 w 3976"/>
                <a:gd name="T79" fmla="*/ 3357 h 3986"/>
                <a:gd name="T80" fmla="*/ 3188 w 3976"/>
                <a:gd name="T81" fmla="*/ 3583 h 3986"/>
                <a:gd name="T82" fmla="*/ 3026 w 3976"/>
                <a:gd name="T83" fmla="*/ 3691 h 3986"/>
                <a:gd name="T84" fmla="*/ 2896 w 3976"/>
                <a:gd name="T85" fmla="*/ 3763 h 3986"/>
                <a:gd name="T86" fmla="*/ 2731 w 3976"/>
                <a:gd name="T87" fmla="*/ 3841 h 3986"/>
                <a:gd name="T88" fmla="*/ 2505 w 3976"/>
                <a:gd name="T89" fmla="*/ 3917 h 3986"/>
                <a:gd name="T90" fmla="*/ 2277 w 3976"/>
                <a:gd name="T91" fmla="*/ 3965 h 3986"/>
                <a:gd name="T92" fmla="*/ 2048 w 3976"/>
                <a:gd name="T93" fmla="*/ 3985 h 3986"/>
                <a:gd name="T94" fmla="*/ 1990 w 3976"/>
                <a:gd name="T95" fmla="*/ 3986 h 3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976" h="3986">
                  <a:moveTo>
                    <a:pt x="1990" y="3986"/>
                  </a:moveTo>
                  <a:lnTo>
                    <a:pt x="1919" y="3985"/>
                  </a:lnTo>
                  <a:lnTo>
                    <a:pt x="1780" y="3976"/>
                  </a:lnTo>
                  <a:lnTo>
                    <a:pt x="1643" y="3957"/>
                  </a:lnTo>
                  <a:lnTo>
                    <a:pt x="1508" y="3928"/>
                  </a:lnTo>
                  <a:lnTo>
                    <a:pt x="1378" y="3891"/>
                  </a:lnTo>
                  <a:lnTo>
                    <a:pt x="1249" y="3845"/>
                  </a:lnTo>
                  <a:lnTo>
                    <a:pt x="1126" y="3791"/>
                  </a:lnTo>
                  <a:lnTo>
                    <a:pt x="1005" y="3728"/>
                  </a:lnTo>
                  <a:lnTo>
                    <a:pt x="890" y="3657"/>
                  </a:lnTo>
                  <a:lnTo>
                    <a:pt x="780" y="3579"/>
                  </a:lnTo>
                  <a:lnTo>
                    <a:pt x="676" y="3494"/>
                  </a:lnTo>
                  <a:lnTo>
                    <a:pt x="578" y="3401"/>
                  </a:lnTo>
                  <a:lnTo>
                    <a:pt x="486" y="3300"/>
                  </a:lnTo>
                  <a:lnTo>
                    <a:pt x="400" y="3194"/>
                  </a:lnTo>
                  <a:lnTo>
                    <a:pt x="322" y="3081"/>
                  </a:lnTo>
                  <a:lnTo>
                    <a:pt x="251" y="2961"/>
                  </a:lnTo>
                  <a:lnTo>
                    <a:pt x="219" y="2899"/>
                  </a:lnTo>
                  <a:lnTo>
                    <a:pt x="196" y="2853"/>
                  </a:lnTo>
                  <a:lnTo>
                    <a:pt x="154" y="2760"/>
                  </a:lnTo>
                  <a:lnTo>
                    <a:pt x="118" y="2667"/>
                  </a:lnTo>
                  <a:lnTo>
                    <a:pt x="86" y="2572"/>
                  </a:lnTo>
                  <a:lnTo>
                    <a:pt x="59" y="2476"/>
                  </a:lnTo>
                  <a:lnTo>
                    <a:pt x="38" y="2380"/>
                  </a:lnTo>
                  <a:lnTo>
                    <a:pt x="14" y="2236"/>
                  </a:lnTo>
                  <a:lnTo>
                    <a:pt x="0" y="2043"/>
                  </a:lnTo>
                  <a:lnTo>
                    <a:pt x="5" y="1850"/>
                  </a:lnTo>
                  <a:lnTo>
                    <a:pt x="28" y="1661"/>
                  </a:lnTo>
                  <a:lnTo>
                    <a:pt x="69" y="1474"/>
                  </a:lnTo>
                  <a:lnTo>
                    <a:pt x="128" y="1292"/>
                  </a:lnTo>
                  <a:lnTo>
                    <a:pt x="204" y="1117"/>
                  </a:lnTo>
                  <a:lnTo>
                    <a:pt x="296" y="949"/>
                  </a:lnTo>
                  <a:lnTo>
                    <a:pt x="405" y="790"/>
                  </a:lnTo>
                  <a:lnTo>
                    <a:pt x="530" y="642"/>
                  </a:lnTo>
                  <a:lnTo>
                    <a:pt x="670" y="505"/>
                  </a:lnTo>
                  <a:lnTo>
                    <a:pt x="785" y="411"/>
                  </a:lnTo>
                  <a:lnTo>
                    <a:pt x="866" y="352"/>
                  </a:lnTo>
                  <a:lnTo>
                    <a:pt x="950" y="297"/>
                  </a:lnTo>
                  <a:lnTo>
                    <a:pt x="1039" y="246"/>
                  </a:lnTo>
                  <a:lnTo>
                    <a:pt x="1084" y="222"/>
                  </a:lnTo>
                  <a:lnTo>
                    <a:pt x="1136" y="196"/>
                  </a:lnTo>
                  <a:lnTo>
                    <a:pt x="1244" y="149"/>
                  </a:lnTo>
                  <a:lnTo>
                    <a:pt x="1352" y="108"/>
                  </a:lnTo>
                  <a:lnTo>
                    <a:pt x="1464" y="73"/>
                  </a:lnTo>
                  <a:lnTo>
                    <a:pt x="1578" y="45"/>
                  </a:lnTo>
                  <a:lnTo>
                    <a:pt x="1693" y="23"/>
                  </a:lnTo>
                  <a:lnTo>
                    <a:pt x="1811" y="7"/>
                  </a:lnTo>
                  <a:lnTo>
                    <a:pt x="1930" y="0"/>
                  </a:lnTo>
                  <a:lnTo>
                    <a:pt x="1990" y="0"/>
                  </a:lnTo>
                  <a:lnTo>
                    <a:pt x="2060" y="0"/>
                  </a:lnTo>
                  <a:lnTo>
                    <a:pt x="2199" y="10"/>
                  </a:lnTo>
                  <a:lnTo>
                    <a:pt x="2336" y="29"/>
                  </a:lnTo>
                  <a:lnTo>
                    <a:pt x="2471" y="57"/>
                  </a:lnTo>
                  <a:lnTo>
                    <a:pt x="2603" y="95"/>
                  </a:lnTo>
                  <a:lnTo>
                    <a:pt x="2731" y="140"/>
                  </a:lnTo>
                  <a:lnTo>
                    <a:pt x="2854" y="194"/>
                  </a:lnTo>
                  <a:lnTo>
                    <a:pt x="2974" y="257"/>
                  </a:lnTo>
                  <a:lnTo>
                    <a:pt x="3089" y="328"/>
                  </a:lnTo>
                  <a:lnTo>
                    <a:pt x="3199" y="406"/>
                  </a:lnTo>
                  <a:lnTo>
                    <a:pt x="3303" y="492"/>
                  </a:lnTo>
                  <a:lnTo>
                    <a:pt x="3402" y="585"/>
                  </a:lnTo>
                  <a:lnTo>
                    <a:pt x="3494" y="685"/>
                  </a:lnTo>
                  <a:lnTo>
                    <a:pt x="3580" y="791"/>
                  </a:lnTo>
                  <a:lnTo>
                    <a:pt x="3658" y="905"/>
                  </a:lnTo>
                  <a:lnTo>
                    <a:pt x="3728" y="1024"/>
                  </a:lnTo>
                  <a:lnTo>
                    <a:pt x="3760" y="1087"/>
                  </a:lnTo>
                  <a:lnTo>
                    <a:pt x="3803" y="1176"/>
                  </a:lnTo>
                  <a:lnTo>
                    <a:pt x="3874" y="1360"/>
                  </a:lnTo>
                  <a:lnTo>
                    <a:pt x="3927" y="1548"/>
                  </a:lnTo>
                  <a:lnTo>
                    <a:pt x="3960" y="1739"/>
                  </a:lnTo>
                  <a:lnTo>
                    <a:pt x="3976" y="1933"/>
                  </a:lnTo>
                  <a:lnTo>
                    <a:pt x="3974" y="2126"/>
                  </a:lnTo>
                  <a:lnTo>
                    <a:pt x="3953" y="2320"/>
                  </a:lnTo>
                  <a:lnTo>
                    <a:pt x="3913" y="2512"/>
                  </a:lnTo>
                  <a:lnTo>
                    <a:pt x="3886" y="2606"/>
                  </a:lnTo>
                  <a:lnTo>
                    <a:pt x="3853" y="2699"/>
                  </a:lnTo>
                  <a:lnTo>
                    <a:pt x="3774" y="2879"/>
                  </a:lnTo>
                  <a:lnTo>
                    <a:pt x="3678" y="3049"/>
                  </a:lnTo>
                  <a:lnTo>
                    <a:pt x="3568" y="3209"/>
                  </a:lnTo>
                  <a:lnTo>
                    <a:pt x="3443" y="3357"/>
                  </a:lnTo>
                  <a:lnTo>
                    <a:pt x="3302" y="3492"/>
                  </a:lnTo>
                  <a:lnTo>
                    <a:pt x="3188" y="3583"/>
                  </a:lnTo>
                  <a:lnTo>
                    <a:pt x="3109" y="3639"/>
                  </a:lnTo>
                  <a:lnTo>
                    <a:pt x="3026" y="3691"/>
                  </a:lnTo>
                  <a:lnTo>
                    <a:pt x="2941" y="3740"/>
                  </a:lnTo>
                  <a:lnTo>
                    <a:pt x="2896" y="3763"/>
                  </a:lnTo>
                  <a:lnTo>
                    <a:pt x="2841" y="3791"/>
                  </a:lnTo>
                  <a:lnTo>
                    <a:pt x="2731" y="3841"/>
                  </a:lnTo>
                  <a:lnTo>
                    <a:pt x="2618" y="3883"/>
                  </a:lnTo>
                  <a:lnTo>
                    <a:pt x="2505" y="3917"/>
                  </a:lnTo>
                  <a:lnTo>
                    <a:pt x="2392" y="3945"/>
                  </a:lnTo>
                  <a:lnTo>
                    <a:pt x="2277" y="3965"/>
                  </a:lnTo>
                  <a:lnTo>
                    <a:pt x="2163" y="3979"/>
                  </a:lnTo>
                  <a:lnTo>
                    <a:pt x="2048" y="3985"/>
                  </a:lnTo>
                  <a:lnTo>
                    <a:pt x="1990" y="3986"/>
                  </a:lnTo>
                  <a:lnTo>
                    <a:pt x="1990" y="3986"/>
                  </a:lnTo>
                  <a:close/>
                </a:path>
              </a:pathLst>
            </a:custGeom>
            <a:solidFill>
              <a:srgbClr val="C8EE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D0DAAFA5-8642-3299-E798-465A93507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3241"/>
              <a:ext cx="550" cy="521"/>
            </a:xfrm>
            <a:custGeom>
              <a:avLst/>
              <a:gdLst>
                <a:gd name="T0" fmla="*/ 100 w 2749"/>
                <a:gd name="T1" fmla="*/ 0 h 2606"/>
                <a:gd name="T2" fmla="*/ 72 w 2749"/>
                <a:gd name="T3" fmla="*/ 91 h 2606"/>
                <a:gd name="T4" fmla="*/ 30 w 2749"/>
                <a:gd name="T5" fmla="*/ 279 h 2606"/>
                <a:gd name="T6" fmla="*/ 6 w 2749"/>
                <a:gd name="T7" fmla="*/ 469 h 2606"/>
                <a:gd name="T8" fmla="*/ 0 w 2749"/>
                <a:gd name="T9" fmla="*/ 663 h 2606"/>
                <a:gd name="T10" fmla="*/ 12 w 2749"/>
                <a:gd name="T11" fmla="*/ 856 h 2606"/>
                <a:gd name="T12" fmla="*/ 34 w 2749"/>
                <a:gd name="T13" fmla="*/ 1000 h 2606"/>
                <a:gd name="T14" fmla="*/ 55 w 2749"/>
                <a:gd name="T15" fmla="*/ 1096 h 2606"/>
                <a:gd name="T16" fmla="*/ 80 w 2749"/>
                <a:gd name="T17" fmla="*/ 1192 h 2606"/>
                <a:gd name="T18" fmla="*/ 111 w 2749"/>
                <a:gd name="T19" fmla="*/ 1287 h 2606"/>
                <a:gd name="T20" fmla="*/ 147 w 2749"/>
                <a:gd name="T21" fmla="*/ 1380 h 2606"/>
                <a:gd name="T22" fmla="*/ 188 w 2749"/>
                <a:gd name="T23" fmla="*/ 1473 h 2606"/>
                <a:gd name="T24" fmla="*/ 211 w 2749"/>
                <a:gd name="T25" fmla="*/ 1519 h 2606"/>
                <a:gd name="T26" fmla="*/ 245 w 2749"/>
                <a:gd name="T27" fmla="*/ 1581 h 2606"/>
                <a:gd name="T28" fmla="*/ 317 w 2749"/>
                <a:gd name="T29" fmla="*/ 1701 h 2606"/>
                <a:gd name="T30" fmla="*/ 398 w 2749"/>
                <a:gd name="T31" fmla="*/ 1814 h 2606"/>
                <a:gd name="T32" fmla="*/ 483 w 2749"/>
                <a:gd name="T33" fmla="*/ 1920 h 2606"/>
                <a:gd name="T34" fmla="*/ 576 w 2749"/>
                <a:gd name="T35" fmla="*/ 2021 h 2606"/>
                <a:gd name="T36" fmla="*/ 675 w 2749"/>
                <a:gd name="T37" fmla="*/ 2114 h 2606"/>
                <a:gd name="T38" fmla="*/ 779 w 2749"/>
                <a:gd name="T39" fmla="*/ 2199 h 2606"/>
                <a:gd name="T40" fmla="*/ 888 w 2749"/>
                <a:gd name="T41" fmla="*/ 2277 h 2606"/>
                <a:gd name="T42" fmla="*/ 1003 w 2749"/>
                <a:gd name="T43" fmla="*/ 2348 h 2606"/>
                <a:gd name="T44" fmla="*/ 1121 w 2749"/>
                <a:gd name="T45" fmla="*/ 2411 h 2606"/>
                <a:gd name="T46" fmla="*/ 1244 w 2749"/>
                <a:gd name="T47" fmla="*/ 2465 h 2606"/>
                <a:gd name="T48" fmla="*/ 1372 w 2749"/>
                <a:gd name="T49" fmla="*/ 2511 h 2606"/>
                <a:gd name="T50" fmla="*/ 1503 w 2749"/>
                <a:gd name="T51" fmla="*/ 2548 h 2606"/>
                <a:gd name="T52" fmla="*/ 1635 w 2749"/>
                <a:gd name="T53" fmla="*/ 2577 h 2606"/>
                <a:gd name="T54" fmla="*/ 1772 w 2749"/>
                <a:gd name="T55" fmla="*/ 2596 h 2606"/>
                <a:gd name="T56" fmla="*/ 1912 w 2749"/>
                <a:gd name="T57" fmla="*/ 2605 h 2606"/>
                <a:gd name="T58" fmla="*/ 1982 w 2749"/>
                <a:gd name="T59" fmla="*/ 2606 h 2606"/>
                <a:gd name="T60" fmla="*/ 2032 w 2749"/>
                <a:gd name="T61" fmla="*/ 2605 h 2606"/>
                <a:gd name="T62" fmla="*/ 2130 w 2749"/>
                <a:gd name="T63" fmla="*/ 2600 h 2606"/>
                <a:gd name="T64" fmla="*/ 2275 w 2749"/>
                <a:gd name="T65" fmla="*/ 2584 h 2606"/>
                <a:gd name="T66" fmla="*/ 2466 w 2749"/>
                <a:gd name="T67" fmla="*/ 2544 h 2606"/>
                <a:gd name="T68" fmla="*/ 2655 w 2749"/>
                <a:gd name="T69" fmla="*/ 2488 h 2606"/>
                <a:gd name="T70" fmla="*/ 2749 w 2749"/>
                <a:gd name="T71" fmla="*/ 2452 h 2606"/>
                <a:gd name="T72" fmla="*/ 2749 w 2749"/>
                <a:gd name="T73" fmla="*/ 0 h 2606"/>
                <a:gd name="T74" fmla="*/ 100 w 2749"/>
                <a:gd name="T75" fmla="*/ 0 h 2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749" h="2606">
                  <a:moveTo>
                    <a:pt x="100" y="0"/>
                  </a:moveTo>
                  <a:lnTo>
                    <a:pt x="72" y="91"/>
                  </a:lnTo>
                  <a:lnTo>
                    <a:pt x="30" y="279"/>
                  </a:lnTo>
                  <a:lnTo>
                    <a:pt x="6" y="469"/>
                  </a:lnTo>
                  <a:lnTo>
                    <a:pt x="0" y="663"/>
                  </a:lnTo>
                  <a:lnTo>
                    <a:pt x="12" y="856"/>
                  </a:lnTo>
                  <a:lnTo>
                    <a:pt x="34" y="1000"/>
                  </a:lnTo>
                  <a:lnTo>
                    <a:pt x="55" y="1096"/>
                  </a:lnTo>
                  <a:lnTo>
                    <a:pt x="80" y="1192"/>
                  </a:lnTo>
                  <a:lnTo>
                    <a:pt x="111" y="1287"/>
                  </a:lnTo>
                  <a:lnTo>
                    <a:pt x="147" y="1380"/>
                  </a:lnTo>
                  <a:lnTo>
                    <a:pt x="188" y="1473"/>
                  </a:lnTo>
                  <a:lnTo>
                    <a:pt x="211" y="1519"/>
                  </a:lnTo>
                  <a:lnTo>
                    <a:pt x="245" y="1581"/>
                  </a:lnTo>
                  <a:lnTo>
                    <a:pt x="317" y="1701"/>
                  </a:lnTo>
                  <a:lnTo>
                    <a:pt x="398" y="1814"/>
                  </a:lnTo>
                  <a:lnTo>
                    <a:pt x="483" y="1920"/>
                  </a:lnTo>
                  <a:lnTo>
                    <a:pt x="576" y="2021"/>
                  </a:lnTo>
                  <a:lnTo>
                    <a:pt x="675" y="2114"/>
                  </a:lnTo>
                  <a:lnTo>
                    <a:pt x="779" y="2199"/>
                  </a:lnTo>
                  <a:lnTo>
                    <a:pt x="888" y="2277"/>
                  </a:lnTo>
                  <a:lnTo>
                    <a:pt x="1003" y="2348"/>
                  </a:lnTo>
                  <a:lnTo>
                    <a:pt x="1121" y="2411"/>
                  </a:lnTo>
                  <a:lnTo>
                    <a:pt x="1244" y="2465"/>
                  </a:lnTo>
                  <a:lnTo>
                    <a:pt x="1372" y="2511"/>
                  </a:lnTo>
                  <a:lnTo>
                    <a:pt x="1503" y="2548"/>
                  </a:lnTo>
                  <a:lnTo>
                    <a:pt x="1635" y="2577"/>
                  </a:lnTo>
                  <a:lnTo>
                    <a:pt x="1772" y="2596"/>
                  </a:lnTo>
                  <a:lnTo>
                    <a:pt x="1912" y="2605"/>
                  </a:lnTo>
                  <a:lnTo>
                    <a:pt x="1982" y="2606"/>
                  </a:lnTo>
                  <a:lnTo>
                    <a:pt x="2032" y="2605"/>
                  </a:lnTo>
                  <a:lnTo>
                    <a:pt x="2130" y="2600"/>
                  </a:lnTo>
                  <a:lnTo>
                    <a:pt x="2275" y="2584"/>
                  </a:lnTo>
                  <a:lnTo>
                    <a:pt x="2466" y="2544"/>
                  </a:lnTo>
                  <a:lnTo>
                    <a:pt x="2655" y="2488"/>
                  </a:lnTo>
                  <a:lnTo>
                    <a:pt x="2749" y="2452"/>
                  </a:lnTo>
                  <a:lnTo>
                    <a:pt x="2749" y="0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18F30CCC-65FA-5A3B-99EA-82E2770DD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3391"/>
              <a:ext cx="399" cy="374"/>
            </a:xfrm>
            <a:custGeom>
              <a:avLst/>
              <a:gdLst>
                <a:gd name="T0" fmla="*/ 0 w 1994"/>
                <a:gd name="T1" fmla="*/ 0 h 1867"/>
                <a:gd name="T2" fmla="*/ 3 w 1994"/>
                <a:gd name="T3" fmla="*/ 49 h 1867"/>
                <a:gd name="T4" fmla="*/ 14 w 1994"/>
                <a:gd name="T5" fmla="*/ 148 h 1867"/>
                <a:gd name="T6" fmla="*/ 30 w 1994"/>
                <a:gd name="T7" fmla="*/ 247 h 1867"/>
                <a:gd name="T8" fmla="*/ 50 w 1994"/>
                <a:gd name="T9" fmla="*/ 346 h 1867"/>
                <a:gd name="T10" fmla="*/ 77 w 1994"/>
                <a:gd name="T11" fmla="*/ 444 h 1867"/>
                <a:gd name="T12" fmla="*/ 108 w 1994"/>
                <a:gd name="T13" fmla="*/ 541 h 1867"/>
                <a:gd name="T14" fmla="*/ 145 w 1994"/>
                <a:gd name="T15" fmla="*/ 637 h 1867"/>
                <a:gd name="T16" fmla="*/ 186 w 1994"/>
                <a:gd name="T17" fmla="*/ 732 h 1867"/>
                <a:gd name="T18" fmla="*/ 209 w 1994"/>
                <a:gd name="T19" fmla="*/ 779 h 1867"/>
                <a:gd name="T20" fmla="*/ 243 w 1994"/>
                <a:gd name="T21" fmla="*/ 842 h 1867"/>
                <a:gd name="T22" fmla="*/ 315 w 1994"/>
                <a:gd name="T23" fmla="*/ 961 h 1867"/>
                <a:gd name="T24" fmla="*/ 396 w 1994"/>
                <a:gd name="T25" fmla="*/ 1074 h 1867"/>
                <a:gd name="T26" fmla="*/ 481 w 1994"/>
                <a:gd name="T27" fmla="*/ 1181 h 1867"/>
                <a:gd name="T28" fmla="*/ 574 w 1994"/>
                <a:gd name="T29" fmla="*/ 1281 h 1867"/>
                <a:gd name="T30" fmla="*/ 673 w 1994"/>
                <a:gd name="T31" fmla="*/ 1374 h 1867"/>
                <a:gd name="T32" fmla="*/ 777 w 1994"/>
                <a:gd name="T33" fmla="*/ 1460 h 1867"/>
                <a:gd name="T34" fmla="*/ 886 w 1994"/>
                <a:gd name="T35" fmla="*/ 1538 h 1867"/>
                <a:gd name="T36" fmla="*/ 1001 w 1994"/>
                <a:gd name="T37" fmla="*/ 1608 h 1867"/>
                <a:gd name="T38" fmla="*/ 1119 w 1994"/>
                <a:gd name="T39" fmla="*/ 1671 h 1867"/>
                <a:gd name="T40" fmla="*/ 1242 w 1994"/>
                <a:gd name="T41" fmla="*/ 1726 h 1867"/>
                <a:gd name="T42" fmla="*/ 1370 w 1994"/>
                <a:gd name="T43" fmla="*/ 1772 h 1867"/>
                <a:gd name="T44" fmla="*/ 1501 w 1994"/>
                <a:gd name="T45" fmla="*/ 1809 h 1867"/>
                <a:gd name="T46" fmla="*/ 1633 w 1994"/>
                <a:gd name="T47" fmla="*/ 1837 h 1867"/>
                <a:gd name="T48" fmla="*/ 1770 w 1994"/>
                <a:gd name="T49" fmla="*/ 1856 h 1867"/>
                <a:gd name="T50" fmla="*/ 1910 w 1994"/>
                <a:gd name="T51" fmla="*/ 1866 h 1867"/>
                <a:gd name="T52" fmla="*/ 1980 w 1994"/>
                <a:gd name="T53" fmla="*/ 1867 h 1867"/>
                <a:gd name="T54" fmla="*/ 1994 w 1994"/>
                <a:gd name="T55" fmla="*/ 1867 h 1867"/>
                <a:gd name="T56" fmla="*/ 1994 w 1994"/>
                <a:gd name="T57" fmla="*/ 0 h 1867"/>
                <a:gd name="T58" fmla="*/ 0 w 1994"/>
                <a:gd name="T59" fmla="*/ 0 h 1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94" h="1867">
                  <a:moveTo>
                    <a:pt x="0" y="0"/>
                  </a:moveTo>
                  <a:lnTo>
                    <a:pt x="3" y="49"/>
                  </a:lnTo>
                  <a:lnTo>
                    <a:pt x="14" y="148"/>
                  </a:lnTo>
                  <a:lnTo>
                    <a:pt x="30" y="247"/>
                  </a:lnTo>
                  <a:lnTo>
                    <a:pt x="50" y="346"/>
                  </a:lnTo>
                  <a:lnTo>
                    <a:pt x="77" y="444"/>
                  </a:lnTo>
                  <a:lnTo>
                    <a:pt x="108" y="541"/>
                  </a:lnTo>
                  <a:lnTo>
                    <a:pt x="145" y="637"/>
                  </a:lnTo>
                  <a:lnTo>
                    <a:pt x="186" y="732"/>
                  </a:lnTo>
                  <a:lnTo>
                    <a:pt x="209" y="779"/>
                  </a:lnTo>
                  <a:lnTo>
                    <a:pt x="243" y="842"/>
                  </a:lnTo>
                  <a:lnTo>
                    <a:pt x="315" y="961"/>
                  </a:lnTo>
                  <a:lnTo>
                    <a:pt x="396" y="1074"/>
                  </a:lnTo>
                  <a:lnTo>
                    <a:pt x="481" y="1181"/>
                  </a:lnTo>
                  <a:lnTo>
                    <a:pt x="574" y="1281"/>
                  </a:lnTo>
                  <a:lnTo>
                    <a:pt x="673" y="1374"/>
                  </a:lnTo>
                  <a:lnTo>
                    <a:pt x="777" y="1460"/>
                  </a:lnTo>
                  <a:lnTo>
                    <a:pt x="886" y="1538"/>
                  </a:lnTo>
                  <a:lnTo>
                    <a:pt x="1001" y="1608"/>
                  </a:lnTo>
                  <a:lnTo>
                    <a:pt x="1119" y="1671"/>
                  </a:lnTo>
                  <a:lnTo>
                    <a:pt x="1242" y="1726"/>
                  </a:lnTo>
                  <a:lnTo>
                    <a:pt x="1370" y="1772"/>
                  </a:lnTo>
                  <a:lnTo>
                    <a:pt x="1501" y="1809"/>
                  </a:lnTo>
                  <a:lnTo>
                    <a:pt x="1633" y="1837"/>
                  </a:lnTo>
                  <a:lnTo>
                    <a:pt x="1770" y="1856"/>
                  </a:lnTo>
                  <a:lnTo>
                    <a:pt x="1910" y="1866"/>
                  </a:lnTo>
                  <a:lnTo>
                    <a:pt x="1980" y="1867"/>
                  </a:lnTo>
                  <a:lnTo>
                    <a:pt x="1994" y="1867"/>
                  </a:lnTo>
                  <a:lnTo>
                    <a:pt x="19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D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6071D8B3-6FC5-6B5C-A465-B21C2CC97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4239"/>
              <a:ext cx="223" cy="345"/>
            </a:xfrm>
            <a:custGeom>
              <a:avLst/>
              <a:gdLst>
                <a:gd name="T0" fmla="*/ 558 w 1116"/>
                <a:gd name="T1" fmla="*/ 1728 h 1728"/>
                <a:gd name="T2" fmla="*/ 529 w 1116"/>
                <a:gd name="T3" fmla="*/ 1728 h 1728"/>
                <a:gd name="T4" fmla="*/ 474 w 1116"/>
                <a:gd name="T5" fmla="*/ 1722 h 1728"/>
                <a:gd name="T6" fmla="*/ 419 w 1116"/>
                <a:gd name="T7" fmla="*/ 1711 h 1728"/>
                <a:gd name="T8" fmla="*/ 367 w 1116"/>
                <a:gd name="T9" fmla="*/ 1695 h 1728"/>
                <a:gd name="T10" fmla="*/ 317 w 1116"/>
                <a:gd name="T11" fmla="*/ 1674 h 1728"/>
                <a:gd name="T12" fmla="*/ 270 w 1116"/>
                <a:gd name="T13" fmla="*/ 1647 h 1728"/>
                <a:gd name="T14" fmla="*/ 225 w 1116"/>
                <a:gd name="T15" fmla="*/ 1617 h 1728"/>
                <a:gd name="T16" fmla="*/ 183 w 1116"/>
                <a:gd name="T17" fmla="*/ 1583 h 1728"/>
                <a:gd name="T18" fmla="*/ 145 w 1116"/>
                <a:gd name="T19" fmla="*/ 1545 h 1728"/>
                <a:gd name="T20" fmla="*/ 111 w 1116"/>
                <a:gd name="T21" fmla="*/ 1504 h 1728"/>
                <a:gd name="T22" fmla="*/ 82 w 1116"/>
                <a:gd name="T23" fmla="*/ 1459 h 1728"/>
                <a:gd name="T24" fmla="*/ 55 w 1116"/>
                <a:gd name="T25" fmla="*/ 1412 h 1728"/>
                <a:gd name="T26" fmla="*/ 35 w 1116"/>
                <a:gd name="T27" fmla="*/ 1362 h 1728"/>
                <a:gd name="T28" fmla="*/ 18 w 1116"/>
                <a:gd name="T29" fmla="*/ 1310 h 1728"/>
                <a:gd name="T30" fmla="*/ 6 w 1116"/>
                <a:gd name="T31" fmla="*/ 1255 h 1728"/>
                <a:gd name="T32" fmla="*/ 1 w 1116"/>
                <a:gd name="T33" fmla="*/ 1199 h 1728"/>
                <a:gd name="T34" fmla="*/ 0 w 1116"/>
                <a:gd name="T35" fmla="*/ 1171 h 1728"/>
                <a:gd name="T36" fmla="*/ 0 w 1116"/>
                <a:gd name="T37" fmla="*/ 0 h 1728"/>
                <a:gd name="T38" fmla="*/ 1116 w 1116"/>
                <a:gd name="T39" fmla="*/ 0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16" h="1728">
                  <a:moveTo>
                    <a:pt x="558" y="1728"/>
                  </a:moveTo>
                  <a:lnTo>
                    <a:pt x="529" y="1728"/>
                  </a:lnTo>
                  <a:lnTo>
                    <a:pt x="474" y="1722"/>
                  </a:lnTo>
                  <a:lnTo>
                    <a:pt x="419" y="1711"/>
                  </a:lnTo>
                  <a:lnTo>
                    <a:pt x="367" y="1695"/>
                  </a:lnTo>
                  <a:lnTo>
                    <a:pt x="317" y="1674"/>
                  </a:lnTo>
                  <a:lnTo>
                    <a:pt x="270" y="1647"/>
                  </a:lnTo>
                  <a:lnTo>
                    <a:pt x="225" y="1617"/>
                  </a:lnTo>
                  <a:lnTo>
                    <a:pt x="183" y="1583"/>
                  </a:lnTo>
                  <a:lnTo>
                    <a:pt x="145" y="1545"/>
                  </a:lnTo>
                  <a:lnTo>
                    <a:pt x="111" y="1504"/>
                  </a:lnTo>
                  <a:lnTo>
                    <a:pt x="82" y="1459"/>
                  </a:lnTo>
                  <a:lnTo>
                    <a:pt x="55" y="1412"/>
                  </a:lnTo>
                  <a:lnTo>
                    <a:pt x="35" y="1362"/>
                  </a:lnTo>
                  <a:lnTo>
                    <a:pt x="18" y="1310"/>
                  </a:lnTo>
                  <a:lnTo>
                    <a:pt x="6" y="1255"/>
                  </a:lnTo>
                  <a:lnTo>
                    <a:pt x="1" y="1199"/>
                  </a:lnTo>
                  <a:lnTo>
                    <a:pt x="0" y="1171"/>
                  </a:lnTo>
                  <a:lnTo>
                    <a:pt x="0" y="0"/>
                  </a:lnTo>
                  <a:lnTo>
                    <a:pt x="11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Rectangle 29">
              <a:extLst>
                <a:ext uri="{FF2B5EF4-FFF2-40B4-BE49-F238E27FC236}">
                  <a16:creationId xmlns:a16="http://schemas.microsoft.com/office/drawing/2014/main" id="{6EED8CC8-AE2B-412D-E347-557E54196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" y="4270"/>
              <a:ext cx="55" cy="55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Rectangle 30">
              <a:extLst>
                <a:ext uri="{FF2B5EF4-FFF2-40B4-BE49-F238E27FC236}">
                  <a16:creationId xmlns:a16="http://schemas.microsoft.com/office/drawing/2014/main" id="{08102BAE-59EF-717B-DEE8-8CA5C221E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4270"/>
              <a:ext cx="56" cy="55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Rectangle 31">
              <a:extLst>
                <a:ext uri="{FF2B5EF4-FFF2-40B4-BE49-F238E27FC236}">
                  <a16:creationId xmlns:a16="http://schemas.microsoft.com/office/drawing/2014/main" id="{00373816-ADB6-8920-42CF-BCDCCDD72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4270"/>
              <a:ext cx="56" cy="55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Rectangle 32">
              <a:extLst>
                <a:ext uri="{FF2B5EF4-FFF2-40B4-BE49-F238E27FC236}">
                  <a16:creationId xmlns:a16="http://schemas.microsoft.com/office/drawing/2014/main" id="{D934DFF2-E39D-2A9B-A45A-3E5318C02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4030"/>
              <a:ext cx="505" cy="55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CB7BFB3D-52E6-BD9A-2F6E-7554DD69E0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49" y="2828"/>
              <a:ext cx="1784" cy="1784"/>
            </a:xfrm>
            <a:custGeom>
              <a:avLst/>
              <a:gdLst>
                <a:gd name="T0" fmla="*/ 7890 w 8922"/>
                <a:gd name="T1" fmla="*/ 8635 h 8922"/>
                <a:gd name="T2" fmla="*/ 6371 w 8922"/>
                <a:gd name="T3" fmla="*/ 5925 h 8922"/>
                <a:gd name="T4" fmla="*/ 8637 w 8922"/>
                <a:gd name="T5" fmla="*/ 8222 h 8922"/>
                <a:gd name="T6" fmla="*/ 6469 w 8922"/>
                <a:gd name="T7" fmla="*/ 5075 h 8922"/>
                <a:gd name="T8" fmla="*/ 6218 w 8922"/>
                <a:gd name="T9" fmla="*/ 5186 h 8922"/>
                <a:gd name="T10" fmla="*/ 2975 w 8922"/>
                <a:gd name="T11" fmla="*/ 1894 h 8922"/>
                <a:gd name="T12" fmla="*/ 3304 w 8922"/>
                <a:gd name="T13" fmla="*/ 1266 h 8922"/>
                <a:gd name="T14" fmla="*/ 3801 w 8922"/>
                <a:gd name="T15" fmla="*/ 764 h 8922"/>
                <a:gd name="T16" fmla="*/ 4323 w 8922"/>
                <a:gd name="T17" fmla="*/ 466 h 8922"/>
                <a:gd name="T18" fmla="*/ 5017 w 8922"/>
                <a:gd name="T19" fmla="*/ 293 h 8922"/>
                <a:gd name="T20" fmla="*/ 5712 w 8922"/>
                <a:gd name="T21" fmla="*/ 325 h 8922"/>
                <a:gd name="T22" fmla="*/ 6364 w 8922"/>
                <a:gd name="T23" fmla="*/ 552 h 8922"/>
                <a:gd name="T24" fmla="*/ 6928 w 8922"/>
                <a:gd name="T25" fmla="*/ 960 h 8922"/>
                <a:gd name="T26" fmla="*/ 7360 w 8922"/>
                <a:gd name="T27" fmla="*/ 1534 h 8922"/>
                <a:gd name="T28" fmla="*/ 7581 w 8922"/>
                <a:gd name="T29" fmla="*/ 2101 h 8922"/>
                <a:gd name="T30" fmla="*/ 7649 w 8922"/>
                <a:gd name="T31" fmla="*/ 2802 h 8922"/>
                <a:gd name="T32" fmla="*/ 7517 w 8922"/>
                <a:gd name="T33" fmla="*/ 3480 h 8922"/>
                <a:gd name="T34" fmla="*/ 7199 w 8922"/>
                <a:gd name="T35" fmla="*/ 4094 h 8922"/>
                <a:gd name="T36" fmla="*/ 6705 w 8922"/>
                <a:gd name="T37" fmla="*/ 4598 h 8922"/>
                <a:gd name="T38" fmla="*/ 6075 w 8922"/>
                <a:gd name="T39" fmla="*/ 4943 h 8922"/>
                <a:gd name="T40" fmla="*/ 5008 w 8922"/>
                <a:gd name="T41" fmla="*/ 5083 h 8922"/>
                <a:gd name="T42" fmla="*/ 4039 w 8922"/>
                <a:gd name="T43" fmla="*/ 4763 h 8922"/>
                <a:gd name="T44" fmla="*/ 3288 w 8922"/>
                <a:gd name="T45" fmla="*/ 4082 h 8922"/>
                <a:gd name="T46" fmla="*/ 2877 w 8922"/>
                <a:gd name="T47" fmla="*/ 3143 h 8922"/>
                <a:gd name="T48" fmla="*/ 2927 w 8922"/>
                <a:gd name="T49" fmla="*/ 2047 h 8922"/>
                <a:gd name="T50" fmla="*/ 5382 w 8922"/>
                <a:gd name="T51" fmla="*/ 8493 h 8922"/>
                <a:gd name="T52" fmla="*/ 1255 w 8922"/>
                <a:gd name="T53" fmla="*/ 8643 h 8922"/>
                <a:gd name="T54" fmla="*/ 1394 w 8922"/>
                <a:gd name="T55" fmla="*/ 8225 h 8922"/>
                <a:gd name="T56" fmla="*/ 2586 w 8922"/>
                <a:gd name="T57" fmla="*/ 3030 h 8922"/>
                <a:gd name="T58" fmla="*/ 2161 w 8922"/>
                <a:gd name="T59" fmla="*/ 3596 h 8922"/>
                <a:gd name="T60" fmla="*/ 3108 w 8922"/>
                <a:gd name="T61" fmla="*/ 4319 h 8922"/>
                <a:gd name="T62" fmla="*/ 2175 w 8922"/>
                <a:gd name="T63" fmla="*/ 4796 h 8922"/>
                <a:gd name="T64" fmla="*/ 4667 w 8922"/>
                <a:gd name="T65" fmla="*/ 5301 h 8922"/>
                <a:gd name="T66" fmla="*/ 5479 w 8922"/>
                <a:gd name="T67" fmla="*/ 8225 h 8922"/>
                <a:gd name="T68" fmla="*/ 960 w 8922"/>
                <a:gd name="T69" fmla="*/ 8550 h 8922"/>
                <a:gd name="T70" fmla="*/ 570 w 8922"/>
                <a:gd name="T71" fmla="*/ 8624 h 8922"/>
                <a:gd name="T72" fmla="*/ 280 w 8922"/>
                <a:gd name="T73" fmla="*/ 8267 h 8922"/>
                <a:gd name="T74" fmla="*/ 7361 w 8922"/>
                <a:gd name="T75" fmla="*/ 5117 h 8922"/>
                <a:gd name="T76" fmla="*/ 7348 w 8922"/>
                <a:gd name="T77" fmla="*/ 4367 h 8922"/>
                <a:gd name="T78" fmla="*/ 7907 w 8922"/>
                <a:gd name="T79" fmla="*/ 3150 h 8922"/>
                <a:gd name="T80" fmla="*/ 7905 w 8922"/>
                <a:gd name="T81" fmla="*/ 2182 h 8922"/>
                <a:gd name="T82" fmla="*/ 7681 w 8922"/>
                <a:gd name="T83" fmla="*/ 1504 h 8922"/>
                <a:gd name="T84" fmla="*/ 7314 w 8922"/>
                <a:gd name="T85" fmla="*/ 945 h 8922"/>
                <a:gd name="T86" fmla="*/ 6723 w 8922"/>
                <a:gd name="T87" fmla="*/ 431 h 8922"/>
                <a:gd name="T88" fmla="*/ 6021 w 8922"/>
                <a:gd name="T89" fmla="*/ 110 h 8922"/>
                <a:gd name="T90" fmla="*/ 5254 w 8922"/>
                <a:gd name="T91" fmla="*/ 0 h 8922"/>
                <a:gd name="T92" fmla="*/ 4472 w 8922"/>
                <a:gd name="T93" fmla="*/ 115 h 8922"/>
                <a:gd name="T94" fmla="*/ 3820 w 8922"/>
                <a:gd name="T95" fmla="*/ 411 h 8922"/>
                <a:gd name="T96" fmla="*/ 3118 w 8922"/>
                <a:gd name="T97" fmla="*/ 1044 h 8922"/>
                <a:gd name="T98" fmla="*/ 2681 w 8922"/>
                <a:gd name="T99" fmla="*/ 1894 h 8922"/>
                <a:gd name="T100" fmla="*/ 0 w 8922"/>
                <a:gd name="T101" fmla="*/ 6915 h 8922"/>
                <a:gd name="T102" fmla="*/ 68 w 8922"/>
                <a:gd name="T103" fmla="*/ 8529 h 8922"/>
                <a:gd name="T104" fmla="*/ 334 w 8922"/>
                <a:gd name="T105" fmla="*/ 8822 h 8922"/>
                <a:gd name="T106" fmla="*/ 697 w 8922"/>
                <a:gd name="T107" fmla="*/ 8922 h 8922"/>
                <a:gd name="T108" fmla="*/ 5365 w 8922"/>
                <a:gd name="T109" fmla="*/ 8854 h 8922"/>
                <a:gd name="T110" fmla="*/ 5659 w 8922"/>
                <a:gd name="T111" fmla="*/ 8589 h 8922"/>
                <a:gd name="T112" fmla="*/ 5758 w 8922"/>
                <a:gd name="T113" fmla="*/ 8225 h 8922"/>
                <a:gd name="T114" fmla="*/ 5981 w 8922"/>
                <a:gd name="T115" fmla="*/ 5827 h 8922"/>
                <a:gd name="T116" fmla="*/ 7700 w 8922"/>
                <a:gd name="T117" fmla="*/ 8868 h 8922"/>
                <a:gd name="T118" fmla="*/ 8001 w 8922"/>
                <a:gd name="T119" fmla="*/ 8915 h 8922"/>
                <a:gd name="T120" fmla="*/ 8710 w 8922"/>
                <a:gd name="T121" fmla="*/ 8576 h 8922"/>
                <a:gd name="T122" fmla="*/ 8915 w 8922"/>
                <a:gd name="T123" fmla="*/ 8090 h 8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922" h="8922">
                  <a:moveTo>
                    <a:pt x="8532" y="8364"/>
                  </a:moveTo>
                  <a:lnTo>
                    <a:pt x="8030" y="8615"/>
                  </a:lnTo>
                  <a:lnTo>
                    <a:pt x="8011" y="8624"/>
                  </a:lnTo>
                  <a:lnTo>
                    <a:pt x="7972" y="8637"/>
                  </a:lnTo>
                  <a:lnTo>
                    <a:pt x="7931" y="8640"/>
                  </a:lnTo>
                  <a:lnTo>
                    <a:pt x="7890" y="8635"/>
                  </a:lnTo>
                  <a:lnTo>
                    <a:pt x="7850" y="8622"/>
                  </a:lnTo>
                  <a:lnTo>
                    <a:pt x="7815" y="8601"/>
                  </a:lnTo>
                  <a:lnTo>
                    <a:pt x="7784" y="8573"/>
                  </a:lnTo>
                  <a:lnTo>
                    <a:pt x="7760" y="8537"/>
                  </a:lnTo>
                  <a:lnTo>
                    <a:pt x="7751" y="8517"/>
                  </a:lnTo>
                  <a:lnTo>
                    <a:pt x="6371" y="5925"/>
                  </a:lnTo>
                  <a:lnTo>
                    <a:pt x="7249" y="5478"/>
                  </a:lnTo>
                  <a:lnTo>
                    <a:pt x="8616" y="8086"/>
                  </a:lnTo>
                  <a:lnTo>
                    <a:pt x="8625" y="8103"/>
                  </a:lnTo>
                  <a:lnTo>
                    <a:pt x="8638" y="8142"/>
                  </a:lnTo>
                  <a:lnTo>
                    <a:pt x="8641" y="8182"/>
                  </a:lnTo>
                  <a:lnTo>
                    <a:pt x="8637" y="8222"/>
                  </a:lnTo>
                  <a:lnTo>
                    <a:pt x="8625" y="8259"/>
                  </a:lnTo>
                  <a:lnTo>
                    <a:pt x="8606" y="8295"/>
                  </a:lnTo>
                  <a:lnTo>
                    <a:pt x="8581" y="8326"/>
                  </a:lnTo>
                  <a:lnTo>
                    <a:pt x="8550" y="8353"/>
                  </a:lnTo>
                  <a:lnTo>
                    <a:pt x="8532" y="8364"/>
                  </a:lnTo>
                  <a:close/>
                  <a:moveTo>
                    <a:pt x="6469" y="5075"/>
                  </a:moveTo>
                  <a:lnTo>
                    <a:pt x="6530" y="5043"/>
                  </a:lnTo>
                  <a:lnTo>
                    <a:pt x="6640" y="4981"/>
                  </a:lnTo>
                  <a:lnTo>
                    <a:pt x="6692" y="4949"/>
                  </a:lnTo>
                  <a:lnTo>
                    <a:pt x="6901" y="5353"/>
                  </a:lnTo>
                  <a:lnTo>
                    <a:pt x="6427" y="5590"/>
                  </a:lnTo>
                  <a:lnTo>
                    <a:pt x="6218" y="5186"/>
                  </a:lnTo>
                  <a:lnTo>
                    <a:pt x="6254" y="5175"/>
                  </a:lnTo>
                  <a:lnTo>
                    <a:pt x="6322" y="5149"/>
                  </a:lnTo>
                  <a:lnTo>
                    <a:pt x="6415" y="5106"/>
                  </a:lnTo>
                  <a:lnTo>
                    <a:pt x="6469" y="5075"/>
                  </a:lnTo>
                  <a:close/>
                  <a:moveTo>
                    <a:pt x="2956" y="1952"/>
                  </a:moveTo>
                  <a:lnTo>
                    <a:pt x="2975" y="1894"/>
                  </a:lnTo>
                  <a:lnTo>
                    <a:pt x="3017" y="1783"/>
                  </a:lnTo>
                  <a:lnTo>
                    <a:pt x="3064" y="1673"/>
                  </a:lnTo>
                  <a:lnTo>
                    <a:pt x="3117" y="1566"/>
                  </a:lnTo>
                  <a:lnTo>
                    <a:pt x="3174" y="1463"/>
                  </a:lnTo>
                  <a:lnTo>
                    <a:pt x="3237" y="1362"/>
                  </a:lnTo>
                  <a:lnTo>
                    <a:pt x="3304" y="1266"/>
                  </a:lnTo>
                  <a:lnTo>
                    <a:pt x="3376" y="1173"/>
                  </a:lnTo>
                  <a:lnTo>
                    <a:pt x="3453" y="1083"/>
                  </a:lnTo>
                  <a:lnTo>
                    <a:pt x="3533" y="997"/>
                  </a:lnTo>
                  <a:lnTo>
                    <a:pt x="3618" y="916"/>
                  </a:lnTo>
                  <a:lnTo>
                    <a:pt x="3708" y="838"/>
                  </a:lnTo>
                  <a:lnTo>
                    <a:pt x="3801" y="764"/>
                  </a:lnTo>
                  <a:lnTo>
                    <a:pt x="3897" y="696"/>
                  </a:lnTo>
                  <a:lnTo>
                    <a:pt x="3997" y="631"/>
                  </a:lnTo>
                  <a:lnTo>
                    <a:pt x="4101" y="572"/>
                  </a:lnTo>
                  <a:lnTo>
                    <a:pt x="4154" y="544"/>
                  </a:lnTo>
                  <a:lnTo>
                    <a:pt x="4211" y="516"/>
                  </a:lnTo>
                  <a:lnTo>
                    <a:pt x="4323" y="466"/>
                  </a:lnTo>
                  <a:lnTo>
                    <a:pt x="4436" y="422"/>
                  </a:lnTo>
                  <a:lnTo>
                    <a:pt x="4551" y="385"/>
                  </a:lnTo>
                  <a:lnTo>
                    <a:pt x="4667" y="352"/>
                  </a:lnTo>
                  <a:lnTo>
                    <a:pt x="4784" y="326"/>
                  </a:lnTo>
                  <a:lnTo>
                    <a:pt x="4900" y="306"/>
                  </a:lnTo>
                  <a:lnTo>
                    <a:pt x="5017" y="293"/>
                  </a:lnTo>
                  <a:lnTo>
                    <a:pt x="5134" y="284"/>
                  </a:lnTo>
                  <a:lnTo>
                    <a:pt x="5251" y="281"/>
                  </a:lnTo>
                  <a:lnTo>
                    <a:pt x="5367" y="284"/>
                  </a:lnTo>
                  <a:lnTo>
                    <a:pt x="5483" y="293"/>
                  </a:lnTo>
                  <a:lnTo>
                    <a:pt x="5598" y="306"/>
                  </a:lnTo>
                  <a:lnTo>
                    <a:pt x="5712" y="325"/>
                  </a:lnTo>
                  <a:lnTo>
                    <a:pt x="5825" y="350"/>
                  </a:lnTo>
                  <a:lnTo>
                    <a:pt x="5936" y="381"/>
                  </a:lnTo>
                  <a:lnTo>
                    <a:pt x="6046" y="415"/>
                  </a:lnTo>
                  <a:lnTo>
                    <a:pt x="6154" y="456"/>
                  </a:lnTo>
                  <a:lnTo>
                    <a:pt x="6260" y="502"/>
                  </a:lnTo>
                  <a:lnTo>
                    <a:pt x="6364" y="552"/>
                  </a:lnTo>
                  <a:lnTo>
                    <a:pt x="6465" y="608"/>
                  </a:lnTo>
                  <a:lnTo>
                    <a:pt x="6563" y="669"/>
                  </a:lnTo>
                  <a:lnTo>
                    <a:pt x="6659" y="734"/>
                  </a:lnTo>
                  <a:lnTo>
                    <a:pt x="6752" y="805"/>
                  </a:lnTo>
                  <a:lnTo>
                    <a:pt x="6841" y="879"/>
                  </a:lnTo>
                  <a:lnTo>
                    <a:pt x="6928" y="960"/>
                  </a:lnTo>
                  <a:lnTo>
                    <a:pt x="7011" y="1044"/>
                  </a:lnTo>
                  <a:lnTo>
                    <a:pt x="7089" y="1133"/>
                  </a:lnTo>
                  <a:lnTo>
                    <a:pt x="7163" y="1226"/>
                  </a:lnTo>
                  <a:lnTo>
                    <a:pt x="7233" y="1325"/>
                  </a:lnTo>
                  <a:lnTo>
                    <a:pt x="7299" y="1427"/>
                  </a:lnTo>
                  <a:lnTo>
                    <a:pt x="7360" y="1534"/>
                  </a:lnTo>
                  <a:lnTo>
                    <a:pt x="7389" y="1589"/>
                  </a:lnTo>
                  <a:lnTo>
                    <a:pt x="7416" y="1645"/>
                  </a:lnTo>
                  <a:lnTo>
                    <a:pt x="7467" y="1757"/>
                  </a:lnTo>
                  <a:lnTo>
                    <a:pt x="7511" y="1871"/>
                  </a:lnTo>
                  <a:lnTo>
                    <a:pt x="7548" y="1986"/>
                  </a:lnTo>
                  <a:lnTo>
                    <a:pt x="7581" y="2101"/>
                  </a:lnTo>
                  <a:lnTo>
                    <a:pt x="7606" y="2218"/>
                  </a:lnTo>
                  <a:lnTo>
                    <a:pt x="7627" y="2335"/>
                  </a:lnTo>
                  <a:lnTo>
                    <a:pt x="7640" y="2452"/>
                  </a:lnTo>
                  <a:lnTo>
                    <a:pt x="7649" y="2569"/>
                  </a:lnTo>
                  <a:lnTo>
                    <a:pt x="7652" y="2686"/>
                  </a:lnTo>
                  <a:lnTo>
                    <a:pt x="7649" y="2802"/>
                  </a:lnTo>
                  <a:lnTo>
                    <a:pt x="7640" y="2918"/>
                  </a:lnTo>
                  <a:lnTo>
                    <a:pt x="7627" y="3033"/>
                  </a:lnTo>
                  <a:lnTo>
                    <a:pt x="7607" y="3147"/>
                  </a:lnTo>
                  <a:lnTo>
                    <a:pt x="7583" y="3260"/>
                  </a:lnTo>
                  <a:lnTo>
                    <a:pt x="7552" y="3371"/>
                  </a:lnTo>
                  <a:lnTo>
                    <a:pt x="7517" y="3480"/>
                  </a:lnTo>
                  <a:lnTo>
                    <a:pt x="7477" y="3588"/>
                  </a:lnTo>
                  <a:lnTo>
                    <a:pt x="7431" y="3695"/>
                  </a:lnTo>
                  <a:lnTo>
                    <a:pt x="7381" y="3798"/>
                  </a:lnTo>
                  <a:lnTo>
                    <a:pt x="7324" y="3900"/>
                  </a:lnTo>
                  <a:lnTo>
                    <a:pt x="7264" y="3998"/>
                  </a:lnTo>
                  <a:lnTo>
                    <a:pt x="7199" y="4094"/>
                  </a:lnTo>
                  <a:lnTo>
                    <a:pt x="7128" y="4187"/>
                  </a:lnTo>
                  <a:lnTo>
                    <a:pt x="7053" y="4276"/>
                  </a:lnTo>
                  <a:lnTo>
                    <a:pt x="6973" y="4363"/>
                  </a:lnTo>
                  <a:lnTo>
                    <a:pt x="6888" y="4444"/>
                  </a:lnTo>
                  <a:lnTo>
                    <a:pt x="6800" y="4524"/>
                  </a:lnTo>
                  <a:lnTo>
                    <a:pt x="6705" y="4598"/>
                  </a:lnTo>
                  <a:lnTo>
                    <a:pt x="6608" y="4668"/>
                  </a:lnTo>
                  <a:lnTo>
                    <a:pt x="6506" y="4734"/>
                  </a:lnTo>
                  <a:lnTo>
                    <a:pt x="6398" y="4795"/>
                  </a:lnTo>
                  <a:lnTo>
                    <a:pt x="6344" y="4824"/>
                  </a:lnTo>
                  <a:lnTo>
                    <a:pt x="6255" y="4868"/>
                  </a:lnTo>
                  <a:lnTo>
                    <a:pt x="6075" y="4943"/>
                  </a:lnTo>
                  <a:lnTo>
                    <a:pt x="5896" y="5003"/>
                  </a:lnTo>
                  <a:lnTo>
                    <a:pt x="5716" y="5048"/>
                  </a:lnTo>
                  <a:lnTo>
                    <a:pt x="5537" y="5077"/>
                  </a:lnTo>
                  <a:lnTo>
                    <a:pt x="5359" y="5093"/>
                  </a:lnTo>
                  <a:lnTo>
                    <a:pt x="5182" y="5095"/>
                  </a:lnTo>
                  <a:lnTo>
                    <a:pt x="5008" y="5083"/>
                  </a:lnTo>
                  <a:lnTo>
                    <a:pt x="4836" y="5059"/>
                  </a:lnTo>
                  <a:lnTo>
                    <a:pt x="4668" y="5022"/>
                  </a:lnTo>
                  <a:lnTo>
                    <a:pt x="4503" y="4974"/>
                  </a:lnTo>
                  <a:lnTo>
                    <a:pt x="4343" y="4915"/>
                  </a:lnTo>
                  <a:lnTo>
                    <a:pt x="4189" y="4844"/>
                  </a:lnTo>
                  <a:lnTo>
                    <a:pt x="4039" y="4763"/>
                  </a:lnTo>
                  <a:lnTo>
                    <a:pt x="3895" y="4671"/>
                  </a:lnTo>
                  <a:lnTo>
                    <a:pt x="3758" y="4571"/>
                  </a:lnTo>
                  <a:lnTo>
                    <a:pt x="3628" y="4461"/>
                  </a:lnTo>
                  <a:lnTo>
                    <a:pt x="3507" y="4343"/>
                  </a:lnTo>
                  <a:lnTo>
                    <a:pt x="3393" y="4216"/>
                  </a:lnTo>
                  <a:lnTo>
                    <a:pt x="3288" y="4082"/>
                  </a:lnTo>
                  <a:lnTo>
                    <a:pt x="3192" y="3940"/>
                  </a:lnTo>
                  <a:lnTo>
                    <a:pt x="3108" y="3793"/>
                  </a:lnTo>
                  <a:lnTo>
                    <a:pt x="3032" y="3638"/>
                  </a:lnTo>
                  <a:lnTo>
                    <a:pt x="2968" y="3478"/>
                  </a:lnTo>
                  <a:lnTo>
                    <a:pt x="2917" y="3313"/>
                  </a:lnTo>
                  <a:lnTo>
                    <a:pt x="2877" y="3143"/>
                  </a:lnTo>
                  <a:lnTo>
                    <a:pt x="2850" y="2968"/>
                  </a:lnTo>
                  <a:lnTo>
                    <a:pt x="2837" y="2790"/>
                  </a:lnTo>
                  <a:lnTo>
                    <a:pt x="2837" y="2608"/>
                  </a:lnTo>
                  <a:lnTo>
                    <a:pt x="2851" y="2423"/>
                  </a:lnTo>
                  <a:lnTo>
                    <a:pt x="2881" y="2236"/>
                  </a:lnTo>
                  <a:lnTo>
                    <a:pt x="2927" y="2047"/>
                  </a:lnTo>
                  <a:lnTo>
                    <a:pt x="2956" y="1952"/>
                  </a:lnTo>
                  <a:close/>
                  <a:moveTo>
                    <a:pt x="5479" y="8225"/>
                  </a:moveTo>
                  <a:lnTo>
                    <a:pt x="5478" y="8269"/>
                  </a:lnTo>
                  <a:lnTo>
                    <a:pt x="5460" y="8351"/>
                  </a:lnTo>
                  <a:lnTo>
                    <a:pt x="5428" y="8427"/>
                  </a:lnTo>
                  <a:lnTo>
                    <a:pt x="5382" y="8493"/>
                  </a:lnTo>
                  <a:lnTo>
                    <a:pt x="5324" y="8550"/>
                  </a:lnTo>
                  <a:lnTo>
                    <a:pt x="5257" y="8594"/>
                  </a:lnTo>
                  <a:lnTo>
                    <a:pt x="5182" y="8625"/>
                  </a:lnTo>
                  <a:lnTo>
                    <a:pt x="5103" y="8641"/>
                  </a:lnTo>
                  <a:lnTo>
                    <a:pt x="5061" y="8643"/>
                  </a:lnTo>
                  <a:lnTo>
                    <a:pt x="1255" y="8643"/>
                  </a:lnTo>
                  <a:lnTo>
                    <a:pt x="1285" y="8600"/>
                  </a:lnTo>
                  <a:lnTo>
                    <a:pt x="1336" y="8502"/>
                  </a:lnTo>
                  <a:lnTo>
                    <a:pt x="1373" y="8395"/>
                  </a:lnTo>
                  <a:lnTo>
                    <a:pt x="1389" y="8310"/>
                  </a:lnTo>
                  <a:lnTo>
                    <a:pt x="1394" y="8253"/>
                  </a:lnTo>
                  <a:lnTo>
                    <a:pt x="1394" y="8225"/>
                  </a:lnTo>
                  <a:lnTo>
                    <a:pt x="1394" y="2579"/>
                  </a:lnTo>
                  <a:lnTo>
                    <a:pt x="2565" y="2579"/>
                  </a:lnTo>
                  <a:lnTo>
                    <a:pt x="2563" y="2644"/>
                  </a:lnTo>
                  <a:lnTo>
                    <a:pt x="2565" y="2774"/>
                  </a:lnTo>
                  <a:lnTo>
                    <a:pt x="2572" y="2902"/>
                  </a:lnTo>
                  <a:lnTo>
                    <a:pt x="2586" y="3030"/>
                  </a:lnTo>
                  <a:lnTo>
                    <a:pt x="2606" y="3156"/>
                  </a:lnTo>
                  <a:lnTo>
                    <a:pt x="2631" y="3283"/>
                  </a:lnTo>
                  <a:lnTo>
                    <a:pt x="2661" y="3408"/>
                  </a:lnTo>
                  <a:lnTo>
                    <a:pt x="2698" y="3534"/>
                  </a:lnTo>
                  <a:lnTo>
                    <a:pt x="2719" y="3596"/>
                  </a:lnTo>
                  <a:lnTo>
                    <a:pt x="2161" y="3596"/>
                  </a:lnTo>
                  <a:lnTo>
                    <a:pt x="2161" y="3876"/>
                  </a:lnTo>
                  <a:lnTo>
                    <a:pt x="2830" y="3876"/>
                  </a:lnTo>
                  <a:lnTo>
                    <a:pt x="2865" y="3942"/>
                  </a:lnTo>
                  <a:lnTo>
                    <a:pt x="2939" y="4073"/>
                  </a:lnTo>
                  <a:lnTo>
                    <a:pt x="3020" y="4199"/>
                  </a:lnTo>
                  <a:lnTo>
                    <a:pt x="3108" y="4319"/>
                  </a:lnTo>
                  <a:lnTo>
                    <a:pt x="3202" y="4434"/>
                  </a:lnTo>
                  <a:lnTo>
                    <a:pt x="3302" y="4544"/>
                  </a:lnTo>
                  <a:lnTo>
                    <a:pt x="3410" y="4648"/>
                  </a:lnTo>
                  <a:lnTo>
                    <a:pt x="3524" y="4748"/>
                  </a:lnTo>
                  <a:lnTo>
                    <a:pt x="3583" y="4796"/>
                  </a:lnTo>
                  <a:lnTo>
                    <a:pt x="2175" y="4796"/>
                  </a:lnTo>
                  <a:lnTo>
                    <a:pt x="2175" y="5075"/>
                  </a:lnTo>
                  <a:lnTo>
                    <a:pt x="4043" y="5075"/>
                  </a:lnTo>
                  <a:lnTo>
                    <a:pt x="4132" y="5118"/>
                  </a:lnTo>
                  <a:lnTo>
                    <a:pt x="4310" y="5192"/>
                  </a:lnTo>
                  <a:lnTo>
                    <a:pt x="4488" y="5252"/>
                  </a:lnTo>
                  <a:lnTo>
                    <a:pt x="4667" y="5301"/>
                  </a:lnTo>
                  <a:lnTo>
                    <a:pt x="4845" y="5334"/>
                  </a:lnTo>
                  <a:lnTo>
                    <a:pt x="5025" y="5355"/>
                  </a:lnTo>
                  <a:lnTo>
                    <a:pt x="5206" y="5363"/>
                  </a:lnTo>
                  <a:lnTo>
                    <a:pt x="5388" y="5360"/>
                  </a:lnTo>
                  <a:lnTo>
                    <a:pt x="5479" y="5353"/>
                  </a:lnTo>
                  <a:lnTo>
                    <a:pt x="5479" y="8225"/>
                  </a:lnTo>
                  <a:close/>
                  <a:moveTo>
                    <a:pt x="1116" y="8225"/>
                  </a:moveTo>
                  <a:lnTo>
                    <a:pt x="1114" y="8269"/>
                  </a:lnTo>
                  <a:lnTo>
                    <a:pt x="1097" y="8351"/>
                  </a:lnTo>
                  <a:lnTo>
                    <a:pt x="1063" y="8427"/>
                  </a:lnTo>
                  <a:lnTo>
                    <a:pt x="1017" y="8493"/>
                  </a:lnTo>
                  <a:lnTo>
                    <a:pt x="960" y="8550"/>
                  </a:lnTo>
                  <a:lnTo>
                    <a:pt x="893" y="8594"/>
                  </a:lnTo>
                  <a:lnTo>
                    <a:pt x="819" y="8625"/>
                  </a:lnTo>
                  <a:lnTo>
                    <a:pt x="738" y="8641"/>
                  </a:lnTo>
                  <a:lnTo>
                    <a:pt x="697" y="8643"/>
                  </a:lnTo>
                  <a:lnTo>
                    <a:pt x="653" y="8641"/>
                  </a:lnTo>
                  <a:lnTo>
                    <a:pt x="570" y="8624"/>
                  </a:lnTo>
                  <a:lnTo>
                    <a:pt x="495" y="8592"/>
                  </a:lnTo>
                  <a:lnTo>
                    <a:pt x="428" y="8546"/>
                  </a:lnTo>
                  <a:lnTo>
                    <a:pt x="372" y="8488"/>
                  </a:lnTo>
                  <a:lnTo>
                    <a:pt x="327" y="8420"/>
                  </a:lnTo>
                  <a:lnTo>
                    <a:pt x="297" y="8346"/>
                  </a:lnTo>
                  <a:lnTo>
                    <a:pt x="280" y="8267"/>
                  </a:lnTo>
                  <a:lnTo>
                    <a:pt x="279" y="8225"/>
                  </a:lnTo>
                  <a:lnTo>
                    <a:pt x="279" y="7193"/>
                  </a:lnTo>
                  <a:lnTo>
                    <a:pt x="1116" y="7193"/>
                  </a:lnTo>
                  <a:lnTo>
                    <a:pt x="1116" y="8225"/>
                  </a:lnTo>
                  <a:close/>
                  <a:moveTo>
                    <a:pt x="8867" y="7946"/>
                  </a:moveTo>
                  <a:lnTo>
                    <a:pt x="7361" y="5117"/>
                  </a:lnTo>
                  <a:lnTo>
                    <a:pt x="7165" y="5214"/>
                  </a:lnTo>
                  <a:lnTo>
                    <a:pt x="6943" y="4767"/>
                  </a:lnTo>
                  <a:lnTo>
                    <a:pt x="6988" y="4732"/>
                  </a:lnTo>
                  <a:lnTo>
                    <a:pt x="7075" y="4656"/>
                  </a:lnTo>
                  <a:lnTo>
                    <a:pt x="7198" y="4537"/>
                  </a:lnTo>
                  <a:lnTo>
                    <a:pt x="7348" y="4367"/>
                  </a:lnTo>
                  <a:lnTo>
                    <a:pt x="7483" y="4185"/>
                  </a:lnTo>
                  <a:lnTo>
                    <a:pt x="7603" y="3994"/>
                  </a:lnTo>
                  <a:lnTo>
                    <a:pt x="7704" y="3793"/>
                  </a:lnTo>
                  <a:lnTo>
                    <a:pt x="7790" y="3585"/>
                  </a:lnTo>
                  <a:lnTo>
                    <a:pt x="7858" y="3370"/>
                  </a:lnTo>
                  <a:lnTo>
                    <a:pt x="7907" y="3150"/>
                  </a:lnTo>
                  <a:lnTo>
                    <a:pt x="7938" y="2925"/>
                  </a:lnTo>
                  <a:lnTo>
                    <a:pt x="7951" y="2698"/>
                  </a:lnTo>
                  <a:lnTo>
                    <a:pt x="7946" y="2527"/>
                  </a:lnTo>
                  <a:lnTo>
                    <a:pt x="7937" y="2412"/>
                  </a:lnTo>
                  <a:lnTo>
                    <a:pt x="7924" y="2297"/>
                  </a:lnTo>
                  <a:lnTo>
                    <a:pt x="7905" y="2182"/>
                  </a:lnTo>
                  <a:lnTo>
                    <a:pt x="7881" y="2068"/>
                  </a:lnTo>
                  <a:lnTo>
                    <a:pt x="7851" y="1954"/>
                  </a:lnTo>
                  <a:lnTo>
                    <a:pt x="7817" y="1840"/>
                  </a:lnTo>
                  <a:lnTo>
                    <a:pt x="7777" y="1728"/>
                  </a:lnTo>
                  <a:lnTo>
                    <a:pt x="7732" y="1616"/>
                  </a:lnTo>
                  <a:lnTo>
                    <a:pt x="7681" y="1504"/>
                  </a:lnTo>
                  <a:lnTo>
                    <a:pt x="7654" y="1450"/>
                  </a:lnTo>
                  <a:lnTo>
                    <a:pt x="7621" y="1388"/>
                  </a:lnTo>
                  <a:lnTo>
                    <a:pt x="7552" y="1270"/>
                  </a:lnTo>
                  <a:lnTo>
                    <a:pt x="7477" y="1157"/>
                  </a:lnTo>
                  <a:lnTo>
                    <a:pt x="7398" y="1049"/>
                  </a:lnTo>
                  <a:lnTo>
                    <a:pt x="7314" y="945"/>
                  </a:lnTo>
                  <a:lnTo>
                    <a:pt x="7225" y="847"/>
                  </a:lnTo>
                  <a:lnTo>
                    <a:pt x="7132" y="753"/>
                  </a:lnTo>
                  <a:lnTo>
                    <a:pt x="7036" y="664"/>
                  </a:lnTo>
                  <a:lnTo>
                    <a:pt x="6934" y="581"/>
                  </a:lnTo>
                  <a:lnTo>
                    <a:pt x="6831" y="503"/>
                  </a:lnTo>
                  <a:lnTo>
                    <a:pt x="6723" y="431"/>
                  </a:lnTo>
                  <a:lnTo>
                    <a:pt x="6612" y="363"/>
                  </a:lnTo>
                  <a:lnTo>
                    <a:pt x="6498" y="301"/>
                  </a:lnTo>
                  <a:lnTo>
                    <a:pt x="6382" y="245"/>
                  </a:lnTo>
                  <a:lnTo>
                    <a:pt x="6264" y="194"/>
                  </a:lnTo>
                  <a:lnTo>
                    <a:pt x="6143" y="150"/>
                  </a:lnTo>
                  <a:lnTo>
                    <a:pt x="6021" y="110"/>
                  </a:lnTo>
                  <a:lnTo>
                    <a:pt x="5896" y="76"/>
                  </a:lnTo>
                  <a:lnTo>
                    <a:pt x="5770" y="49"/>
                  </a:lnTo>
                  <a:lnTo>
                    <a:pt x="5642" y="27"/>
                  </a:lnTo>
                  <a:lnTo>
                    <a:pt x="5513" y="13"/>
                  </a:lnTo>
                  <a:lnTo>
                    <a:pt x="5384" y="3"/>
                  </a:lnTo>
                  <a:lnTo>
                    <a:pt x="5254" y="0"/>
                  </a:lnTo>
                  <a:lnTo>
                    <a:pt x="5123" y="3"/>
                  </a:lnTo>
                  <a:lnTo>
                    <a:pt x="4993" y="13"/>
                  </a:lnTo>
                  <a:lnTo>
                    <a:pt x="4862" y="28"/>
                  </a:lnTo>
                  <a:lnTo>
                    <a:pt x="4731" y="50"/>
                  </a:lnTo>
                  <a:lnTo>
                    <a:pt x="4602" y="79"/>
                  </a:lnTo>
                  <a:lnTo>
                    <a:pt x="4472" y="115"/>
                  </a:lnTo>
                  <a:lnTo>
                    <a:pt x="4344" y="157"/>
                  </a:lnTo>
                  <a:lnTo>
                    <a:pt x="4217" y="206"/>
                  </a:lnTo>
                  <a:lnTo>
                    <a:pt x="4091" y="262"/>
                  </a:lnTo>
                  <a:lnTo>
                    <a:pt x="4029" y="293"/>
                  </a:lnTo>
                  <a:lnTo>
                    <a:pt x="3958" y="330"/>
                  </a:lnTo>
                  <a:lnTo>
                    <a:pt x="3820" y="411"/>
                  </a:lnTo>
                  <a:lnTo>
                    <a:pt x="3687" y="500"/>
                  </a:lnTo>
                  <a:lnTo>
                    <a:pt x="3559" y="595"/>
                  </a:lnTo>
                  <a:lnTo>
                    <a:pt x="3439" y="697"/>
                  </a:lnTo>
                  <a:lnTo>
                    <a:pt x="3325" y="807"/>
                  </a:lnTo>
                  <a:lnTo>
                    <a:pt x="3217" y="923"/>
                  </a:lnTo>
                  <a:lnTo>
                    <a:pt x="3118" y="1044"/>
                  </a:lnTo>
                  <a:lnTo>
                    <a:pt x="3025" y="1173"/>
                  </a:lnTo>
                  <a:lnTo>
                    <a:pt x="2939" y="1307"/>
                  </a:lnTo>
                  <a:lnTo>
                    <a:pt x="2863" y="1446"/>
                  </a:lnTo>
                  <a:lnTo>
                    <a:pt x="2794" y="1590"/>
                  </a:lnTo>
                  <a:lnTo>
                    <a:pt x="2733" y="1741"/>
                  </a:lnTo>
                  <a:lnTo>
                    <a:pt x="2681" y="1894"/>
                  </a:lnTo>
                  <a:lnTo>
                    <a:pt x="2639" y="2053"/>
                  </a:lnTo>
                  <a:lnTo>
                    <a:pt x="2606" y="2216"/>
                  </a:lnTo>
                  <a:lnTo>
                    <a:pt x="2593" y="2300"/>
                  </a:lnTo>
                  <a:lnTo>
                    <a:pt x="1116" y="2300"/>
                  </a:lnTo>
                  <a:lnTo>
                    <a:pt x="1116" y="6915"/>
                  </a:lnTo>
                  <a:lnTo>
                    <a:pt x="0" y="6915"/>
                  </a:lnTo>
                  <a:lnTo>
                    <a:pt x="0" y="8225"/>
                  </a:lnTo>
                  <a:lnTo>
                    <a:pt x="1" y="8261"/>
                  </a:lnTo>
                  <a:lnTo>
                    <a:pt x="7" y="8332"/>
                  </a:lnTo>
                  <a:lnTo>
                    <a:pt x="21" y="8400"/>
                  </a:lnTo>
                  <a:lnTo>
                    <a:pt x="42" y="8466"/>
                  </a:lnTo>
                  <a:lnTo>
                    <a:pt x="68" y="8529"/>
                  </a:lnTo>
                  <a:lnTo>
                    <a:pt x="99" y="8589"/>
                  </a:lnTo>
                  <a:lnTo>
                    <a:pt x="137" y="8644"/>
                  </a:lnTo>
                  <a:lnTo>
                    <a:pt x="179" y="8695"/>
                  </a:lnTo>
                  <a:lnTo>
                    <a:pt x="226" y="8742"/>
                  </a:lnTo>
                  <a:lnTo>
                    <a:pt x="277" y="8785"/>
                  </a:lnTo>
                  <a:lnTo>
                    <a:pt x="334" y="8822"/>
                  </a:lnTo>
                  <a:lnTo>
                    <a:pt x="392" y="8854"/>
                  </a:lnTo>
                  <a:lnTo>
                    <a:pt x="455" y="8880"/>
                  </a:lnTo>
                  <a:lnTo>
                    <a:pt x="521" y="8900"/>
                  </a:lnTo>
                  <a:lnTo>
                    <a:pt x="590" y="8914"/>
                  </a:lnTo>
                  <a:lnTo>
                    <a:pt x="661" y="8921"/>
                  </a:lnTo>
                  <a:lnTo>
                    <a:pt x="697" y="8922"/>
                  </a:lnTo>
                  <a:lnTo>
                    <a:pt x="5061" y="8922"/>
                  </a:lnTo>
                  <a:lnTo>
                    <a:pt x="5097" y="8921"/>
                  </a:lnTo>
                  <a:lnTo>
                    <a:pt x="5168" y="8914"/>
                  </a:lnTo>
                  <a:lnTo>
                    <a:pt x="5236" y="8900"/>
                  </a:lnTo>
                  <a:lnTo>
                    <a:pt x="5302" y="8880"/>
                  </a:lnTo>
                  <a:lnTo>
                    <a:pt x="5365" y="8854"/>
                  </a:lnTo>
                  <a:lnTo>
                    <a:pt x="5425" y="8822"/>
                  </a:lnTo>
                  <a:lnTo>
                    <a:pt x="5480" y="8785"/>
                  </a:lnTo>
                  <a:lnTo>
                    <a:pt x="5531" y="8742"/>
                  </a:lnTo>
                  <a:lnTo>
                    <a:pt x="5578" y="8695"/>
                  </a:lnTo>
                  <a:lnTo>
                    <a:pt x="5621" y="8644"/>
                  </a:lnTo>
                  <a:lnTo>
                    <a:pt x="5659" y="8589"/>
                  </a:lnTo>
                  <a:lnTo>
                    <a:pt x="5690" y="8529"/>
                  </a:lnTo>
                  <a:lnTo>
                    <a:pt x="5716" y="8466"/>
                  </a:lnTo>
                  <a:lnTo>
                    <a:pt x="5736" y="8400"/>
                  </a:lnTo>
                  <a:lnTo>
                    <a:pt x="5750" y="8332"/>
                  </a:lnTo>
                  <a:lnTo>
                    <a:pt x="5757" y="8261"/>
                  </a:lnTo>
                  <a:lnTo>
                    <a:pt x="5758" y="8225"/>
                  </a:lnTo>
                  <a:lnTo>
                    <a:pt x="5758" y="5326"/>
                  </a:lnTo>
                  <a:lnTo>
                    <a:pt x="5810" y="5315"/>
                  </a:lnTo>
                  <a:lnTo>
                    <a:pt x="5915" y="5289"/>
                  </a:lnTo>
                  <a:lnTo>
                    <a:pt x="5967" y="5269"/>
                  </a:lnTo>
                  <a:lnTo>
                    <a:pt x="6190" y="5716"/>
                  </a:lnTo>
                  <a:lnTo>
                    <a:pt x="5981" y="5827"/>
                  </a:lnTo>
                  <a:lnTo>
                    <a:pt x="7486" y="8657"/>
                  </a:lnTo>
                  <a:lnTo>
                    <a:pt x="7503" y="8688"/>
                  </a:lnTo>
                  <a:lnTo>
                    <a:pt x="7543" y="8743"/>
                  </a:lnTo>
                  <a:lnTo>
                    <a:pt x="7590" y="8792"/>
                  </a:lnTo>
                  <a:lnTo>
                    <a:pt x="7642" y="8834"/>
                  </a:lnTo>
                  <a:lnTo>
                    <a:pt x="7700" y="8868"/>
                  </a:lnTo>
                  <a:lnTo>
                    <a:pt x="7761" y="8894"/>
                  </a:lnTo>
                  <a:lnTo>
                    <a:pt x="7824" y="8912"/>
                  </a:lnTo>
                  <a:lnTo>
                    <a:pt x="7887" y="8921"/>
                  </a:lnTo>
                  <a:lnTo>
                    <a:pt x="7918" y="8922"/>
                  </a:lnTo>
                  <a:lnTo>
                    <a:pt x="7946" y="8921"/>
                  </a:lnTo>
                  <a:lnTo>
                    <a:pt x="8001" y="8915"/>
                  </a:lnTo>
                  <a:lnTo>
                    <a:pt x="8058" y="8902"/>
                  </a:lnTo>
                  <a:lnTo>
                    <a:pt x="8115" y="8880"/>
                  </a:lnTo>
                  <a:lnTo>
                    <a:pt x="8142" y="8866"/>
                  </a:lnTo>
                  <a:lnTo>
                    <a:pt x="8644" y="8615"/>
                  </a:lnTo>
                  <a:lnTo>
                    <a:pt x="8667" y="8603"/>
                  </a:lnTo>
                  <a:lnTo>
                    <a:pt x="8710" y="8576"/>
                  </a:lnTo>
                  <a:lnTo>
                    <a:pt x="8768" y="8529"/>
                  </a:lnTo>
                  <a:lnTo>
                    <a:pt x="8832" y="8455"/>
                  </a:lnTo>
                  <a:lnTo>
                    <a:pt x="8880" y="8372"/>
                  </a:lnTo>
                  <a:lnTo>
                    <a:pt x="8910" y="8282"/>
                  </a:lnTo>
                  <a:lnTo>
                    <a:pt x="8922" y="8187"/>
                  </a:lnTo>
                  <a:lnTo>
                    <a:pt x="8915" y="8090"/>
                  </a:lnTo>
                  <a:lnTo>
                    <a:pt x="8896" y="8018"/>
                  </a:lnTo>
                  <a:lnTo>
                    <a:pt x="8878" y="7970"/>
                  </a:lnTo>
                  <a:lnTo>
                    <a:pt x="8867" y="7946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91E6FF65-F182-7A37-CC9B-2D42262CF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4053"/>
              <a:ext cx="75" cy="76"/>
            </a:xfrm>
            <a:custGeom>
              <a:avLst/>
              <a:gdLst>
                <a:gd name="T0" fmla="*/ 0 w 378"/>
                <a:gd name="T1" fmla="*/ 135 h 379"/>
                <a:gd name="T2" fmla="*/ 243 w 378"/>
                <a:gd name="T3" fmla="*/ 0 h 379"/>
                <a:gd name="T4" fmla="*/ 378 w 378"/>
                <a:gd name="T5" fmla="*/ 244 h 379"/>
                <a:gd name="T6" fmla="*/ 135 w 378"/>
                <a:gd name="T7" fmla="*/ 379 h 379"/>
                <a:gd name="T8" fmla="*/ 0 w 378"/>
                <a:gd name="T9" fmla="*/ 135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9">
                  <a:moveTo>
                    <a:pt x="0" y="135"/>
                  </a:moveTo>
                  <a:lnTo>
                    <a:pt x="243" y="0"/>
                  </a:lnTo>
                  <a:lnTo>
                    <a:pt x="378" y="244"/>
                  </a:lnTo>
                  <a:lnTo>
                    <a:pt x="135" y="379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A36C966F-4E6F-E5B9-5B70-9C3079057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" y="4197"/>
              <a:ext cx="76" cy="76"/>
            </a:xfrm>
            <a:custGeom>
              <a:avLst/>
              <a:gdLst>
                <a:gd name="T0" fmla="*/ 0 w 380"/>
                <a:gd name="T1" fmla="*/ 135 h 378"/>
                <a:gd name="T2" fmla="*/ 245 w 380"/>
                <a:gd name="T3" fmla="*/ 0 h 378"/>
                <a:gd name="T4" fmla="*/ 380 w 380"/>
                <a:gd name="T5" fmla="*/ 243 h 378"/>
                <a:gd name="T6" fmla="*/ 135 w 380"/>
                <a:gd name="T7" fmla="*/ 378 h 378"/>
                <a:gd name="T8" fmla="*/ 0 w 380"/>
                <a:gd name="T9" fmla="*/ 135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0" h="378">
                  <a:moveTo>
                    <a:pt x="0" y="135"/>
                  </a:moveTo>
                  <a:lnTo>
                    <a:pt x="245" y="0"/>
                  </a:lnTo>
                  <a:lnTo>
                    <a:pt x="380" y="243"/>
                  </a:lnTo>
                  <a:lnTo>
                    <a:pt x="135" y="378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C1CDF052-5A64-7D62-C8FE-FFA85EFF1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4346"/>
              <a:ext cx="76" cy="76"/>
            </a:xfrm>
            <a:custGeom>
              <a:avLst/>
              <a:gdLst>
                <a:gd name="T0" fmla="*/ 0 w 379"/>
                <a:gd name="T1" fmla="*/ 135 h 380"/>
                <a:gd name="T2" fmla="*/ 244 w 379"/>
                <a:gd name="T3" fmla="*/ 0 h 380"/>
                <a:gd name="T4" fmla="*/ 379 w 379"/>
                <a:gd name="T5" fmla="*/ 245 h 380"/>
                <a:gd name="T6" fmla="*/ 135 w 379"/>
                <a:gd name="T7" fmla="*/ 380 h 380"/>
                <a:gd name="T8" fmla="*/ 0 w 379"/>
                <a:gd name="T9" fmla="*/ 135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80">
                  <a:moveTo>
                    <a:pt x="0" y="135"/>
                  </a:moveTo>
                  <a:lnTo>
                    <a:pt x="244" y="0"/>
                  </a:lnTo>
                  <a:lnTo>
                    <a:pt x="379" y="245"/>
                  </a:lnTo>
                  <a:lnTo>
                    <a:pt x="135" y="380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0CB8F20F-CC57-922A-D873-5EF750B5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3547"/>
              <a:ext cx="243" cy="56"/>
            </a:xfrm>
            <a:custGeom>
              <a:avLst/>
              <a:gdLst>
                <a:gd name="T0" fmla="*/ 182 w 1213"/>
                <a:gd name="T1" fmla="*/ 280 h 280"/>
                <a:gd name="T2" fmla="*/ 1213 w 1213"/>
                <a:gd name="T3" fmla="*/ 280 h 280"/>
                <a:gd name="T4" fmla="*/ 1213 w 1213"/>
                <a:gd name="T5" fmla="*/ 0 h 280"/>
                <a:gd name="T6" fmla="*/ 0 w 1213"/>
                <a:gd name="T7" fmla="*/ 0 h 280"/>
                <a:gd name="T8" fmla="*/ 21 w 1213"/>
                <a:gd name="T9" fmla="*/ 41 h 280"/>
                <a:gd name="T10" fmla="*/ 64 w 1213"/>
                <a:gd name="T11" fmla="*/ 116 h 280"/>
                <a:gd name="T12" fmla="*/ 131 w 1213"/>
                <a:gd name="T13" fmla="*/ 217 h 280"/>
                <a:gd name="T14" fmla="*/ 182 w 1213"/>
                <a:gd name="T15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3" h="280">
                  <a:moveTo>
                    <a:pt x="182" y="280"/>
                  </a:moveTo>
                  <a:lnTo>
                    <a:pt x="1213" y="280"/>
                  </a:lnTo>
                  <a:lnTo>
                    <a:pt x="1213" y="0"/>
                  </a:lnTo>
                  <a:lnTo>
                    <a:pt x="0" y="0"/>
                  </a:lnTo>
                  <a:lnTo>
                    <a:pt x="21" y="41"/>
                  </a:lnTo>
                  <a:lnTo>
                    <a:pt x="64" y="116"/>
                  </a:lnTo>
                  <a:lnTo>
                    <a:pt x="131" y="217"/>
                  </a:lnTo>
                  <a:lnTo>
                    <a:pt x="182" y="280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1C40102B-B96B-A40C-EADB-6B01E7C04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3213"/>
              <a:ext cx="568" cy="530"/>
            </a:xfrm>
            <a:custGeom>
              <a:avLst/>
              <a:gdLst>
                <a:gd name="T0" fmla="*/ 2844 w 2844"/>
                <a:gd name="T1" fmla="*/ 2537 h 2649"/>
                <a:gd name="T2" fmla="*/ 2844 w 2844"/>
                <a:gd name="T3" fmla="*/ 0 h 2649"/>
                <a:gd name="T4" fmla="*/ 98 w 2844"/>
                <a:gd name="T5" fmla="*/ 0 h 2649"/>
                <a:gd name="T6" fmla="*/ 82 w 2844"/>
                <a:gd name="T7" fmla="*/ 32 h 2649"/>
                <a:gd name="T8" fmla="*/ 55 w 2844"/>
                <a:gd name="T9" fmla="*/ 99 h 2649"/>
                <a:gd name="T10" fmla="*/ 21 w 2844"/>
                <a:gd name="T11" fmla="*/ 206 h 2649"/>
                <a:gd name="T12" fmla="*/ 0 w 2844"/>
                <a:gd name="T13" fmla="*/ 279 h 2649"/>
                <a:gd name="T14" fmla="*/ 2551 w 2844"/>
                <a:gd name="T15" fmla="*/ 279 h 2649"/>
                <a:gd name="T16" fmla="*/ 2551 w 2844"/>
                <a:gd name="T17" fmla="*/ 2649 h 2649"/>
                <a:gd name="T18" fmla="*/ 2624 w 2844"/>
                <a:gd name="T19" fmla="*/ 2626 h 2649"/>
                <a:gd name="T20" fmla="*/ 2771 w 2844"/>
                <a:gd name="T21" fmla="*/ 2568 h 2649"/>
                <a:gd name="T22" fmla="*/ 2844 w 2844"/>
                <a:gd name="T23" fmla="*/ 2537 h 2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44" h="2649">
                  <a:moveTo>
                    <a:pt x="2844" y="2537"/>
                  </a:moveTo>
                  <a:lnTo>
                    <a:pt x="2844" y="0"/>
                  </a:lnTo>
                  <a:lnTo>
                    <a:pt x="98" y="0"/>
                  </a:lnTo>
                  <a:lnTo>
                    <a:pt x="82" y="32"/>
                  </a:lnTo>
                  <a:lnTo>
                    <a:pt x="55" y="99"/>
                  </a:lnTo>
                  <a:lnTo>
                    <a:pt x="21" y="206"/>
                  </a:lnTo>
                  <a:lnTo>
                    <a:pt x="0" y="279"/>
                  </a:lnTo>
                  <a:lnTo>
                    <a:pt x="2551" y="279"/>
                  </a:lnTo>
                  <a:lnTo>
                    <a:pt x="2551" y="2649"/>
                  </a:lnTo>
                  <a:lnTo>
                    <a:pt x="2624" y="2626"/>
                  </a:lnTo>
                  <a:lnTo>
                    <a:pt x="2771" y="2568"/>
                  </a:lnTo>
                  <a:lnTo>
                    <a:pt x="2844" y="2537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8" name="Group 41">
            <a:extLst>
              <a:ext uri="{FF2B5EF4-FFF2-40B4-BE49-F238E27FC236}">
                <a16:creationId xmlns:a16="http://schemas.microsoft.com/office/drawing/2014/main" id="{2D474D92-FB22-459A-7A7C-2EB3C9E6CA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08254" y="4975728"/>
            <a:ext cx="798521" cy="799053"/>
            <a:chOff x="4388" y="2708"/>
            <a:chExt cx="1500" cy="1501"/>
          </a:xfrm>
        </p:grpSpPr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id="{EC85F83C-005F-7B36-8AE8-1C07CB7F8D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8" y="2709"/>
              <a:ext cx="750" cy="1500"/>
            </a:xfrm>
            <a:custGeom>
              <a:avLst/>
              <a:gdLst>
                <a:gd name="T0" fmla="*/ 4501 w 4501"/>
                <a:gd name="T1" fmla="*/ 282 h 9004"/>
                <a:gd name="T2" fmla="*/ 3874 w 4501"/>
                <a:gd name="T3" fmla="*/ 50 h 9004"/>
                <a:gd name="T4" fmla="*/ 3769 w 4501"/>
                <a:gd name="T5" fmla="*/ 353 h 9004"/>
                <a:gd name="T6" fmla="*/ 3431 w 4501"/>
                <a:gd name="T7" fmla="*/ 127 h 9004"/>
                <a:gd name="T8" fmla="*/ 2729 w 4501"/>
                <a:gd name="T9" fmla="*/ 675 h 9004"/>
                <a:gd name="T10" fmla="*/ 2883 w 4501"/>
                <a:gd name="T11" fmla="*/ 310 h 9004"/>
                <a:gd name="T12" fmla="*/ 2729 w 4501"/>
                <a:gd name="T13" fmla="*/ 675 h 9004"/>
                <a:gd name="T14" fmla="*/ 2300 w 4501"/>
                <a:gd name="T15" fmla="*/ 580 h 9004"/>
                <a:gd name="T16" fmla="*/ 2402 w 4501"/>
                <a:gd name="T17" fmla="*/ 843 h 9004"/>
                <a:gd name="T18" fmla="*/ 1632 w 4501"/>
                <a:gd name="T19" fmla="*/ 1042 h 9004"/>
                <a:gd name="T20" fmla="*/ 1814 w 4501"/>
                <a:gd name="T21" fmla="*/ 1253 h 9004"/>
                <a:gd name="T22" fmla="*/ 1617 w 4501"/>
                <a:gd name="T23" fmla="*/ 1421 h 9004"/>
                <a:gd name="T24" fmla="*/ 886 w 4501"/>
                <a:gd name="T25" fmla="*/ 1824 h 9004"/>
                <a:gd name="T26" fmla="*/ 1069 w 4501"/>
                <a:gd name="T27" fmla="*/ 2041 h 9004"/>
                <a:gd name="T28" fmla="*/ 641 w 4501"/>
                <a:gd name="T29" fmla="*/ 2188 h 9004"/>
                <a:gd name="T30" fmla="*/ 820 w 4501"/>
                <a:gd name="T31" fmla="*/ 2443 h 9004"/>
                <a:gd name="T32" fmla="*/ 319 w 4501"/>
                <a:gd name="T33" fmla="*/ 2833 h 9004"/>
                <a:gd name="T34" fmla="*/ 631 w 4501"/>
                <a:gd name="T35" fmla="*/ 2807 h 9004"/>
                <a:gd name="T36" fmla="*/ 127 w 4501"/>
                <a:gd name="T37" fmla="*/ 3447 h 9004"/>
                <a:gd name="T38" fmla="*/ 464 w 4501"/>
                <a:gd name="T39" fmla="*/ 3250 h 9004"/>
                <a:gd name="T40" fmla="*/ 309 w 4501"/>
                <a:gd name="T41" fmla="*/ 4052 h 9004"/>
                <a:gd name="T42" fmla="*/ 351 w 4501"/>
                <a:gd name="T43" fmla="*/ 3785 h 9004"/>
                <a:gd name="T44" fmla="*/ 309 w 4501"/>
                <a:gd name="T45" fmla="*/ 4052 h 9004"/>
                <a:gd name="T46" fmla="*/ 282 w 4501"/>
                <a:gd name="T47" fmla="*/ 4333 h 9004"/>
                <a:gd name="T48" fmla="*/ 56 w 4501"/>
                <a:gd name="T49" fmla="*/ 5191 h 9004"/>
                <a:gd name="T50" fmla="*/ 309 w 4501"/>
                <a:gd name="T51" fmla="*/ 4882 h 9004"/>
                <a:gd name="T52" fmla="*/ 56 w 4501"/>
                <a:gd name="T53" fmla="*/ 5191 h 9004"/>
                <a:gd name="T54" fmla="*/ 98 w 4501"/>
                <a:gd name="T55" fmla="*/ 5473 h 9004"/>
                <a:gd name="T56" fmla="*/ 450 w 4501"/>
                <a:gd name="T57" fmla="*/ 5684 h 9004"/>
                <a:gd name="T58" fmla="*/ 283 w 4501"/>
                <a:gd name="T59" fmla="*/ 6101 h 9004"/>
                <a:gd name="T60" fmla="*/ 603 w 4501"/>
                <a:gd name="T61" fmla="*/ 6127 h 9004"/>
                <a:gd name="T62" fmla="*/ 593 w 4501"/>
                <a:gd name="T63" fmla="*/ 6746 h 9004"/>
                <a:gd name="T64" fmla="*/ 809 w 4501"/>
                <a:gd name="T65" fmla="*/ 6549 h 9004"/>
                <a:gd name="T66" fmla="*/ 928 w 4501"/>
                <a:gd name="T67" fmla="*/ 7233 h 9004"/>
                <a:gd name="T68" fmla="*/ 1068 w 4501"/>
                <a:gd name="T69" fmla="*/ 6947 h 9004"/>
                <a:gd name="T70" fmla="*/ 1350 w 4501"/>
                <a:gd name="T71" fmla="*/ 7723 h 9004"/>
                <a:gd name="T72" fmla="*/ 1364 w 4501"/>
                <a:gd name="T73" fmla="*/ 7330 h 9004"/>
                <a:gd name="T74" fmla="*/ 1350 w 4501"/>
                <a:gd name="T75" fmla="*/ 7723 h 9004"/>
                <a:gd name="T76" fmla="*/ 1575 w 4501"/>
                <a:gd name="T77" fmla="*/ 7921 h 9004"/>
                <a:gd name="T78" fmla="*/ 2278 w 4501"/>
                <a:gd name="T79" fmla="*/ 8413 h 9004"/>
                <a:gd name="T80" fmla="*/ 2180 w 4501"/>
                <a:gd name="T81" fmla="*/ 8019 h 9004"/>
                <a:gd name="T82" fmla="*/ 2419 w 4501"/>
                <a:gd name="T83" fmla="*/ 8160 h 9004"/>
                <a:gd name="T84" fmla="*/ 2597 w 4501"/>
                <a:gd name="T85" fmla="*/ 8598 h 9004"/>
                <a:gd name="T86" fmla="*/ 2848 w 4501"/>
                <a:gd name="T87" fmla="*/ 8397 h 9004"/>
                <a:gd name="T88" fmla="*/ 3207 w 4501"/>
                <a:gd name="T89" fmla="*/ 8820 h 9004"/>
                <a:gd name="T90" fmla="*/ 3418 w 4501"/>
                <a:gd name="T91" fmla="*/ 8596 h 9004"/>
                <a:gd name="T92" fmla="*/ 3642 w 4501"/>
                <a:gd name="T93" fmla="*/ 8920 h 9004"/>
                <a:gd name="T94" fmla="*/ 3924 w 4501"/>
                <a:gd name="T95" fmla="*/ 8962 h 9004"/>
                <a:gd name="T96" fmla="*/ 4206 w 4501"/>
                <a:gd name="T97" fmla="*/ 8989 h 9004"/>
                <a:gd name="T98" fmla="*/ 4486 w 4501"/>
                <a:gd name="T99" fmla="*/ 8722 h 9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01" h="9004">
                  <a:moveTo>
                    <a:pt x="4304" y="282"/>
                  </a:moveTo>
                  <a:lnTo>
                    <a:pt x="4290" y="0"/>
                  </a:lnTo>
                  <a:lnTo>
                    <a:pt x="4501" y="0"/>
                  </a:lnTo>
                  <a:lnTo>
                    <a:pt x="4501" y="282"/>
                  </a:lnTo>
                  <a:lnTo>
                    <a:pt x="4304" y="282"/>
                  </a:lnTo>
                  <a:close/>
                  <a:moveTo>
                    <a:pt x="3769" y="353"/>
                  </a:moveTo>
                  <a:lnTo>
                    <a:pt x="3727" y="71"/>
                  </a:lnTo>
                  <a:lnTo>
                    <a:pt x="3874" y="50"/>
                  </a:lnTo>
                  <a:lnTo>
                    <a:pt x="4008" y="29"/>
                  </a:lnTo>
                  <a:lnTo>
                    <a:pt x="4037" y="310"/>
                  </a:lnTo>
                  <a:lnTo>
                    <a:pt x="3896" y="331"/>
                  </a:lnTo>
                  <a:lnTo>
                    <a:pt x="3769" y="353"/>
                  </a:lnTo>
                  <a:close/>
                  <a:moveTo>
                    <a:pt x="3235" y="479"/>
                  </a:moveTo>
                  <a:lnTo>
                    <a:pt x="3151" y="211"/>
                  </a:lnTo>
                  <a:lnTo>
                    <a:pt x="3291" y="169"/>
                  </a:lnTo>
                  <a:lnTo>
                    <a:pt x="3431" y="127"/>
                  </a:lnTo>
                  <a:lnTo>
                    <a:pt x="3502" y="395"/>
                  </a:lnTo>
                  <a:lnTo>
                    <a:pt x="3368" y="437"/>
                  </a:lnTo>
                  <a:lnTo>
                    <a:pt x="3235" y="479"/>
                  </a:lnTo>
                  <a:close/>
                  <a:moveTo>
                    <a:pt x="2729" y="675"/>
                  </a:moveTo>
                  <a:lnTo>
                    <a:pt x="2616" y="422"/>
                  </a:lnTo>
                  <a:lnTo>
                    <a:pt x="2681" y="391"/>
                  </a:lnTo>
                  <a:lnTo>
                    <a:pt x="2819" y="333"/>
                  </a:lnTo>
                  <a:lnTo>
                    <a:pt x="2883" y="310"/>
                  </a:lnTo>
                  <a:lnTo>
                    <a:pt x="2982" y="564"/>
                  </a:lnTo>
                  <a:lnTo>
                    <a:pt x="2919" y="593"/>
                  </a:lnTo>
                  <a:lnTo>
                    <a:pt x="2792" y="646"/>
                  </a:lnTo>
                  <a:lnTo>
                    <a:pt x="2729" y="675"/>
                  </a:lnTo>
                  <a:close/>
                  <a:moveTo>
                    <a:pt x="2250" y="929"/>
                  </a:moveTo>
                  <a:lnTo>
                    <a:pt x="2110" y="690"/>
                  </a:lnTo>
                  <a:lnTo>
                    <a:pt x="2173" y="649"/>
                  </a:lnTo>
                  <a:lnTo>
                    <a:pt x="2300" y="580"/>
                  </a:lnTo>
                  <a:lnTo>
                    <a:pt x="2363" y="549"/>
                  </a:lnTo>
                  <a:lnTo>
                    <a:pt x="2503" y="802"/>
                  </a:lnTo>
                  <a:lnTo>
                    <a:pt x="2467" y="814"/>
                  </a:lnTo>
                  <a:lnTo>
                    <a:pt x="2402" y="843"/>
                  </a:lnTo>
                  <a:lnTo>
                    <a:pt x="2312" y="896"/>
                  </a:lnTo>
                  <a:lnTo>
                    <a:pt x="2250" y="929"/>
                  </a:lnTo>
                  <a:close/>
                  <a:moveTo>
                    <a:pt x="1814" y="1253"/>
                  </a:moveTo>
                  <a:lnTo>
                    <a:pt x="1632" y="1042"/>
                  </a:lnTo>
                  <a:lnTo>
                    <a:pt x="1744" y="950"/>
                  </a:lnTo>
                  <a:lnTo>
                    <a:pt x="1857" y="859"/>
                  </a:lnTo>
                  <a:lnTo>
                    <a:pt x="2025" y="1084"/>
                  </a:lnTo>
                  <a:lnTo>
                    <a:pt x="1814" y="1253"/>
                  </a:lnTo>
                  <a:close/>
                  <a:moveTo>
                    <a:pt x="1421" y="1619"/>
                  </a:moveTo>
                  <a:lnTo>
                    <a:pt x="1210" y="1421"/>
                  </a:lnTo>
                  <a:lnTo>
                    <a:pt x="1421" y="1210"/>
                  </a:lnTo>
                  <a:lnTo>
                    <a:pt x="1617" y="1421"/>
                  </a:lnTo>
                  <a:lnTo>
                    <a:pt x="1421" y="1619"/>
                  </a:lnTo>
                  <a:close/>
                  <a:moveTo>
                    <a:pt x="1069" y="2041"/>
                  </a:moveTo>
                  <a:lnTo>
                    <a:pt x="844" y="1886"/>
                  </a:lnTo>
                  <a:lnTo>
                    <a:pt x="886" y="1824"/>
                  </a:lnTo>
                  <a:lnTo>
                    <a:pt x="976" y="1714"/>
                  </a:lnTo>
                  <a:lnTo>
                    <a:pt x="1026" y="1661"/>
                  </a:lnTo>
                  <a:lnTo>
                    <a:pt x="1237" y="1830"/>
                  </a:lnTo>
                  <a:lnTo>
                    <a:pt x="1069" y="2041"/>
                  </a:lnTo>
                  <a:close/>
                  <a:moveTo>
                    <a:pt x="788" y="2505"/>
                  </a:moveTo>
                  <a:lnTo>
                    <a:pt x="535" y="2378"/>
                  </a:lnTo>
                  <a:lnTo>
                    <a:pt x="568" y="2315"/>
                  </a:lnTo>
                  <a:lnTo>
                    <a:pt x="641" y="2188"/>
                  </a:lnTo>
                  <a:lnTo>
                    <a:pt x="675" y="2125"/>
                  </a:lnTo>
                  <a:lnTo>
                    <a:pt x="915" y="2279"/>
                  </a:lnTo>
                  <a:lnTo>
                    <a:pt x="883" y="2332"/>
                  </a:lnTo>
                  <a:lnTo>
                    <a:pt x="820" y="2443"/>
                  </a:lnTo>
                  <a:lnTo>
                    <a:pt x="788" y="2505"/>
                  </a:lnTo>
                  <a:close/>
                  <a:moveTo>
                    <a:pt x="562" y="2997"/>
                  </a:moveTo>
                  <a:lnTo>
                    <a:pt x="295" y="2898"/>
                  </a:lnTo>
                  <a:lnTo>
                    <a:pt x="319" y="2833"/>
                  </a:lnTo>
                  <a:lnTo>
                    <a:pt x="377" y="2696"/>
                  </a:lnTo>
                  <a:lnTo>
                    <a:pt x="408" y="2631"/>
                  </a:lnTo>
                  <a:lnTo>
                    <a:pt x="661" y="2743"/>
                  </a:lnTo>
                  <a:lnTo>
                    <a:pt x="631" y="2807"/>
                  </a:lnTo>
                  <a:lnTo>
                    <a:pt x="583" y="2933"/>
                  </a:lnTo>
                  <a:lnTo>
                    <a:pt x="562" y="2997"/>
                  </a:lnTo>
                  <a:close/>
                  <a:moveTo>
                    <a:pt x="393" y="3518"/>
                  </a:moveTo>
                  <a:lnTo>
                    <a:pt x="127" y="3447"/>
                  </a:lnTo>
                  <a:lnTo>
                    <a:pt x="146" y="3375"/>
                  </a:lnTo>
                  <a:lnTo>
                    <a:pt x="177" y="3238"/>
                  </a:lnTo>
                  <a:lnTo>
                    <a:pt x="197" y="3165"/>
                  </a:lnTo>
                  <a:lnTo>
                    <a:pt x="464" y="3250"/>
                  </a:lnTo>
                  <a:lnTo>
                    <a:pt x="445" y="3323"/>
                  </a:lnTo>
                  <a:lnTo>
                    <a:pt x="414" y="3454"/>
                  </a:lnTo>
                  <a:lnTo>
                    <a:pt x="393" y="3518"/>
                  </a:lnTo>
                  <a:close/>
                  <a:moveTo>
                    <a:pt x="309" y="4052"/>
                  </a:moveTo>
                  <a:lnTo>
                    <a:pt x="28" y="4024"/>
                  </a:lnTo>
                  <a:lnTo>
                    <a:pt x="50" y="3876"/>
                  </a:lnTo>
                  <a:lnTo>
                    <a:pt x="71" y="3742"/>
                  </a:lnTo>
                  <a:lnTo>
                    <a:pt x="351" y="3785"/>
                  </a:lnTo>
                  <a:lnTo>
                    <a:pt x="332" y="3856"/>
                  </a:lnTo>
                  <a:lnTo>
                    <a:pt x="315" y="3957"/>
                  </a:lnTo>
                  <a:lnTo>
                    <a:pt x="310" y="4020"/>
                  </a:lnTo>
                  <a:lnTo>
                    <a:pt x="309" y="4052"/>
                  </a:lnTo>
                  <a:close/>
                  <a:moveTo>
                    <a:pt x="0" y="4600"/>
                  </a:moveTo>
                  <a:lnTo>
                    <a:pt x="0" y="4502"/>
                  </a:lnTo>
                  <a:lnTo>
                    <a:pt x="0" y="4320"/>
                  </a:lnTo>
                  <a:lnTo>
                    <a:pt x="282" y="4333"/>
                  </a:lnTo>
                  <a:lnTo>
                    <a:pt x="282" y="4502"/>
                  </a:lnTo>
                  <a:lnTo>
                    <a:pt x="282" y="4600"/>
                  </a:lnTo>
                  <a:lnTo>
                    <a:pt x="0" y="4600"/>
                  </a:lnTo>
                  <a:close/>
                  <a:moveTo>
                    <a:pt x="56" y="5191"/>
                  </a:moveTo>
                  <a:lnTo>
                    <a:pt x="45" y="5117"/>
                  </a:lnTo>
                  <a:lnTo>
                    <a:pt x="30" y="4975"/>
                  </a:lnTo>
                  <a:lnTo>
                    <a:pt x="28" y="4910"/>
                  </a:lnTo>
                  <a:lnTo>
                    <a:pt x="309" y="4882"/>
                  </a:lnTo>
                  <a:lnTo>
                    <a:pt x="319" y="4947"/>
                  </a:lnTo>
                  <a:lnTo>
                    <a:pt x="329" y="5085"/>
                  </a:lnTo>
                  <a:lnTo>
                    <a:pt x="338" y="5149"/>
                  </a:lnTo>
                  <a:lnTo>
                    <a:pt x="56" y="5191"/>
                  </a:lnTo>
                  <a:close/>
                  <a:moveTo>
                    <a:pt x="169" y="5754"/>
                  </a:moveTo>
                  <a:lnTo>
                    <a:pt x="148" y="5682"/>
                  </a:lnTo>
                  <a:lnTo>
                    <a:pt x="111" y="5545"/>
                  </a:lnTo>
                  <a:lnTo>
                    <a:pt x="98" y="5473"/>
                  </a:lnTo>
                  <a:lnTo>
                    <a:pt x="380" y="5417"/>
                  </a:lnTo>
                  <a:lnTo>
                    <a:pt x="392" y="5481"/>
                  </a:lnTo>
                  <a:lnTo>
                    <a:pt x="429" y="5618"/>
                  </a:lnTo>
                  <a:lnTo>
                    <a:pt x="450" y="5684"/>
                  </a:lnTo>
                  <a:lnTo>
                    <a:pt x="169" y="5754"/>
                  </a:lnTo>
                  <a:close/>
                  <a:moveTo>
                    <a:pt x="366" y="6303"/>
                  </a:moveTo>
                  <a:lnTo>
                    <a:pt x="335" y="6238"/>
                  </a:lnTo>
                  <a:lnTo>
                    <a:pt x="283" y="6101"/>
                  </a:lnTo>
                  <a:lnTo>
                    <a:pt x="253" y="6035"/>
                  </a:lnTo>
                  <a:lnTo>
                    <a:pt x="520" y="5937"/>
                  </a:lnTo>
                  <a:lnTo>
                    <a:pt x="551" y="6000"/>
                  </a:lnTo>
                  <a:lnTo>
                    <a:pt x="603" y="6127"/>
                  </a:lnTo>
                  <a:lnTo>
                    <a:pt x="633" y="6190"/>
                  </a:lnTo>
                  <a:lnTo>
                    <a:pt x="366" y="6303"/>
                  </a:lnTo>
                  <a:close/>
                  <a:moveTo>
                    <a:pt x="633" y="6810"/>
                  </a:moveTo>
                  <a:lnTo>
                    <a:pt x="593" y="6746"/>
                  </a:lnTo>
                  <a:lnTo>
                    <a:pt x="524" y="6620"/>
                  </a:lnTo>
                  <a:lnTo>
                    <a:pt x="493" y="6556"/>
                  </a:lnTo>
                  <a:lnTo>
                    <a:pt x="746" y="6430"/>
                  </a:lnTo>
                  <a:lnTo>
                    <a:pt x="809" y="6549"/>
                  </a:lnTo>
                  <a:lnTo>
                    <a:pt x="872" y="6668"/>
                  </a:lnTo>
                  <a:lnTo>
                    <a:pt x="633" y="6810"/>
                  </a:lnTo>
                  <a:close/>
                  <a:moveTo>
                    <a:pt x="970" y="7287"/>
                  </a:moveTo>
                  <a:lnTo>
                    <a:pt x="928" y="7233"/>
                  </a:lnTo>
                  <a:lnTo>
                    <a:pt x="844" y="7111"/>
                  </a:lnTo>
                  <a:lnTo>
                    <a:pt x="802" y="7048"/>
                  </a:lnTo>
                  <a:lnTo>
                    <a:pt x="1026" y="6894"/>
                  </a:lnTo>
                  <a:lnTo>
                    <a:pt x="1068" y="6947"/>
                  </a:lnTo>
                  <a:lnTo>
                    <a:pt x="1141" y="7057"/>
                  </a:lnTo>
                  <a:lnTo>
                    <a:pt x="1181" y="7119"/>
                  </a:lnTo>
                  <a:lnTo>
                    <a:pt x="970" y="7287"/>
                  </a:lnTo>
                  <a:close/>
                  <a:moveTo>
                    <a:pt x="1350" y="7723"/>
                  </a:moveTo>
                  <a:lnTo>
                    <a:pt x="1297" y="7670"/>
                  </a:lnTo>
                  <a:lnTo>
                    <a:pt x="1197" y="7565"/>
                  </a:lnTo>
                  <a:lnTo>
                    <a:pt x="1153" y="7512"/>
                  </a:lnTo>
                  <a:lnTo>
                    <a:pt x="1364" y="7330"/>
                  </a:lnTo>
                  <a:lnTo>
                    <a:pt x="1408" y="7380"/>
                  </a:lnTo>
                  <a:lnTo>
                    <a:pt x="1503" y="7475"/>
                  </a:lnTo>
                  <a:lnTo>
                    <a:pt x="1547" y="7527"/>
                  </a:lnTo>
                  <a:lnTo>
                    <a:pt x="1350" y="7723"/>
                  </a:lnTo>
                  <a:close/>
                  <a:moveTo>
                    <a:pt x="1801" y="8103"/>
                  </a:moveTo>
                  <a:lnTo>
                    <a:pt x="1746" y="8061"/>
                  </a:lnTo>
                  <a:lnTo>
                    <a:pt x="1630" y="7971"/>
                  </a:lnTo>
                  <a:lnTo>
                    <a:pt x="1575" y="7921"/>
                  </a:lnTo>
                  <a:lnTo>
                    <a:pt x="1758" y="7709"/>
                  </a:lnTo>
                  <a:lnTo>
                    <a:pt x="1969" y="7878"/>
                  </a:lnTo>
                  <a:lnTo>
                    <a:pt x="1801" y="8103"/>
                  </a:lnTo>
                  <a:close/>
                  <a:moveTo>
                    <a:pt x="2278" y="8413"/>
                  </a:moveTo>
                  <a:lnTo>
                    <a:pt x="2215" y="8379"/>
                  </a:lnTo>
                  <a:lnTo>
                    <a:pt x="2089" y="8300"/>
                  </a:lnTo>
                  <a:lnTo>
                    <a:pt x="2025" y="8258"/>
                  </a:lnTo>
                  <a:lnTo>
                    <a:pt x="2180" y="8019"/>
                  </a:lnTo>
                  <a:lnTo>
                    <a:pt x="2207" y="8040"/>
                  </a:lnTo>
                  <a:lnTo>
                    <a:pt x="2264" y="8078"/>
                  </a:lnTo>
                  <a:lnTo>
                    <a:pt x="2355" y="8128"/>
                  </a:lnTo>
                  <a:lnTo>
                    <a:pt x="2419" y="8160"/>
                  </a:lnTo>
                  <a:lnTo>
                    <a:pt x="2278" y="8413"/>
                  </a:lnTo>
                  <a:close/>
                  <a:moveTo>
                    <a:pt x="2799" y="8680"/>
                  </a:moveTo>
                  <a:lnTo>
                    <a:pt x="2734" y="8651"/>
                  </a:lnTo>
                  <a:lnTo>
                    <a:pt x="2597" y="8598"/>
                  </a:lnTo>
                  <a:lnTo>
                    <a:pt x="2532" y="8567"/>
                  </a:lnTo>
                  <a:lnTo>
                    <a:pt x="2658" y="8314"/>
                  </a:lnTo>
                  <a:lnTo>
                    <a:pt x="2722" y="8345"/>
                  </a:lnTo>
                  <a:lnTo>
                    <a:pt x="2848" y="8397"/>
                  </a:lnTo>
                  <a:lnTo>
                    <a:pt x="2911" y="8427"/>
                  </a:lnTo>
                  <a:lnTo>
                    <a:pt x="2799" y="8680"/>
                  </a:lnTo>
                  <a:close/>
                  <a:moveTo>
                    <a:pt x="3347" y="8863"/>
                  </a:moveTo>
                  <a:lnTo>
                    <a:pt x="3207" y="8820"/>
                  </a:lnTo>
                  <a:lnTo>
                    <a:pt x="3066" y="8778"/>
                  </a:lnTo>
                  <a:lnTo>
                    <a:pt x="3151" y="8511"/>
                  </a:lnTo>
                  <a:lnTo>
                    <a:pt x="3277" y="8554"/>
                  </a:lnTo>
                  <a:lnTo>
                    <a:pt x="3418" y="8596"/>
                  </a:lnTo>
                  <a:lnTo>
                    <a:pt x="3347" y="8863"/>
                  </a:lnTo>
                  <a:close/>
                  <a:moveTo>
                    <a:pt x="3924" y="8962"/>
                  </a:moveTo>
                  <a:lnTo>
                    <a:pt x="3776" y="8941"/>
                  </a:lnTo>
                  <a:lnTo>
                    <a:pt x="3642" y="8920"/>
                  </a:lnTo>
                  <a:lnTo>
                    <a:pt x="3699" y="8638"/>
                  </a:lnTo>
                  <a:lnTo>
                    <a:pt x="3832" y="8659"/>
                  </a:lnTo>
                  <a:lnTo>
                    <a:pt x="3966" y="8680"/>
                  </a:lnTo>
                  <a:lnTo>
                    <a:pt x="3924" y="8962"/>
                  </a:lnTo>
                  <a:close/>
                  <a:moveTo>
                    <a:pt x="4501" y="9004"/>
                  </a:moveTo>
                  <a:lnTo>
                    <a:pt x="4427" y="9004"/>
                  </a:lnTo>
                  <a:lnTo>
                    <a:pt x="4280" y="8999"/>
                  </a:lnTo>
                  <a:lnTo>
                    <a:pt x="4206" y="8989"/>
                  </a:lnTo>
                  <a:lnTo>
                    <a:pt x="4219" y="8709"/>
                  </a:lnTo>
                  <a:lnTo>
                    <a:pt x="4285" y="8710"/>
                  </a:lnTo>
                  <a:lnTo>
                    <a:pt x="4422" y="8720"/>
                  </a:lnTo>
                  <a:lnTo>
                    <a:pt x="4486" y="8722"/>
                  </a:lnTo>
                  <a:lnTo>
                    <a:pt x="4486" y="9004"/>
                  </a:lnTo>
                  <a:lnTo>
                    <a:pt x="4501" y="9004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Rectangle 43">
              <a:extLst>
                <a:ext uri="{FF2B5EF4-FFF2-40B4-BE49-F238E27FC236}">
                  <a16:creationId xmlns:a16="http://schemas.microsoft.com/office/drawing/2014/main" id="{1633FE80-3B63-E873-8D4E-05F68C046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5" y="3806"/>
              <a:ext cx="471" cy="2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CE99B643-6C99-9670-255C-DB8609267C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22" y="3782"/>
              <a:ext cx="518" cy="277"/>
            </a:xfrm>
            <a:custGeom>
              <a:avLst/>
              <a:gdLst>
                <a:gd name="T0" fmla="*/ 282 w 3109"/>
                <a:gd name="T1" fmla="*/ 1379 h 1660"/>
                <a:gd name="T2" fmla="*/ 2827 w 3109"/>
                <a:gd name="T3" fmla="*/ 1379 h 1660"/>
                <a:gd name="T4" fmla="*/ 2827 w 3109"/>
                <a:gd name="T5" fmla="*/ 267 h 1660"/>
                <a:gd name="T6" fmla="*/ 282 w 3109"/>
                <a:gd name="T7" fmla="*/ 267 h 1660"/>
                <a:gd name="T8" fmla="*/ 282 w 3109"/>
                <a:gd name="T9" fmla="*/ 1379 h 1660"/>
                <a:gd name="T10" fmla="*/ 3109 w 3109"/>
                <a:gd name="T11" fmla="*/ 1660 h 1660"/>
                <a:gd name="T12" fmla="*/ 0 w 3109"/>
                <a:gd name="T13" fmla="*/ 1660 h 1660"/>
                <a:gd name="T14" fmla="*/ 0 w 3109"/>
                <a:gd name="T15" fmla="*/ 0 h 1660"/>
                <a:gd name="T16" fmla="*/ 3109 w 3109"/>
                <a:gd name="T17" fmla="*/ 0 h 1660"/>
                <a:gd name="T18" fmla="*/ 3109 w 3109"/>
                <a:gd name="T19" fmla="*/ 1660 h 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09" h="1660">
                  <a:moveTo>
                    <a:pt x="282" y="1379"/>
                  </a:moveTo>
                  <a:lnTo>
                    <a:pt x="2827" y="1379"/>
                  </a:lnTo>
                  <a:lnTo>
                    <a:pt x="2827" y="267"/>
                  </a:lnTo>
                  <a:lnTo>
                    <a:pt x="282" y="267"/>
                  </a:lnTo>
                  <a:lnTo>
                    <a:pt x="282" y="1379"/>
                  </a:lnTo>
                  <a:close/>
                  <a:moveTo>
                    <a:pt x="3109" y="1660"/>
                  </a:moveTo>
                  <a:lnTo>
                    <a:pt x="0" y="1660"/>
                  </a:lnTo>
                  <a:lnTo>
                    <a:pt x="0" y="0"/>
                  </a:lnTo>
                  <a:lnTo>
                    <a:pt x="3109" y="0"/>
                  </a:lnTo>
                  <a:lnTo>
                    <a:pt x="3109" y="1660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Freeform 45">
              <a:extLst>
                <a:ext uri="{FF2B5EF4-FFF2-40B4-BE49-F238E27FC236}">
                  <a16:creationId xmlns:a16="http://schemas.microsoft.com/office/drawing/2014/main" id="{73C0ED1A-975F-19CA-4FE4-C8BAC48FC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2" y="4043"/>
              <a:ext cx="295" cy="143"/>
            </a:xfrm>
            <a:custGeom>
              <a:avLst/>
              <a:gdLst>
                <a:gd name="T0" fmla="*/ 1772 w 1772"/>
                <a:gd name="T1" fmla="*/ 0 h 858"/>
                <a:gd name="T2" fmla="*/ 0 w 1772"/>
                <a:gd name="T3" fmla="*/ 0 h 858"/>
                <a:gd name="T4" fmla="*/ 0 w 1772"/>
                <a:gd name="T5" fmla="*/ 422 h 858"/>
                <a:gd name="T6" fmla="*/ 1 w 1772"/>
                <a:gd name="T7" fmla="*/ 466 h 858"/>
                <a:gd name="T8" fmla="*/ 19 w 1772"/>
                <a:gd name="T9" fmla="*/ 552 h 858"/>
                <a:gd name="T10" fmla="*/ 53 w 1772"/>
                <a:gd name="T11" fmla="*/ 630 h 858"/>
                <a:gd name="T12" fmla="*/ 99 w 1772"/>
                <a:gd name="T13" fmla="*/ 699 h 858"/>
                <a:gd name="T14" fmla="*/ 160 w 1772"/>
                <a:gd name="T15" fmla="*/ 759 h 858"/>
                <a:gd name="T16" fmla="*/ 229 w 1772"/>
                <a:gd name="T17" fmla="*/ 806 h 858"/>
                <a:gd name="T18" fmla="*/ 307 w 1772"/>
                <a:gd name="T19" fmla="*/ 839 h 858"/>
                <a:gd name="T20" fmla="*/ 392 w 1772"/>
                <a:gd name="T21" fmla="*/ 857 h 858"/>
                <a:gd name="T22" fmla="*/ 436 w 1772"/>
                <a:gd name="T23" fmla="*/ 858 h 858"/>
                <a:gd name="T24" fmla="*/ 1322 w 1772"/>
                <a:gd name="T25" fmla="*/ 858 h 858"/>
                <a:gd name="T26" fmla="*/ 1367 w 1772"/>
                <a:gd name="T27" fmla="*/ 857 h 858"/>
                <a:gd name="T28" fmla="*/ 1452 w 1772"/>
                <a:gd name="T29" fmla="*/ 839 h 858"/>
                <a:gd name="T30" fmla="*/ 1530 w 1772"/>
                <a:gd name="T31" fmla="*/ 806 h 858"/>
                <a:gd name="T32" fmla="*/ 1599 w 1772"/>
                <a:gd name="T33" fmla="*/ 759 h 858"/>
                <a:gd name="T34" fmla="*/ 1659 w 1772"/>
                <a:gd name="T35" fmla="*/ 699 h 858"/>
                <a:gd name="T36" fmla="*/ 1706 w 1772"/>
                <a:gd name="T37" fmla="*/ 630 h 858"/>
                <a:gd name="T38" fmla="*/ 1740 w 1772"/>
                <a:gd name="T39" fmla="*/ 552 h 858"/>
                <a:gd name="T40" fmla="*/ 1757 w 1772"/>
                <a:gd name="T41" fmla="*/ 466 h 858"/>
                <a:gd name="T42" fmla="*/ 1759 w 1772"/>
                <a:gd name="T43" fmla="*/ 422 h 858"/>
                <a:gd name="T44" fmla="*/ 1759 w 1772"/>
                <a:gd name="T45" fmla="*/ 0 h 858"/>
                <a:gd name="T46" fmla="*/ 1772 w 1772"/>
                <a:gd name="T47" fmla="*/ 0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72" h="858">
                  <a:moveTo>
                    <a:pt x="1772" y="0"/>
                  </a:moveTo>
                  <a:lnTo>
                    <a:pt x="0" y="0"/>
                  </a:lnTo>
                  <a:lnTo>
                    <a:pt x="0" y="422"/>
                  </a:lnTo>
                  <a:lnTo>
                    <a:pt x="1" y="466"/>
                  </a:lnTo>
                  <a:lnTo>
                    <a:pt x="19" y="552"/>
                  </a:lnTo>
                  <a:lnTo>
                    <a:pt x="53" y="630"/>
                  </a:lnTo>
                  <a:lnTo>
                    <a:pt x="99" y="699"/>
                  </a:lnTo>
                  <a:lnTo>
                    <a:pt x="160" y="759"/>
                  </a:lnTo>
                  <a:lnTo>
                    <a:pt x="229" y="806"/>
                  </a:lnTo>
                  <a:lnTo>
                    <a:pt x="307" y="839"/>
                  </a:lnTo>
                  <a:lnTo>
                    <a:pt x="392" y="857"/>
                  </a:lnTo>
                  <a:lnTo>
                    <a:pt x="436" y="858"/>
                  </a:lnTo>
                  <a:lnTo>
                    <a:pt x="1322" y="858"/>
                  </a:lnTo>
                  <a:lnTo>
                    <a:pt x="1367" y="857"/>
                  </a:lnTo>
                  <a:lnTo>
                    <a:pt x="1452" y="839"/>
                  </a:lnTo>
                  <a:lnTo>
                    <a:pt x="1530" y="806"/>
                  </a:lnTo>
                  <a:lnTo>
                    <a:pt x="1599" y="759"/>
                  </a:lnTo>
                  <a:lnTo>
                    <a:pt x="1659" y="699"/>
                  </a:lnTo>
                  <a:lnTo>
                    <a:pt x="1706" y="630"/>
                  </a:lnTo>
                  <a:lnTo>
                    <a:pt x="1740" y="552"/>
                  </a:lnTo>
                  <a:lnTo>
                    <a:pt x="1757" y="466"/>
                  </a:lnTo>
                  <a:lnTo>
                    <a:pt x="1759" y="422"/>
                  </a:lnTo>
                  <a:lnTo>
                    <a:pt x="1759" y="0"/>
                  </a:lnTo>
                  <a:lnTo>
                    <a:pt x="17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6BBEBBE4-A0EC-E987-635B-7E89549ADC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1" y="4019"/>
              <a:ext cx="342" cy="190"/>
            </a:xfrm>
            <a:custGeom>
              <a:avLst/>
              <a:gdLst>
                <a:gd name="T0" fmla="*/ 267 w 2054"/>
                <a:gd name="T1" fmla="*/ 280 h 1139"/>
                <a:gd name="T2" fmla="*/ 267 w 2054"/>
                <a:gd name="T3" fmla="*/ 562 h 1139"/>
                <a:gd name="T4" fmla="*/ 268 w 2054"/>
                <a:gd name="T5" fmla="*/ 594 h 1139"/>
                <a:gd name="T6" fmla="*/ 280 w 2054"/>
                <a:gd name="T7" fmla="*/ 652 h 1139"/>
                <a:gd name="T8" fmla="*/ 304 w 2054"/>
                <a:gd name="T9" fmla="*/ 705 h 1139"/>
                <a:gd name="T10" fmla="*/ 337 w 2054"/>
                <a:gd name="T11" fmla="*/ 753 h 1139"/>
                <a:gd name="T12" fmla="*/ 377 w 2054"/>
                <a:gd name="T13" fmla="*/ 792 h 1139"/>
                <a:gd name="T14" fmla="*/ 425 w 2054"/>
                <a:gd name="T15" fmla="*/ 824 h 1139"/>
                <a:gd name="T16" fmla="*/ 478 w 2054"/>
                <a:gd name="T17" fmla="*/ 845 h 1139"/>
                <a:gd name="T18" fmla="*/ 533 w 2054"/>
                <a:gd name="T19" fmla="*/ 856 h 1139"/>
                <a:gd name="T20" fmla="*/ 562 w 2054"/>
                <a:gd name="T21" fmla="*/ 857 h 1139"/>
                <a:gd name="T22" fmla="*/ 1448 w 2054"/>
                <a:gd name="T23" fmla="*/ 857 h 1139"/>
                <a:gd name="T24" fmla="*/ 1480 w 2054"/>
                <a:gd name="T25" fmla="*/ 856 h 1139"/>
                <a:gd name="T26" fmla="*/ 1539 w 2054"/>
                <a:gd name="T27" fmla="*/ 844 h 1139"/>
                <a:gd name="T28" fmla="*/ 1591 w 2054"/>
                <a:gd name="T29" fmla="*/ 820 h 1139"/>
                <a:gd name="T30" fmla="*/ 1639 w 2054"/>
                <a:gd name="T31" fmla="*/ 788 h 1139"/>
                <a:gd name="T32" fmla="*/ 1678 w 2054"/>
                <a:gd name="T33" fmla="*/ 747 h 1139"/>
                <a:gd name="T34" fmla="*/ 1710 w 2054"/>
                <a:gd name="T35" fmla="*/ 699 h 1139"/>
                <a:gd name="T36" fmla="*/ 1732 w 2054"/>
                <a:gd name="T37" fmla="*/ 646 h 1139"/>
                <a:gd name="T38" fmla="*/ 1742 w 2054"/>
                <a:gd name="T39" fmla="*/ 590 h 1139"/>
                <a:gd name="T40" fmla="*/ 1743 w 2054"/>
                <a:gd name="T41" fmla="*/ 562 h 1139"/>
                <a:gd name="T42" fmla="*/ 1743 w 2054"/>
                <a:gd name="T43" fmla="*/ 280 h 1139"/>
                <a:gd name="T44" fmla="*/ 267 w 2054"/>
                <a:gd name="T45" fmla="*/ 280 h 1139"/>
                <a:gd name="T46" fmla="*/ 1463 w 2054"/>
                <a:gd name="T47" fmla="*/ 1139 h 1139"/>
                <a:gd name="T48" fmla="*/ 577 w 2054"/>
                <a:gd name="T49" fmla="*/ 1139 h 1139"/>
                <a:gd name="T50" fmla="*/ 546 w 2054"/>
                <a:gd name="T51" fmla="*/ 1138 h 1139"/>
                <a:gd name="T52" fmla="*/ 487 w 2054"/>
                <a:gd name="T53" fmla="*/ 1132 h 1139"/>
                <a:gd name="T54" fmla="*/ 430 w 2054"/>
                <a:gd name="T55" fmla="*/ 1120 h 1139"/>
                <a:gd name="T56" fmla="*/ 376 w 2054"/>
                <a:gd name="T57" fmla="*/ 1103 h 1139"/>
                <a:gd name="T58" fmla="*/ 324 w 2054"/>
                <a:gd name="T59" fmla="*/ 1080 h 1139"/>
                <a:gd name="T60" fmla="*/ 275 w 2054"/>
                <a:gd name="T61" fmla="*/ 1054 h 1139"/>
                <a:gd name="T62" fmla="*/ 229 w 2054"/>
                <a:gd name="T63" fmla="*/ 1022 h 1139"/>
                <a:gd name="T64" fmla="*/ 186 w 2054"/>
                <a:gd name="T65" fmla="*/ 986 h 1139"/>
                <a:gd name="T66" fmla="*/ 147 w 2054"/>
                <a:gd name="T67" fmla="*/ 946 h 1139"/>
                <a:gd name="T68" fmla="*/ 113 w 2054"/>
                <a:gd name="T69" fmla="*/ 904 h 1139"/>
                <a:gd name="T70" fmla="*/ 82 w 2054"/>
                <a:gd name="T71" fmla="*/ 857 h 1139"/>
                <a:gd name="T72" fmla="*/ 56 w 2054"/>
                <a:gd name="T73" fmla="*/ 808 h 1139"/>
                <a:gd name="T74" fmla="*/ 33 w 2054"/>
                <a:gd name="T75" fmla="*/ 757 h 1139"/>
                <a:gd name="T76" fmla="*/ 18 w 2054"/>
                <a:gd name="T77" fmla="*/ 703 h 1139"/>
                <a:gd name="T78" fmla="*/ 6 w 2054"/>
                <a:gd name="T79" fmla="*/ 647 h 1139"/>
                <a:gd name="T80" fmla="*/ 0 w 2054"/>
                <a:gd name="T81" fmla="*/ 590 h 1139"/>
                <a:gd name="T82" fmla="*/ 0 w 2054"/>
                <a:gd name="T83" fmla="*/ 562 h 1139"/>
                <a:gd name="T84" fmla="*/ 0 w 2054"/>
                <a:gd name="T85" fmla="*/ 0 h 1139"/>
                <a:gd name="T86" fmla="*/ 2054 w 2054"/>
                <a:gd name="T87" fmla="*/ 0 h 1139"/>
                <a:gd name="T88" fmla="*/ 2054 w 2054"/>
                <a:gd name="T89" fmla="*/ 562 h 1139"/>
                <a:gd name="T90" fmla="*/ 2051 w 2054"/>
                <a:gd name="T91" fmla="*/ 593 h 1139"/>
                <a:gd name="T92" fmla="*/ 2043 w 2054"/>
                <a:gd name="T93" fmla="*/ 651 h 1139"/>
                <a:gd name="T94" fmla="*/ 2030 w 2054"/>
                <a:gd name="T95" fmla="*/ 708 h 1139"/>
                <a:gd name="T96" fmla="*/ 2011 w 2054"/>
                <a:gd name="T97" fmla="*/ 762 h 1139"/>
                <a:gd name="T98" fmla="*/ 1988 w 2054"/>
                <a:gd name="T99" fmla="*/ 814 h 1139"/>
                <a:gd name="T100" fmla="*/ 1961 w 2054"/>
                <a:gd name="T101" fmla="*/ 864 h 1139"/>
                <a:gd name="T102" fmla="*/ 1929 w 2054"/>
                <a:gd name="T103" fmla="*/ 909 h 1139"/>
                <a:gd name="T104" fmla="*/ 1893 w 2054"/>
                <a:gd name="T105" fmla="*/ 952 h 1139"/>
                <a:gd name="T106" fmla="*/ 1854 w 2054"/>
                <a:gd name="T107" fmla="*/ 990 h 1139"/>
                <a:gd name="T108" fmla="*/ 1811 w 2054"/>
                <a:gd name="T109" fmla="*/ 1026 h 1139"/>
                <a:gd name="T110" fmla="*/ 1764 w 2054"/>
                <a:gd name="T111" fmla="*/ 1057 h 1139"/>
                <a:gd name="T112" fmla="*/ 1715 w 2054"/>
                <a:gd name="T113" fmla="*/ 1083 h 1139"/>
                <a:gd name="T114" fmla="*/ 1663 w 2054"/>
                <a:gd name="T115" fmla="*/ 1104 h 1139"/>
                <a:gd name="T116" fmla="*/ 1608 w 2054"/>
                <a:gd name="T117" fmla="*/ 1121 h 1139"/>
                <a:gd name="T118" fmla="*/ 1551 w 2054"/>
                <a:gd name="T119" fmla="*/ 1133 h 1139"/>
                <a:gd name="T120" fmla="*/ 1492 w 2054"/>
                <a:gd name="T121" fmla="*/ 1138 h 1139"/>
                <a:gd name="T122" fmla="*/ 1463 w 2054"/>
                <a:gd name="T123" fmla="*/ 1139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54" h="1139">
                  <a:moveTo>
                    <a:pt x="267" y="280"/>
                  </a:moveTo>
                  <a:lnTo>
                    <a:pt x="267" y="562"/>
                  </a:lnTo>
                  <a:lnTo>
                    <a:pt x="268" y="594"/>
                  </a:lnTo>
                  <a:lnTo>
                    <a:pt x="280" y="652"/>
                  </a:lnTo>
                  <a:lnTo>
                    <a:pt x="304" y="705"/>
                  </a:lnTo>
                  <a:lnTo>
                    <a:pt x="337" y="753"/>
                  </a:lnTo>
                  <a:lnTo>
                    <a:pt x="377" y="792"/>
                  </a:lnTo>
                  <a:lnTo>
                    <a:pt x="425" y="824"/>
                  </a:lnTo>
                  <a:lnTo>
                    <a:pt x="478" y="845"/>
                  </a:lnTo>
                  <a:lnTo>
                    <a:pt x="533" y="856"/>
                  </a:lnTo>
                  <a:lnTo>
                    <a:pt x="562" y="857"/>
                  </a:lnTo>
                  <a:lnTo>
                    <a:pt x="1448" y="857"/>
                  </a:lnTo>
                  <a:lnTo>
                    <a:pt x="1480" y="856"/>
                  </a:lnTo>
                  <a:lnTo>
                    <a:pt x="1539" y="844"/>
                  </a:lnTo>
                  <a:lnTo>
                    <a:pt x="1591" y="820"/>
                  </a:lnTo>
                  <a:lnTo>
                    <a:pt x="1639" y="788"/>
                  </a:lnTo>
                  <a:lnTo>
                    <a:pt x="1678" y="747"/>
                  </a:lnTo>
                  <a:lnTo>
                    <a:pt x="1710" y="699"/>
                  </a:lnTo>
                  <a:lnTo>
                    <a:pt x="1732" y="646"/>
                  </a:lnTo>
                  <a:lnTo>
                    <a:pt x="1742" y="590"/>
                  </a:lnTo>
                  <a:lnTo>
                    <a:pt x="1743" y="562"/>
                  </a:lnTo>
                  <a:lnTo>
                    <a:pt x="1743" y="280"/>
                  </a:lnTo>
                  <a:lnTo>
                    <a:pt x="267" y="280"/>
                  </a:lnTo>
                  <a:close/>
                  <a:moveTo>
                    <a:pt x="1463" y="1139"/>
                  </a:moveTo>
                  <a:lnTo>
                    <a:pt x="577" y="1139"/>
                  </a:lnTo>
                  <a:lnTo>
                    <a:pt x="546" y="1138"/>
                  </a:lnTo>
                  <a:lnTo>
                    <a:pt x="487" y="1132"/>
                  </a:lnTo>
                  <a:lnTo>
                    <a:pt x="430" y="1120"/>
                  </a:lnTo>
                  <a:lnTo>
                    <a:pt x="376" y="1103"/>
                  </a:lnTo>
                  <a:lnTo>
                    <a:pt x="324" y="1080"/>
                  </a:lnTo>
                  <a:lnTo>
                    <a:pt x="275" y="1054"/>
                  </a:lnTo>
                  <a:lnTo>
                    <a:pt x="229" y="1022"/>
                  </a:lnTo>
                  <a:lnTo>
                    <a:pt x="186" y="986"/>
                  </a:lnTo>
                  <a:lnTo>
                    <a:pt x="147" y="946"/>
                  </a:lnTo>
                  <a:lnTo>
                    <a:pt x="113" y="904"/>
                  </a:lnTo>
                  <a:lnTo>
                    <a:pt x="82" y="857"/>
                  </a:lnTo>
                  <a:lnTo>
                    <a:pt x="56" y="808"/>
                  </a:lnTo>
                  <a:lnTo>
                    <a:pt x="33" y="757"/>
                  </a:lnTo>
                  <a:lnTo>
                    <a:pt x="18" y="703"/>
                  </a:lnTo>
                  <a:lnTo>
                    <a:pt x="6" y="647"/>
                  </a:lnTo>
                  <a:lnTo>
                    <a:pt x="0" y="590"/>
                  </a:lnTo>
                  <a:lnTo>
                    <a:pt x="0" y="562"/>
                  </a:lnTo>
                  <a:lnTo>
                    <a:pt x="0" y="0"/>
                  </a:lnTo>
                  <a:lnTo>
                    <a:pt x="2054" y="0"/>
                  </a:lnTo>
                  <a:lnTo>
                    <a:pt x="2054" y="562"/>
                  </a:lnTo>
                  <a:lnTo>
                    <a:pt x="2051" y="593"/>
                  </a:lnTo>
                  <a:lnTo>
                    <a:pt x="2043" y="651"/>
                  </a:lnTo>
                  <a:lnTo>
                    <a:pt x="2030" y="708"/>
                  </a:lnTo>
                  <a:lnTo>
                    <a:pt x="2011" y="762"/>
                  </a:lnTo>
                  <a:lnTo>
                    <a:pt x="1988" y="814"/>
                  </a:lnTo>
                  <a:lnTo>
                    <a:pt x="1961" y="864"/>
                  </a:lnTo>
                  <a:lnTo>
                    <a:pt x="1929" y="909"/>
                  </a:lnTo>
                  <a:lnTo>
                    <a:pt x="1893" y="952"/>
                  </a:lnTo>
                  <a:lnTo>
                    <a:pt x="1854" y="990"/>
                  </a:lnTo>
                  <a:lnTo>
                    <a:pt x="1811" y="1026"/>
                  </a:lnTo>
                  <a:lnTo>
                    <a:pt x="1764" y="1057"/>
                  </a:lnTo>
                  <a:lnTo>
                    <a:pt x="1715" y="1083"/>
                  </a:lnTo>
                  <a:lnTo>
                    <a:pt x="1663" y="1104"/>
                  </a:lnTo>
                  <a:lnTo>
                    <a:pt x="1608" y="1121"/>
                  </a:lnTo>
                  <a:lnTo>
                    <a:pt x="1551" y="1133"/>
                  </a:lnTo>
                  <a:lnTo>
                    <a:pt x="1492" y="1138"/>
                  </a:lnTo>
                  <a:lnTo>
                    <a:pt x="1463" y="1139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345106B2-2DF6-654D-D099-C200BDDED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5" y="2732"/>
              <a:ext cx="970" cy="1072"/>
            </a:xfrm>
            <a:custGeom>
              <a:avLst/>
              <a:gdLst>
                <a:gd name="T0" fmla="*/ 5818 w 5819"/>
                <a:gd name="T1" fmla="*/ 2879 h 6432"/>
                <a:gd name="T2" fmla="*/ 5794 w 5819"/>
                <a:gd name="T3" fmla="*/ 2568 h 6432"/>
                <a:gd name="T4" fmla="*/ 5741 w 5819"/>
                <a:gd name="T5" fmla="*/ 2268 h 6432"/>
                <a:gd name="T6" fmla="*/ 5657 w 5819"/>
                <a:gd name="T7" fmla="*/ 1980 h 6432"/>
                <a:gd name="T8" fmla="*/ 5548 w 5819"/>
                <a:gd name="T9" fmla="*/ 1704 h 6432"/>
                <a:gd name="T10" fmla="*/ 5412 w 5819"/>
                <a:gd name="T11" fmla="*/ 1444 h 6432"/>
                <a:gd name="T12" fmla="*/ 5252 w 5819"/>
                <a:gd name="T13" fmla="*/ 1199 h 6432"/>
                <a:gd name="T14" fmla="*/ 5071 w 5819"/>
                <a:gd name="T15" fmla="*/ 972 h 6432"/>
                <a:gd name="T16" fmla="*/ 4868 w 5819"/>
                <a:gd name="T17" fmla="*/ 765 h 6432"/>
                <a:gd name="T18" fmla="*/ 4646 w 5819"/>
                <a:gd name="T19" fmla="*/ 580 h 6432"/>
                <a:gd name="T20" fmla="*/ 4406 w 5819"/>
                <a:gd name="T21" fmla="*/ 417 h 6432"/>
                <a:gd name="T22" fmla="*/ 4151 w 5819"/>
                <a:gd name="T23" fmla="*/ 279 h 6432"/>
                <a:gd name="T24" fmla="*/ 3881 w 5819"/>
                <a:gd name="T25" fmla="*/ 166 h 6432"/>
                <a:gd name="T26" fmla="*/ 3598 w 5819"/>
                <a:gd name="T27" fmla="*/ 81 h 6432"/>
                <a:gd name="T28" fmla="*/ 3304 w 5819"/>
                <a:gd name="T29" fmla="*/ 26 h 6432"/>
                <a:gd name="T30" fmla="*/ 3000 w 5819"/>
                <a:gd name="T31" fmla="*/ 0 h 6432"/>
                <a:gd name="T32" fmla="*/ 2767 w 5819"/>
                <a:gd name="T33" fmla="*/ 4 h 6432"/>
                <a:gd name="T34" fmla="*/ 2567 w 5819"/>
                <a:gd name="T35" fmla="*/ 20 h 6432"/>
                <a:gd name="T36" fmla="*/ 2306 w 5819"/>
                <a:gd name="T37" fmla="*/ 65 h 6432"/>
                <a:gd name="T38" fmla="*/ 2052 w 5819"/>
                <a:gd name="T39" fmla="*/ 132 h 6432"/>
                <a:gd name="T40" fmla="*/ 1808 w 5819"/>
                <a:gd name="T41" fmla="*/ 223 h 6432"/>
                <a:gd name="T42" fmla="*/ 1574 w 5819"/>
                <a:gd name="T43" fmla="*/ 335 h 6432"/>
                <a:gd name="T44" fmla="*/ 1351 w 5819"/>
                <a:gd name="T45" fmla="*/ 466 h 6432"/>
                <a:gd name="T46" fmla="*/ 1140 w 5819"/>
                <a:gd name="T47" fmla="*/ 617 h 6432"/>
                <a:gd name="T48" fmla="*/ 944 w 5819"/>
                <a:gd name="T49" fmla="*/ 785 h 6432"/>
                <a:gd name="T50" fmla="*/ 763 w 5819"/>
                <a:gd name="T51" fmla="*/ 970 h 6432"/>
                <a:gd name="T52" fmla="*/ 598 w 5819"/>
                <a:gd name="T53" fmla="*/ 1169 h 6432"/>
                <a:gd name="T54" fmla="*/ 451 w 5819"/>
                <a:gd name="T55" fmla="*/ 1384 h 6432"/>
                <a:gd name="T56" fmla="*/ 322 w 5819"/>
                <a:gd name="T57" fmla="*/ 1610 h 6432"/>
                <a:gd name="T58" fmla="*/ 212 w 5819"/>
                <a:gd name="T59" fmla="*/ 1849 h 6432"/>
                <a:gd name="T60" fmla="*/ 125 w 5819"/>
                <a:gd name="T61" fmla="*/ 2098 h 6432"/>
                <a:gd name="T62" fmla="*/ 58 w 5819"/>
                <a:gd name="T63" fmla="*/ 2356 h 6432"/>
                <a:gd name="T64" fmla="*/ 16 w 5819"/>
                <a:gd name="T65" fmla="*/ 2622 h 6432"/>
                <a:gd name="T66" fmla="*/ 5 w 5819"/>
                <a:gd name="T67" fmla="*/ 2759 h 6432"/>
                <a:gd name="T68" fmla="*/ 1 w 5819"/>
                <a:gd name="T69" fmla="*/ 3035 h 6432"/>
                <a:gd name="T70" fmla="*/ 21 w 5819"/>
                <a:gd name="T71" fmla="*/ 3302 h 6432"/>
                <a:gd name="T72" fmla="*/ 62 w 5819"/>
                <a:gd name="T73" fmla="*/ 3560 h 6432"/>
                <a:gd name="T74" fmla="*/ 126 w 5819"/>
                <a:gd name="T75" fmla="*/ 3810 h 6432"/>
                <a:gd name="T76" fmla="*/ 210 w 5819"/>
                <a:gd name="T77" fmla="*/ 4051 h 6432"/>
                <a:gd name="T78" fmla="*/ 315 w 5819"/>
                <a:gd name="T79" fmla="*/ 4282 h 6432"/>
                <a:gd name="T80" fmla="*/ 439 w 5819"/>
                <a:gd name="T81" fmla="*/ 4502 h 6432"/>
                <a:gd name="T82" fmla="*/ 544 w 5819"/>
                <a:gd name="T83" fmla="*/ 4660 h 6432"/>
                <a:gd name="T84" fmla="*/ 672 w 5819"/>
                <a:gd name="T85" fmla="*/ 4829 h 6432"/>
                <a:gd name="T86" fmla="*/ 1010 w 5819"/>
                <a:gd name="T87" fmla="*/ 5200 h 6432"/>
                <a:gd name="T88" fmla="*/ 1214 w 5819"/>
                <a:gd name="T89" fmla="*/ 5438 h 6432"/>
                <a:gd name="T90" fmla="*/ 1307 w 5819"/>
                <a:gd name="T91" fmla="*/ 5597 h 6432"/>
                <a:gd name="T92" fmla="*/ 1382 w 5819"/>
                <a:gd name="T93" fmla="*/ 5795 h 6432"/>
                <a:gd name="T94" fmla="*/ 1435 w 5819"/>
                <a:gd name="T95" fmla="*/ 6048 h 6432"/>
                <a:gd name="T96" fmla="*/ 1486 w 5819"/>
                <a:gd name="T97" fmla="*/ 6432 h 6432"/>
                <a:gd name="T98" fmla="*/ 4342 w 5819"/>
                <a:gd name="T99" fmla="*/ 6207 h 6432"/>
                <a:gd name="T100" fmla="*/ 4379 w 5819"/>
                <a:gd name="T101" fmla="*/ 5989 h 6432"/>
                <a:gd name="T102" fmla="*/ 4447 w 5819"/>
                <a:gd name="T103" fmla="*/ 5754 h 6432"/>
                <a:gd name="T104" fmla="*/ 4535 w 5819"/>
                <a:gd name="T105" fmla="*/ 5565 h 6432"/>
                <a:gd name="T106" fmla="*/ 4642 w 5819"/>
                <a:gd name="T107" fmla="*/ 5404 h 6432"/>
                <a:gd name="T108" fmla="*/ 4869 w 5819"/>
                <a:gd name="T109" fmla="*/ 5140 h 6432"/>
                <a:gd name="T110" fmla="*/ 5150 w 5819"/>
                <a:gd name="T111" fmla="*/ 4814 h 6432"/>
                <a:gd name="T112" fmla="*/ 5284 w 5819"/>
                <a:gd name="T113" fmla="*/ 4631 h 6432"/>
                <a:gd name="T114" fmla="*/ 5459 w 5819"/>
                <a:gd name="T115" fmla="*/ 4359 h 6432"/>
                <a:gd name="T116" fmla="*/ 5643 w 5819"/>
                <a:gd name="T117" fmla="*/ 3962 h 6432"/>
                <a:gd name="T118" fmla="*/ 5764 w 5819"/>
                <a:gd name="T119" fmla="*/ 3533 h 6432"/>
                <a:gd name="T120" fmla="*/ 5818 w 5819"/>
                <a:gd name="T121" fmla="*/ 3076 h 6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19" h="6432">
                  <a:moveTo>
                    <a:pt x="5819" y="2958"/>
                  </a:moveTo>
                  <a:lnTo>
                    <a:pt x="5818" y="2879"/>
                  </a:lnTo>
                  <a:lnTo>
                    <a:pt x="5810" y="2722"/>
                  </a:lnTo>
                  <a:lnTo>
                    <a:pt x="5794" y="2568"/>
                  </a:lnTo>
                  <a:lnTo>
                    <a:pt x="5771" y="2416"/>
                  </a:lnTo>
                  <a:lnTo>
                    <a:pt x="5741" y="2268"/>
                  </a:lnTo>
                  <a:lnTo>
                    <a:pt x="5703" y="2122"/>
                  </a:lnTo>
                  <a:lnTo>
                    <a:pt x="5657" y="1980"/>
                  </a:lnTo>
                  <a:lnTo>
                    <a:pt x="5606" y="1840"/>
                  </a:lnTo>
                  <a:lnTo>
                    <a:pt x="5548" y="1704"/>
                  </a:lnTo>
                  <a:lnTo>
                    <a:pt x="5483" y="1571"/>
                  </a:lnTo>
                  <a:lnTo>
                    <a:pt x="5412" y="1444"/>
                  </a:lnTo>
                  <a:lnTo>
                    <a:pt x="5336" y="1319"/>
                  </a:lnTo>
                  <a:lnTo>
                    <a:pt x="5252" y="1199"/>
                  </a:lnTo>
                  <a:lnTo>
                    <a:pt x="5165" y="1083"/>
                  </a:lnTo>
                  <a:lnTo>
                    <a:pt x="5071" y="972"/>
                  </a:lnTo>
                  <a:lnTo>
                    <a:pt x="4972" y="867"/>
                  </a:lnTo>
                  <a:lnTo>
                    <a:pt x="4868" y="765"/>
                  </a:lnTo>
                  <a:lnTo>
                    <a:pt x="4760" y="670"/>
                  </a:lnTo>
                  <a:lnTo>
                    <a:pt x="4646" y="580"/>
                  </a:lnTo>
                  <a:lnTo>
                    <a:pt x="4529" y="495"/>
                  </a:lnTo>
                  <a:lnTo>
                    <a:pt x="4406" y="417"/>
                  </a:lnTo>
                  <a:lnTo>
                    <a:pt x="4281" y="344"/>
                  </a:lnTo>
                  <a:lnTo>
                    <a:pt x="4151" y="279"/>
                  </a:lnTo>
                  <a:lnTo>
                    <a:pt x="4018" y="219"/>
                  </a:lnTo>
                  <a:lnTo>
                    <a:pt x="3881" y="166"/>
                  </a:lnTo>
                  <a:lnTo>
                    <a:pt x="3741" y="120"/>
                  </a:lnTo>
                  <a:lnTo>
                    <a:pt x="3598" y="81"/>
                  </a:lnTo>
                  <a:lnTo>
                    <a:pt x="3453" y="49"/>
                  </a:lnTo>
                  <a:lnTo>
                    <a:pt x="3304" y="26"/>
                  </a:lnTo>
                  <a:lnTo>
                    <a:pt x="3153" y="9"/>
                  </a:lnTo>
                  <a:lnTo>
                    <a:pt x="3000" y="0"/>
                  </a:lnTo>
                  <a:lnTo>
                    <a:pt x="2845" y="0"/>
                  </a:lnTo>
                  <a:lnTo>
                    <a:pt x="2767" y="4"/>
                  </a:lnTo>
                  <a:lnTo>
                    <a:pt x="2700" y="7"/>
                  </a:lnTo>
                  <a:lnTo>
                    <a:pt x="2567" y="20"/>
                  </a:lnTo>
                  <a:lnTo>
                    <a:pt x="2435" y="39"/>
                  </a:lnTo>
                  <a:lnTo>
                    <a:pt x="2306" y="65"/>
                  </a:lnTo>
                  <a:lnTo>
                    <a:pt x="2177" y="95"/>
                  </a:lnTo>
                  <a:lnTo>
                    <a:pt x="2052" y="132"/>
                  </a:lnTo>
                  <a:lnTo>
                    <a:pt x="1928" y="174"/>
                  </a:lnTo>
                  <a:lnTo>
                    <a:pt x="1808" y="223"/>
                  </a:lnTo>
                  <a:lnTo>
                    <a:pt x="1690" y="276"/>
                  </a:lnTo>
                  <a:lnTo>
                    <a:pt x="1574" y="335"/>
                  </a:lnTo>
                  <a:lnTo>
                    <a:pt x="1461" y="398"/>
                  </a:lnTo>
                  <a:lnTo>
                    <a:pt x="1351" y="466"/>
                  </a:lnTo>
                  <a:lnTo>
                    <a:pt x="1244" y="540"/>
                  </a:lnTo>
                  <a:lnTo>
                    <a:pt x="1140" y="617"/>
                  </a:lnTo>
                  <a:lnTo>
                    <a:pt x="1041" y="699"/>
                  </a:lnTo>
                  <a:lnTo>
                    <a:pt x="944" y="785"/>
                  </a:lnTo>
                  <a:lnTo>
                    <a:pt x="851" y="875"/>
                  </a:lnTo>
                  <a:lnTo>
                    <a:pt x="763" y="970"/>
                  </a:lnTo>
                  <a:lnTo>
                    <a:pt x="678" y="1068"/>
                  </a:lnTo>
                  <a:lnTo>
                    <a:pt x="598" y="1169"/>
                  </a:lnTo>
                  <a:lnTo>
                    <a:pt x="522" y="1275"/>
                  </a:lnTo>
                  <a:lnTo>
                    <a:pt x="451" y="1384"/>
                  </a:lnTo>
                  <a:lnTo>
                    <a:pt x="383" y="1495"/>
                  </a:lnTo>
                  <a:lnTo>
                    <a:pt x="322" y="1610"/>
                  </a:lnTo>
                  <a:lnTo>
                    <a:pt x="264" y="1729"/>
                  </a:lnTo>
                  <a:lnTo>
                    <a:pt x="212" y="1849"/>
                  </a:lnTo>
                  <a:lnTo>
                    <a:pt x="166" y="1972"/>
                  </a:lnTo>
                  <a:lnTo>
                    <a:pt x="125" y="2098"/>
                  </a:lnTo>
                  <a:lnTo>
                    <a:pt x="89" y="2226"/>
                  </a:lnTo>
                  <a:lnTo>
                    <a:pt x="58" y="2356"/>
                  </a:lnTo>
                  <a:lnTo>
                    <a:pt x="35" y="2488"/>
                  </a:lnTo>
                  <a:lnTo>
                    <a:pt x="16" y="2622"/>
                  </a:lnTo>
                  <a:lnTo>
                    <a:pt x="10" y="2690"/>
                  </a:lnTo>
                  <a:lnTo>
                    <a:pt x="5" y="2759"/>
                  </a:lnTo>
                  <a:lnTo>
                    <a:pt x="0" y="2898"/>
                  </a:lnTo>
                  <a:lnTo>
                    <a:pt x="1" y="3035"/>
                  </a:lnTo>
                  <a:lnTo>
                    <a:pt x="9" y="3169"/>
                  </a:lnTo>
                  <a:lnTo>
                    <a:pt x="21" y="3302"/>
                  </a:lnTo>
                  <a:lnTo>
                    <a:pt x="39" y="3431"/>
                  </a:lnTo>
                  <a:lnTo>
                    <a:pt x="62" y="3560"/>
                  </a:lnTo>
                  <a:lnTo>
                    <a:pt x="92" y="3687"/>
                  </a:lnTo>
                  <a:lnTo>
                    <a:pt x="126" y="3810"/>
                  </a:lnTo>
                  <a:lnTo>
                    <a:pt x="166" y="3933"/>
                  </a:lnTo>
                  <a:lnTo>
                    <a:pt x="210" y="4051"/>
                  </a:lnTo>
                  <a:lnTo>
                    <a:pt x="260" y="4168"/>
                  </a:lnTo>
                  <a:lnTo>
                    <a:pt x="315" y="4282"/>
                  </a:lnTo>
                  <a:lnTo>
                    <a:pt x="375" y="4394"/>
                  </a:lnTo>
                  <a:lnTo>
                    <a:pt x="439" y="4502"/>
                  </a:lnTo>
                  <a:lnTo>
                    <a:pt x="508" y="4608"/>
                  </a:lnTo>
                  <a:lnTo>
                    <a:pt x="544" y="4660"/>
                  </a:lnTo>
                  <a:lnTo>
                    <a:pt x="588" y="4721"/>
                  </a:lnTo>
                  <a:lnTo>
                    <a:pt x="672" y="4829"/>
                  </a:lnTo>
                  <a:lnTo>
                    <a:pt x="792" y="4972"/>
                  </a:lnTo>
                  <a:lnTo>
                    <a:pt x="1010" y="5200"/>
                  </a:lnTo>
                  <a:lnTo>
                    <a:pt x="1161" y="5367"/>
                  </a:lnTo>
                  <a:lnTo>
                    <a:pt x="1214" y="5438"/>
                  </a:lnTo>
                  <a:lnTo>
                    <a:pt x="1263" y="5514"/>
                  </a:lnTo>
                  <a:lnTo>
                    <a:pt x="1307" y="5597"/>
                  </a:lnTo>
                  <a:lnTo>
                    <a:pt x="1347" y="5690"/>
                  </a:lnTo>
                  <a:lnTo>
                    <a:pt x="1382" y="5795"/>
                  </a:lnTo>
                  <a:lnTo>
                    <a:pt x="1411" y="5913"/>
                  </a:lnTo>
                  <a:lnTo>
                    <a:pt x="1435" y="6048"/>
                  </a:lnTo>
                  <a:lnTo>
                    <a:pt x="1444" y="6123"/>
                  </a:lnTo>
                  <a:lnTo>
                    <a:pt x="1486" y="6432"/>
                  </a:lnTo>
                  <a:lnTo>
                    <a:pt x="4313" y="6432"/>
                  </a:lnTo>
                  <a:lnTo>
                    <a:pt x="4342" y="6207"/>
                  </a:lnTo>
                  <a:lnTo>
                    <a:pt x="4353" y="6129"/>
                  </a:lnTo>
                  <a:lnTo>
                    <a:pt x="4379" y="5989"/>
                  </a:lnTo>
                  <a:lnTo>
                    <a:pt x="4411" y="5864"/>
                  </a:lnTo>
                  <a:lnTo>
                    <a:pt x="4447" y="5754"/>
                  </a:lnTo>
                  <a:lnTo>
                    <a:pt x="4489" y="5654"/>
                  </a:lnTo>
                  <a:lnTo>
                    <a:pt x="4535" y="5565"/>
                  </a:lnTo>
                  <a:lnTo>
                    <a:pt x="4586" y="5482"/>
                  </a:lnTo>
                  <a:lnTo>
                    <a:pt x="4642" y="5404"/>
                  </a:lnTo>
                  <a:lnTo>
                    <a:pt x="4732" y="5292"/>
                  </a:lnTo>
                  <a:lnTo>
                    <a:pt x="4869" y="5140"/>
                  </a:lnTo>
                  <a:lnTo>
                    <a:pt x="5023" y="4968"/>
                  </a:lnTo>
                  <a:lnTo>
                    <a:pt x="5150" y="4814"/>
                  </a:lnTo>
                  <a:lnTo>
                    <a:pt x="5239" y="4696"/>
                  </a:lnTo>
                  <a:lnTo>
                    <a:pt x="5284" y="4631"/>
                  </a:lnTo>
                  <a:lnTo>
                    <a:pt x="5346" y="4543"/>
                  </a:lnTo>
                  <a:lnTo>
                    <a:pt x="5459" y="4359"/>
                  </a:lnTo>
                  <a:lnTo>
                    <a:pt x="5558" y="4166"/>
                  </a:lnTo>
                  <a:lnTo>
                    <a:pt x="5643" y="3962"/>
                  </a:lnTo>
                  <a:lnTo>
                    <a:pt x="5711" y="3751"/>
                  </a:lnTo>
                  <a:lnTo>
                    <a:pt x="5764" y="3533"/>
                  </a:lnTo>
                  <a:lnTo>
                    <a:pt x="5799" y="3307"/>
                  </a:lnTo>
                  <a:lnTo>
                    <a:pt x="5818" y="3076"/>
                  </a:lnTo>
                  <a:lnTo>
                    <a:pt x="5819" y="29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Freeform 48">
              <a:extLst>
                <a:ext uri="{FF2B5EF4-FFF2-40B4-BE49-F238E27FC236}">
                  <a16:creationId xmlns:a16="http://schemas.microsoft.com/office/drawing/2014/main" id="{690E6E8B-D97F-775A-56BC-1DC001CC73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72" y="2708"/>
              <a:ext cx="1016" cy="1121"/>
            </a:xfrm>
            <a:custGeom>
              <a:avLst/>
              <a:gdLst>
                <a:gd name="T0" fmla="*/ 4372 w 6099"/>
                <a:gd name="T1" fmla="*/ 6235 h 6728"/>
                <a:gd name="T2" fmla="*/ 4597 w 6099"/>
                <a:gd name="T3" fmla="*/ 5597 h 6728"/>
                <a:gd name="T4" fmla="*/ 4904 w 6099"/>
                <a:gd name="T5" fmla="*/ 5223 h 6728"/>
                <a:gd name="T6" fmla="*/ 5326 w 6099"/>
                <a:gd name="T7" fmla="*/ 4716 h 6728"/>
                <a:gd name="T8" fmla="*/ 5661 w 6099"/>
                <a:gd name="T9" fmla="*/ 4046 h 6728"/>
                <a:gd name="T10" fmla="*/ 5816 w 6099"/>
                <a:gd name="T11" fmla="*/ 3206 h 6728"/>
                <a:gd name="T12" fmla="*/ 5794 w 6099"/>
                <a:gd name="T13" fmla="*/ 2728 h 6728"/>
                <a:gd name="T14" fmla="*/ 5663 w 6099"/>
                <a:gd name="T15" fmla="*/ 2169 h 6728"/>
                <a:gd name="T16" fmla="*/ 5428 w 6099"/>
                <a:gd name="T17" fmla="*/ 1661 h 6728"/>
                <a:gd name="T18" fmla="*/ 5102 w 6099"/>
                <a:gd name="T19" fmla="*/ 1213 h 6728"/>
                <a:gd name="T20" fmla="*/ 4696 w 6099"/>
                <a:gd name="T21" fmla="*/ 840 h 6728"/>
                <a:gd name="T22" fmla="*/ 4225 w 6099"/>
                <a:gd name="T23" fmla="*/ 552 h 6728"/>
                <a:gd name="T24" fmla="*/ 3697 w 6099"/>
                <a:gd name="T25" fmla="*/ 363 h 6728"/>
                <a:gd name="T26" fmla="*/ 3129 w 6099"/>
                <a:gd name="T27" fmla="*/ 284 h 6728"/>
                <a:gd name="T28" fmla="*/ 2715 w 6099"/>
                <a:gd name="T29" fmla="*/ 301 h 6728"/>
                <a:gd name="T30" fmla="*/ 2222 w 6099"/>
                <a:gd name="T31" fmla="*/ 408 h 6728"/>
                <a:gd name="T32" fmla="*/ 1766 w 6099"/>
                <a:gd name="T33" fmla="*/ 599 h 6728"/>
                <a:gd name="T34" fmla="*/ 1354 w 6099"/>
                <a:gd name="T35" fmla="*/ 867 h 6728"/>
                <a:gd name="T36" fmla="*/ 997 w 6099"/>
                <a:gd name="T37" fmla="*/ 1202 h 6728"/>
                <a:gd name="T38" fmla="*/ 701 w 6099"/>
                <a:gd name="T39" fmla="*/ 1595 h 6728"/>
                <a:gd name="T40" fmla="*/ 478 w 6099"/>
                <a:gd name="T41" fmla="*/ 2039 h 6728"/>
                <a:gd name="T42" fmla="*/ 335 w 6099"/>
                <a:gd name="T43" fmla="*/ 2525 h 6728"/>
                <a:gd name="T44" fmla="*/ 286 w 6099"/>
                <a:gd name="T45" fmla="*/ 2909 h 6728"/>
                <a:gd name="T46" fmla="*/ 298 w 6099"/>
                <a:gd name="T47" fmla="*/ 3409 h 6728"/>
                <a:gd name="T48" fmla="*/ 397 w 6099"/>
                <a:gd name="T49" fmla="*/ 3894 h 6728"/>
                <a:gd name="T50" fmla="*/ 576 w 6099"/>
                <a:gd name="T51" fmla="*/ 4355 h 6728"/>
                <a:gd name="T52" fmla="*/ 797 w 6099"/>
                <a:gd name="T53" fmla="*/ 4730 h 6728"/>
                <a:gd name="T54" fmla="*/ 1205 w 6099"/>
                <a:gd name="T55" fmla="*/ 5209 h 6728"/>
                <a:gd name="T56" fmla="*/ 1566 w 6099"/>
                <a:gd name="T57" fmla="*/ 5661 h 6728"/>
                <a:gd name="T58" fmla="*/ 1726 w 6099"/>
                <a:gd name="T59" fmla="*/ 6249 h 6728"/>
                <a:gd name="T60" fmla="*/ 1458 w 6099"/>
                <a:gd name="T61" fmla="*/ 6291 h 6728"/>
                <a:gd name="T62" fmla="*/ 1324 w 6099"/>
                <a:gd name="T63" fmla="*/ 5809 h 6728"/>
                <a:gd name="T64" fmla="*/ 1008 w 6099"/>
                <a:gd name="T65" fmla="*/ 5420 h 6728"/>
                <a:gd name="T66" fmla="*/ 634 w 6099"/>
                <a:gd name="T67" fmla="*/ 4986 h 6728"/>
                <a:gd name="T68" fmla="*/ 390 w 6099"/>
                <a:gd name="T69" fmla="*/ 4612 h 6728"/>
                <a:gd name="T70" fmla="*/ 171 w 6099"/>
                <a:gd name="T71" fmla="*/ 4114 h 6728"/>
                <a:gd name="T72" fmla="*/ 40 w 6099"/>
                <a:gd name="T73" fmla="*/ 3584 h 6728"/>
                <a:gd name="T74" fmla="*/ 0 w 6099"/>
                <a:gd name="T75" fmla="*/ 3038 h 6728"/>
                <a:gd name="T76" fmla="*/ 36 w 6099"/>
                <a:gd name="T77" fmla="*/ 2618 h 6728"/>
                <a:gd name="T78" fmla="*/ 175 w 6099"/>
                <a:gd name="T79" fmla="*/ 2073 h 6728"/>
                <a:gd name="T80" fmla="*/ 403 w 6099"/>
                <a:gd name="T81" fmla="*/ 1572 h 6728"/>
                <a:gd name="T82" fmla="*/ 711 w 6099"/>
                <a:gd name="T83" fmla="*/ 1124 h 6728"/>
                <a:gd name="T84" fmla="*/ 1089 w 6099"/>
                <a:gd name="T85" fmla="*/ 736 h 6728"/>
                <a:gd name="T86" fmla="*/ 1526 w 6099"/>
                <a:gd name="T87" fmla="*/ 422 h 6728"/>
                <a:gd name="T88" fmla="*/ 2016 w 6099"/>
                <a:gd name="T89" fmla="*/ 188 h 6728"/>
                <a:gd name="T90" fmla="*/ 2545 w 6099"/>
                <a:gd name="T91" fmla="*/ 43 h 6728"/>
                <a:gd name="T92" fmla="*/ 2975 w 6099"/>
                <a:gd name="T93" fmla="*/ 0 h 6728"/>
                <a:gd name="T94" fmla="*/ 3613 w 6099"/>
                <a:gd name="T95" fmla="*/ 54 h 6728"/>
                <a:gd name="T96" fmla="*/ 4207 w 6099"/>
                <a:gd name="T97" fmla="*/ 233 h 6728"/>
                <a:gd name="T98" fmla="*/ 4744 w 6099"/>
                <a:gd name="T99" fmla="*/ 523 h 6728"/>
                <a:gd name="T100" fmla="*/ 5210 w 6099"/>
                <a:gd name="T101" fmla="*/ 914 h 6728"/>
                <a:gd name="T102" fmla="*/ 5592 w 6099"/>
                <a:gd name="T103" fmla="*/ 1387 h 6728"/>
                <a:gd name="T104" fmla="*/ 5875 w 6099"/>
                <a:gd name="T105" fmla="*/ 1933 h 6728"/>
                <a:gd name="T106" fmla="*/ 6049 w 6099"/>
                <a:gd name="T107" fmla="*/ 2535 h 6728"/>
                <a:gd name="T108" fmla="*/ 6099 w 6099"/>
                <a:gd name="T109" fmla="*/ 3099 h 6728"/>
                <a:gd name="T110" fmla="*/ 5995 w 6099"/>
                <a:gd name="T111" fmla="*/ 3914 h 6728"/>
                <a:gd name="T112" fmla="*/ 5618 w 6099"/>
                <a:gd name="T113" fmla="*/ 4772 h 6728"/>
                <a:gd name="T114" fmla="*/ 5212 w 6099"/>
                <a:gd name="T115" fmla="*/ 5299 h 6728"/>
                <a:gd name="T116" fmla="*/ 4837 w 6099"/>
                <a:gd name="T117" fmla="*/ 5749 h 6728"/>
                <a:gd name="T118" fmla="*/ 4651 w 6099"/>
                <a:gd name="T119" fmla="*/ 6281 h 6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099" h="6728">
                  <a:moveTo>
                    <a:pt x="1753" y="6446"/>
                  </a:moveTo>
                  <a:lnTo>
                    <a:pt x="4342" y="6446"/>
                  </a:lnTo>
                  <a:lnTo>
                    <a:pt x="4355" y="6348"/>
                  </a:lnTo>
                  <a:lnTo>
                    <a:pt x="4372" y="6235"/>
                  </a:lnTo>
                  <a:lnTo>
                    <a:pt x="4414" y="6037"/>
                  </a:lnTo>
                  <a:lnTo>
                    <a:pt x="4466" y="5868"/>
                  </a:lnTo>
                  <a:lnTo>
                    <a:pt x="4527" y="5724"/>
                  </a:lnTo>
                  <a:lnTo>
                    <a:pt x="4597" y="5597"/>
                  </a:lnTo>
                  <a:lnTo>
                    <a:pt x="4675" y="5483"/>
                  </a:lnTo>
                  <a:lnTo>
                    <a:pt x="4762" y="5378"/>
                  </a:lnTo>
                  <a:lnTo>
                    <a:pt x="4854" y="5275"/>
                  </a:lnTo>
                  <a:lnTo>
                    <a:pt x="4904" y="5223"/>
                  </a:lnTo>
                  <a:lnTo>
                    <a:pt x="5001" y="5117"/>
                  </a:lnTo>
                  <a:lnTo>
                    <a:pt x="5157" y="4939"/>
                  </a:lnTo>
                  <a:lnTo>
                    <a:pt x="5268" y="4798"/>
                  </a:lnTo>
                  <a:lnTo>
                    <a:pt x="5326" y="4716"/>
                  </a:lnTo>
                  <a:lnTo>
                    <a:pt x="5385" y="4625"/>
                  </a:lnTo>
                  <a:lnTo>
                    <a:pt x="5493" y="4439"/>
                  </a:lnTo>
                  <a:lnTo>
                    <a:pt x="5584" y="4246"/>
                  </a:lnTo>
                  <a:lnTo>
                    <a:pt x="5661" y="4046"/>
                  </a:lnTo>
                  <a:lnTo>
                    <a:pt x="5724" y="3841"/>
                  </a:lnTo>
                  <a:lnTo>
                    <a:pt x="5770" y="3633"/>
                  </a:lnTo>
                  <a:lnTo>
                    <a:pt x="5801" y="3421"/>
                  </a:lnTo>
                  <a:lnTo>
                    <a:pt x="5816" y="3206"/>
                  </a:lnTo>
                  <a:lnTo>
                    <a:pt x="5818" y="3099"/>
                  </a:lnTo>
                  <a:lnTo>
                    <a:pt x="5817" y="3024"/>
                  </a:lnTo>
                  <a:lnTo>
                    <a:pt x="5810" y="2875"/>
                  </a:lnTo>
                  <a:lnTo>
                    <a:pt x="5794" y="2728"/>
                  </a:lnTo>
                  <a:lnTo>
                    <a:pt x="5772" y="2585"/>
                  </a:lnTo>
                  <a:lnTo>
                    <a:pt x="5743" y="2444"/>
                  </a:lnTo>
                  <a:lnTo>
                    <a:pt x="5707" y="2305"/>
                  </a:lnTo>
                  <a:lnTo>
                    <a:pt x="5663" y="2169"/>
                  </a:lnTo>
                  <a:lnTo>
                    <a:pt x="5614" y="2037"/>
                  </a:lnTo>
                  <a:lnTo>
                    <a:pt x="5558" y="1908"/>
                  </a:lnTo>
                  <a:lnTo>
                    <a:pt x="5497" y="1782"/>
                  </a:lnTo>
                  <a:lnTo>
                    <a:pt x="5428" y="1661"/>
                  </a:lnTo>
                  <a:lnTo>
                    <a:pt x="5355" y="1542"/>
                  </a:lnTo>
                  <a:lnTo>
                    <a:pt x="5276" y="1429"/>
                  </a:lnTo>
                  <a:lnTo>
                    <a:pt x="5192" y="1319"/>
                  </a:lnTo>
                  <a:lnTo>
                    <a:pt x="5102" y="1213"/>
                  </a:lnTo>
                  <a:lnTo>
                    <a:pt x="5007" y="1112"/>
                  </a:lnTo>
                  <a:lnTo>
                    <a:pt x="4908" y="1016"/>
                  </a:lnTo>
                  <a:lnTo>
                    <a:pt x="4805" y="925"/>
                  </a:lnTo>
                  <a:lnTo>
                    <a:pt x="4696" y="840"/>
                  </a:lnTo>
                  <a:lnTo>
                    <a:pt x="4584" y="760"/>
                  </a:lnTo>
                  <a:lnTo>
                    <a:pt x="4468" y="685"/>
                  </a:lnTo>
                  <a:lnTo>
                    <a:pt x="4348" y="615"/>
                  </a:lnTo>
                  <a:lnTo>
                    <a:pt x="4225" y="552"/>
                  </a:lnTo>
                  <a:lnTo>
                    <a:pt x="4097" y="495"/>
                  </a:lnTo>
                  <a:lnTo>
                    <a:pt x="3967" y="444"/>
                  </a:lnTo>
                  <a:lnTo>
                    <a:pt x="3833" y="400"/>
                  </a:lnTo>
                  <a:lnTo>
                    <a:pt x="3697" y="363"/>
                  </a:lnTo>
                  <a:lnTo>
                    <a:pt x="3559" y="332"/>
                  </a:lnTo>
                  <a:lnTo>
                    <a:pt x="3418" y="309"/>
                  </a:lnTo>
                  <a:lnTo>
                    <a:pt x="3274" y="292"/>
                  </a:lnTo>
                  <a:lnTo>
                    <a:pt x="3129" y="284"/>
                  </a:lnTo>
                  <a:lnTo>
                    <a:pt x="2981" y="283"/>
                  </a:lnTo>
                  <a:lnTo>
                    <a:pt x="2907" y="285"/>
                  </a:lnTo>
                  <a:lnTo>
                    <a:pt x="2843" y="289"/>
                  </a:lnTo>
                  <a:lnTo>
                    <a:pt x="2715" y="301"/>
                  </a:lnTo>
                  <a:lnTo>
                    <a:pt x="2589" y="320"/>
                  </a:lnTo>
                  <a:lnTo>
                    <a:pt x="2464" y="344"/>
                  </a:lnTo>
                  <a:lnTo>
                    <a:pt x="2343" y="373"/>
                  </a:lnTo>
                  <a:lnTo>
                    <a:pt x="2222" y="408"/>
                  </a:lnTo>
                  <a:lnTo>
                    <a:pt x="2104" y="448"/>
                  </a:lnTo>
                  <a:lnTo>
                    <a:pt x="1989" y="494"/>
                  </a:lnTo>
                  <a:lnTo>
                    <a:pt x="1876" y="544"/>
                  </a:lnTo>
                  <a:lnTo>
                    <a:pt x="1766" y="599"/>
                  </a:lnTo>
                  <a:lnTo>
                    <a:pt x="1658" y="659"/>
                  </a:lnTo>
                  <a:lnTo>
                    <a:pt x="1554" y="725"/>
                  </a:lnTo>
                  <a:lnTo>
                    <a:pt x="1452" y="793"/>
                  </a:lnTo>
                  <a:lnTo>
                    <a:pt x="1354" y="867"/>
                  </a:lnTo>
                  <a:lnTo>
                    <a:pt x="1259" y="944"/>
                  </a:lnTo>
                  <a:lnTo>
                    <a:pt x="1169" y="1027"/>
                  </a:lnTo>
                  <a:lnTo>
                    <a:pt x="1080" y="1112"/>
                  </a:lnTo>
                  <a:lnTo>
                    <a:pt x="997" y="1202"/>
                  </a:lnTo>
                  <a:lnTo>
                    <a:pt x="917" y="1295"/>
                  </a:lnTo>
                  <a:lnTo>
                    <a:pt x="841" y="1392"/>
                  </a:lnTo>
                  <a:lnTo>
                    <a:pt x="769" y="1492"/>
                  </a:lnTo>
                  <a:lnTo>
                    <a:pt x="701" y="1595"/>
                  </a:lnTo>
                  <a:lnTo>
                    <a:pt x="638" y="1702"/>
                  </a:lnTo>
                  <a:lnTo>
                    <a:pt x="580" y="1812"/>
                  </a:lnTo>
                  <a:lnTo>
                    <a:pt x="526" y="1924"/>
                  </a:lnTo>
                  <a:lnTo>
                    <a:pt x="478" y="2039"/>
                  </a:lnTo>
                  <a:lnTo>
                    <a:pt x="434" y="2157"/>
                  </a:lnTo>
                  <a:lnTo>
                    <a:pt x="395" y="2277"/>
                  </a:lnTo>
                  <a:lnTo>
                    <a:pt x="363" y="2399"/>
                  </a:lnTo>
                  <a:lnTo>
                    <a:pt x="335" y="2525"/>
                  </a:lnTo>
                  <a:lnTo>
                    <a:pt x="313" y="2651"/>
                  </a:lnTo>
                  <a:lnTo>
                    <a:pt x="296" y="2780"/>
                  </a:lnTo>
                  <a:lnTo>
                    <a:pt x="291" y="2845"/>
                  </a:lnTo>
                  <a:lnTo>
                    <a:pt x="286" y="2909"/>
                  </a:lnTo>
                  <a:lnTo>
                    <a:pt x="280" y="3034"/>
                  </a:lnTo>
                  <a:lnTo>
                    <a:pt x="282" y="3160"/>
                  </a:lnTo>
                  <a:lnTo>
                    <a:pt x="288" y="3285"/>
                  </a:lnTo>
                  <a:lnTo>
                    <a:pt x="298" y="3409"/>
                  </a:lnTo>
                  <a:lnTo>
                    <a:pt x="315" y="3532"/>
                  </a:lnTo>
                  <a:lnTo>
                    <a:pt x="337" y="3655"/>
                  </a:lnTo>
                  <a:lnTo>
                    <a:pt x="365" y="3775"/>
                  </a:lnTo>
                  <a:lnTo>
                    <a:pt x="397" y="3894"/>
                  </a:lnTo>
                  <a:lnTo>
                    <a:pt x="434" y="4012"/>
                  </a:lnTo>
                  <a:lnTo>
                    <a:pt x="477" y="4128"/>
                  </a:lnTo>
                  <a:lnTo>
                    <a:pt x="524" y="4242"/>
                  </a:lnTo>
                  <a:lnTo>
                    <a:pt x="576" y="4355"/>
                  </a:lnTo>
                  <a:lnTo>
                    <a:pt x="634" y="4465"/>
                  </a:lnTo>
                  <a:lnTo>
                    <a:pt x="695" y="4573"/>
                  </a:lnTo>
                  <a:lnTo>
                    <a:pt x="762" y="4678"/>
                  </a:lnTo>
                  <a:lnTo>
                    <a:pt x="797" y="4730"/>
                  </a:lnTo>
                  <a:lnTo>
                    <a:pt x="854" y="4807"/>
                  </a:lnTo>
                  <a:lnTo>
                    <a:pt x="965" y="4942"/>
                  </a:lnTo>
                  <a:lnTo>
                    <a:pt x="1117" y="5112"/>
                  </a:lnTo>
                  <a:lnTo>
                    <a:pt x="1205" y="5209"/>
                  </a:lnTo>
                  <a:lnTo>
                    <a:pt x="1298" y="5302"/>
                  </a:lnTo>
                  <a:lnTo>
                    <a:pt x="1424" y="5443"/>
                  </a:lnTo>
                  <a:lnTo>
                    <a:pt x="1499" y="5545"/>
                  </a:lnTo>
                  <a:lnTo>
                    <a:pt x="1566" y="5661"/>
                  </a:lnTo>
                  <a:lnTo>
                    <a:pt x="1624" y="5797"/>
                  </a:lnTo>
                  <a:lnTo>
                    <a:pt x="1673" y="5955"/>
                  </a:lnTo>
                  <a:lnTo>
                    <a:pt x="1711" y="6142"/>
                  </a:lnTo>
                  <a:lnTo>
                    <a:pt x="1726" y="6249"/>
                  </a:lnTo>
                  <a:lnTo>
                    <a:pt x="1753" y="6446"/>
                  </a:lnTo>
                  <a:close/>
                  <a:moveTo>
                    <a:pt x="4595" y="6728"/>
                  </a:moveTo>
                  <a:lnTo>
                    <a:pt x="1515" y="6728"/>
                  </a:lnTo>
                  <a:lnTo>
                    <a:pt x="1458" y="6291"/>
                  </a:lnTo>
                  <a:lnTo>
                    <a:pt x="1444" y="6202"/>
                  </a:lnTo>
                  <a:lnTo>
                    <a:pt x="1411" y="6048"/>
                  </a:lnTo>
                  <a:lnTo>
                    <a:pt x="1371" y="5919"/>
                  </a:lnTo>
                  <a:lnTo>
                    <a:pt x="1324" y="5809"/>
                  </a:lnTo>
                  <a:lnTo>
                    <a:pt x="1268" y="5714"/>
                  </a:lnTo>
                  <a:lnTo>
                    <a:pt x="1205" y="5629"/>
                  </a:lnTo>
                  <a:lnTo>
                    <a:pt x="1095" y="5506"/>
                  </a:lnTo>
                  <a:lnTo>
                    <a:pt x="1008" y="5420"/>
                  </a:lnTo>
                  <a:lnTo>
                    <a:pt x="960" y="5371"/>
                  </a:lnTo>
                  <a:lnTo>
                    <a:pt x="860" y="5263"/>
                  </a:lnTo>
                  <a:lnTo>
                    <a:pt x="751" y="5136"/>
                  </a:lnTo>
                  <a:lnTo>
                    <a:pt x="634" y="4986"/>
                  </a:lnTo>
                  <a:lnTo>
                    <a:pt x="572" y="4899"/>
                  </a:lnTo>
                  <a:lnTo>
                    <a:pt x="533" y="4844"/>
                  </a:lnTo>
                  <a:lnTo>
                    <a:pt x="459" y="4729"/>
                  </a:lnTo>
                  <a:lnTo>
                    <a:pt x="390" y="4612"/>
                  </a:lnTo>
                  <a:lnTo>
                    <a:pt x="328" y="4491"/>
                  </a:lnTo>
                  <a:lnTo>
                    <a:pt x="270" y="4368"/>
                  </a:lnTo>
                  <a:lnTo>
                    <a:pt x="217" y="4241"/>
                  </a:lnTo>
                  <a:lnTo>
                    <a:pt x="171" y="4114"/>
                  </a:lnTo>
                  <a:lnTo>
                    <a:pt x="130" y="3984"/>
                  </a:lnTo>
                  <a:lnTo>
                    <a:pt x="94" y="3852"/>
                  </a:lnTo>
                  <a:lnTo>
                    <a:pt x="64" y="3718"/>
                  </a:lnTo>
                  <a:lnTo>
                    <a:pt x="40" y="3584"/>
                  </a:lnTo>
                  <a:lnTo>
                    <a:pt x="21" y="3448"/>
                  </a:lnTo>
                  <a:lnTo>
                    <a:pt x="8" y="3312"/>
                  </a:lnTo>
                  <a:lnTo>
                    <a:pt x="1" y="3175"/>
                  </a:lnTo>
                  <a:lnTo>
                    <a:pt x="0" y="3038"/>
                  </a:lnTo>
                  <a:lnTo>
                    <a:pt x="4" y="2899"/>
                  </a:lnTo>
                  <a:lnTo>
                    <a:pt x="9" y="2831"/>
                  </a:lnTo>
                  <a:lnTo>
                    <a:pt x="17" y="2759"/>
                  </a:lnTo>
                  <a:lnTo>
                    <a:pt x="36" y="2618"/>
                  </a:lnTo>
                  <a:lnTo>
                    <a:pt x="62" y="2478"/>
                  </a:lnTo>
                  <a:lnTo>
                    <a:pt x="94" y="2340"/>
                  </a:lnTo>
                  <a:lnTo>
                    <a:pt x="132" y="2205"/>
                  </a:lnTo>
                  <a:lnTo>
                    <a:pt x="175" y="2073"/>
                  </a:lnTo>
                  <a:lnTo>
                    <a:pt x="224" y="1943"/>
                  </a:lnTo>
                  <a:lnTo>
                    <a:pt x="278" y="1817"/>
                  </a:lnTo>
                  <a:lnTo>
                    <a:pt x="337" y="1692"/>
                  </a:lnTo>
                  <a:lnTo>
                    <a:pt x="403" y="1572"/>
                  </a:lnTo>
                  <a:lnTo>
                    <a:pt x="472" y="1454"/>
                  </a:lnTo>
                  <a:lnTo>
                    <a:pt x="547" y="1340"/>
                  </a:lnTo>
                  <a:lnTo>
                    <a:pt x="626" y="1230"/>
                  </a:lnTo>
                  <a:lnTo>
                    <a:pt x="711" y="1124"/>
                  </a:lnTo>
                  <a:lnTo>
                    <a:pt x="798" y="1020"/>
                  </a:lnTo>
                  <a:lnTo>
                    <a:pt x="891" y="922"/>
                  </a:lnTo>
                  <a:lnTo>
                    <a:pt x="988" y="827"/>
                  </a:lnTo>
                  <a:lnTo>
                    <a:pt x="1089" y="736"/>
                  </a:lnTo>
                  <a:lnTo>
                    <a:pt x="1193" y="651"/>
                  </a:lnTo>
                  <a:lnTo>
                    <a:pt x="1301" y="570"/>
                  </a:lnTo>
                  <a:lnTo>
                    <a:pt x="1412" y="493"/>
                  </a:lnTo>
                  <a:lnTo>
                    <a:pt x="1526" y="422"/>
                  </a:lnTo>
                  <a:lnTo>
                    <a:pt x="1644" y="356"/>
                  </a:lnTo>
                  <a:lnTo>
                    <a:pt x="1766" y="293"/>
                  </a:lnTo>
                  <a:lnTo>
                    <a:pt x="1889" y="237"/>
                  </a:lnTo>
                  <a:lnTo>
                    <a:pt x="2016" y="188"/>
                  </a:lnTo>
                  <a:lnTo>
                    <a:pt x="2144" y="142"/>
                  </a:lnTo>
                  <a:lnTo>
                    <a:pt x="2276" y="103"/>
                  </a:lnTo>
                  <a:lnTo>
                    <a:pt x="2409" y="71"/>
                  </a:lnTo>
                  <a:lnTo>
                    <a:pt x="2545" y="43"/>
                  </a:lnTo>
                  <a:lnTo>
                    <a:pt x="2682" y="22"/>
                  </a:lnTo>
                  <a:lnTo>
                    <a:pt x="2823" y="8"/>
                  </a:lnTo>
                  <a:lnTo>
                    <a:pt x="2892" y="3"/>
                  </a:lnTo>
                  <a:lnTo>
                    <a:pt x="2975" y="0"/>
                  </a:lnTo>
                  <a:lnTo>
                    <a:pt x="3138" y="1"/>
                  </a:lnTo>
                  <a:lnTo>
                    <a:pt x="3298" y="11"/>
                  </a:lnTo>
                  <a:lnTo>
                    <a:pt x="3457" y="28"/>
                  </a:lnTo>
                  <a:lnTo>
                    <a:pt x="3613" y="54"/>
                  </a:lnTo>
                  <a:lnTo>
                    <a:pt x="3766" y="88"/>
                  </a:lnTo>
                  <a:lnTo>
                    <a:pt x="3917" y="129"/>
                  </a:lnTo>
                  <a:lnTo>
                    <a:pt x="4063" y="177"/>
                  </a:lnTo>
                  <a:lnTo>
                    <a:pt x="4207" y="233"/>
                  </a:lnTo>
                  <a:lnTo>
                    <a:pt x="4347" y="295"/>
                  </a:lnTo>
                  <a:lnTo>
                    <a:pt x="4483" y="365"/>
                  </a:lnTo>
                  <a:lnTo>
                    <a:pt x="4616" y="441"/>
                  </a:lnTo>
                  <a:lnTo>
                    <a:pt x="4744" y="523"/>
                  </a:lnTo>
                  <a:lnTo>
                    <a:pt x="4867" y="613"/>
                  </a:lnTo>
                  <a:lnTo>
                    <a:pt x="4986" y="707"/>
                  </a:lnTo>
                  <a:lnTo>
                    <a:pt x="5100" y="807"/>
                  </a:lnTo>
                  <a:lnTo>
                    <a:pt x="5210" y="914"/>
                  </a:lnTo>
                  <a:lnTo>
                    <a:pt x="5313" y="1024"/>
                  </a:lnTo>
                  <a:lnTo>
                    <a:pt x="5411" y="1141"/>
                  </a:lnTo>
                  <a:lnTo>
                    <a:pt x="5504" y="1262"/>
                  </a:lnTo>
                  <a:lnTo>
                    <a:pt x="5592" y="1387"/>
                  </a:lnTo>
                  <a:lnTo>
                    <a:pt x="5672" y="1517"/>
                  </a:lnTo>
                  <a:lnTo>
                    <a:pt x="5747" y="1652"/>
                  </a:lnTo>
                  <a:lnTo>
                    <a:pt x="5814" y="1790"/>
                  </a:lnTo>
                  <a:lnTo>
                    <a:pt x="5875" y="1933"/>
                  </a:lnTo>
                  <a:lnTo>
                    <a:pt x="5930" y="2078"/>
                  </a:lnTo>
                  <a:lnTo>
                    <a:pt x="5977" y="2227"/>
                  </a:lnTo>
                  <a:lnTo>
                    <a:pt x="6017" y="2379"/>
                  </a:lnTo>
                  <a:lnTo>
                    <a:pt x="6049" y="2535"/>
                  </a:lnTo>
                  <a:lnTo>
                    <a:pt x="6074" y="2693"/>
                  </a:lnTo>
                  <a:lnTo>
                    <a:pt x="6091" y="2853"/>
                  </a:lnTo>
                  <a:lnTo>
                    <a:pt x="6099" y="3016"/>
                  </a:lnTo>
                  <a:lnTo>
                    <a:pt x="6099" y="3099"/>
                  </a:lnTo>
                  <a:lnTo>
                    <a:pt x="6098" y="3217"/>
                  </a:lnTo>
                  <a:lnTo>
                    <a:pt x="6081" y="3452"/>
                  </a:lnTo>
                  <a:lnTo>
                    <a:pt x="6046" y="3685"/>
                  </a:lnTo>
                  <a:lnTo>
                    <a:pt x="5995" y="3914"/>
                  </a:lnTo>
                  <a:lnTo>
                    <a:pt x="5926" y="4139"/>
                  </a:lnTo>
                  <a:lnTo>
                    <a:pt x="5841" y="4357"/>
                  </a:lnTo>
                  <a:lnTo>
                    <a:pt x="5738" y="4568"/>
                  </a:lnTo>
                  <a:lnTo>
                    <a:pt x="5618" y="4772"/>
                  </a:lnTo>
                  <a:lnTo>
                    <a:pt x="5551" y="4871"/>
                  </a:lnTo>
                  <a:lnTo>
                    <a:pt x="5488" y="4958"/>
                  </a:lnTo>
                  <a:lnTo>
                    <a:pt x="5372" y="5109"/>
                  </a:lnTo>
                  <a:lnTo>
                    <a:pt x="5212" y="5299"/>
                  </a:lnTo>
                  <a:lnTo>
                    <a:pt x="5115" y="5405"/>
                  </a:lnTo>
                  <a:lnTo>
                    <a:pt x="5023" y="5507"/>
                  </a:lnTo>
                  <a:lnTo>
                    <a:pt x="4906" y="5650"/>
                  </a:lnTo>
                  <a:lnTo>
                    <a:pt x="4837" y="5749"/>
                  </a:lnTo>
                  <a:lnTo>
                    <a:pt x="4778" y="5856"/>
                  </a:lnTo>
                  <a:lnTo>
                    <a:pt x="4728" y="5976"/>
                  </a:lnTo>
                  <a:lnTo>
                    <a:pt x="4684" y="6116"/>
                  </a:lnTo>
                  <a:lnTo>
                    <a:pt x="4651" y="6281"/>
                  </a:lnTo>
                  <a:lnTo>
                    <a:pt x="4637" y="6376"/>
                  </a:lnTo>
                  <a:lnTo>
                    <a:pt x="4595" y="6728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Rectangle 49">
              <a:extLst>
                <a:ext uri="{FF2B5EF4-FFF2-40B4-BE49-F238E27FC236}">
                  <a16:creationId xmlns:a16="http://schemas.microsoft.com/office/drawing/2014/main" id="{B9FED7AC-7783-827F-3965-629DA1CBE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" y="3782"/>
              <a:ext cx="601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" name="Rectangle 50">
              <a:extLst>
                <a:ext uri="{FF2B5EF4-FFF2-40B4-BE49-F238E27FC236}">
                  <a16:creationId xmlns:a16="http://schemas.microsoft.com/office/drawing/2014/main" id="{1472774C-1FA0-079F-AE58-D87FA4D34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" y="3897"/>
              <a:ext cx="601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Rectangle 51">
              <a:extLst>
                <a:ext uri="{FF2B5EF4-FFF2-40B4-BE49-F238E27FC236}">
                  <a16:creationId xmlns:a16="http://schemas.microsoft.com/office/drawing/2014/main" id="{B91E19A9-6545-002B-0A5B-530B89CFF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" y="4012"/>
              <a:ext cx="601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3E7DCB5A-1921-8019-06D9-97CD29D00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2838"/>
              <a:ext cx="1172" cy="902"/>
            </a:xfrm>
            <a:custGeom>
              <a:avLst/>
              <a:gdLst>
                <a:gd name="T0" fmla="*/ 2581 w 7031"/>
                <a:gd name="T1" fmla="*/ 1972 h 5408"/>
                <a:gd name="T2" fmla="*/ 2581 w 7031"/>
                <a:gd name="T3" fmla="*/ 2487 h 5408"/>
                <a:gd name="T4" fmla="*/ 2697 w 7031"/>
                <a:gd name="T5" fmla="*/ 2981 h 5408"/>
                <a:gd name="T6" fmla="*/ 333 w 7031"/>
                <a:gd name="T7" fmla="*/ 4243 h 5408"/>
                <a:gd name="T8" fmla="*/ 174 w 7031"/>
                <a:gd name="T9" fmla="*/ 4363 h 5408"/>
                <a:gd name="T10" fmla="*/ 64 w 7031"/>
                <a:gd name="T11" fmla="*/ 4520 h 5408"/>
                <a:gd name="T12" fmla="*/ 7 w 7031"/>
                <a:gd name="T13" fmla="*/ 4701 h 5408"/>
                <a:gd name="T14" fmla="*/ 6 w 7031"/>
                <a:gd name="T15" fmla="*/ 4894 h 5408"/>
                <a:gd name="T16" fmla="*/ 68 w 7031"/>
                <a:gd name="T17" fmla="*/ 5084 h 5408"/>
                <a:gd name="T18" fmla="*/ 102 w 7031"/>
                <a:gd name="T19" fmla="*/ 5143 h 5408"/>
                <a:gd name="T20" fmla="*/ 242 w 7031"/>
                <a:gd name="T21" fmla="*/ 5285 h 5408"/>
                <a:gd name="T22" fmla="*/ 411 w 7031"/>
                <a:gd name="T23" fmla="*/ 5374 h 5408"/>
                <a:gd name="T24" fmla="*/ 599 w 7031"/>
                <a:gd name="T25" fmla="*/ 5408 h 5408"/>
                <a:gd name="T26" fmla="*/ 790 w 7031"/>
                <a:gd name="T27" fmla="*/ 5382 h 5408"/>
                <a:gd name="T28" fmla="*/ 970 w 7031"/>
                <a:gd name="T29" fmla="*/ 5291 h 5408"/>
                <a:gd name="T30" fmla="*/ 3161 w 7031"/>
                <a:gd name="T31" fmla="*/ 3739 h 5408"/>
                <a:gd name="T32" fmla="*/ 3427 w 7031"/>
                <a:gd name="T33" fmla="*/ 3982 h 5408"/>
                <a:gd name="T34" fmla="*/ 3733 w 7031"/>
                <a:gd name="T35" fmla="*/ 4182 h 5408"/>
                <a:gd name="T36" fmla="*/ 4076 w 7031"/>
                <a:gd name="T37" fmla="*/ 4332 h 5408"/>
                <a:gd name="T38" fmla="*/ 4449 w 7031"/>
                <a:gd name="T39" fmla="*/ 4426 h 5408"/>
                <a:gd name="T40" fmla="*/ 4852 w 7031"/>
                <a:gd name="T41" fmla="*/ 4455 h 5408"/>
                <a:gd name="T42" fmla="*/ 5194 w 7031"/>
                <a:gd name="T43" fmla="*/ 4429 h 5408"/>
                <a:gd name="T44" fmla="*/ 5707 w 7031"/>
                <a:gd name="T45" fmla="*/ 4277 h 5408"/>
                <a:gd name="T46" fmla="*/ 6160 w 7031"/>
                <a:gd name="T47" fmla="*/ 4007 h 5408"/>
                <a:gd name="T48" fmla="*/ 6538 w 7031"/>
                <a:gd name="T49" fmla="*/ 3636 h 5408"/>
                <a:gd name="T50" fmla="*/ 6822 w 7031"/>
                <a:gd name="T51" fmla="*/ 3181 h 5408"/>
                <a:gd name="T52" fmla="*/ 6976 w 7031"/>
                <a:gd name="T53" fmla="*/ 2751 h 5408"/>
                <a:gd name="T54" fmla="*/ 7006 w 7031"/>
                <a:gd name="T55" fmla="*/ 2584 h 5408"/>
                <a:gd name="T56" fmla="*/ 7031 w 7031"/>
                <a:gd name="T57" fmla="*/ 2249 h 5408"/>
                <a:gd name="T58" fmla="*/ 7006 w 7031"/>
                <a:gd name="T59" fmla="*/ 1920 h 5408"/>
                <a:gd name="T60" fmla="*/ 6935 w 7031"/>
                <a:gd name="T61" fmla="*/ 1604 h 5408"/>
                <a:gd name="T62" fmla="*/ 6821 w 7031"/>
                <a:gd name="T63" fmla="*/ 1301 h 5408"/>
                <a:gd name="T64" fmla="*/ 6666 w 7031"/>
                <a:gd name="T65" fmla="*/ 1020 h 5408"/>
                <a:gd name="T66" fmla="*/ 6473 w 7031"/>
                <a:gd name="T67" fmla="*/ 763 h 5408"/>
                <a:gd name="T68" fmla="*/ 6244 w 7031"/>
                <a:gd name="T69" fmla="*/ 536 h 5408"/>
                <a:gd name="T70" fmla="*/ 5982 w 7031"/>
                <a:gd name="T71" fmla="*/ 343 h 5408"/>
                <a:gd name="T72" fmla="*/ 5691 w 7031"/>
                <a:gd name="T73" fmla="*/ 189 h 5408"/>
                <a:gd name="T74" fmla="*/ 5371 w 7031"/>
                <a:gd name="T75" fmla="*/ 78 h 5408"/>
                <a:gd name="T76" fmla="*/ 5260 w 7031"/>
                <a:gd name="T77" fmla="*/ 52 h 5408"/>
                <a:gd name="T78" fmla="*/ 4925 w 7031"/>
                <a:gd name="T79" fmla="*/ 4 h 5408"/>
                <a:gd name="T80" fmla="*/ 4595 w 7031"/>
                <a:gd name="T81" fmla="*/ 8 h 5408"/>
                <a:gd name="T82" fmla="*/ 4274 w 7031"/>
                <a:gd name="T83" fmla="*/ 61 h 5408"/>
                <a:gd name="T84" fmla="*/ 3968 w 7031"/>
                <a:gd name="T85" fmla="*/ 159 h 5408"/>
                <a:gd name="T86" fmla="*/ 3680 w 7031"/>
                <a:gd name="T87" fmla="*/ 301 h 5408"/>
                <a:gd name="T88" fmla="*/ 3416 w 7031"/>
                <a:gd name="T89" fmla="*/ 482 h 5408"/>
                <a:gd name="T90" fmla="*/ 3179 w 7031"/>
                <a:gd name="T91" fmla="*/ 699 h 5408"/>
                <a:gd name="T92" fmla="*/ 2974 w 7031"/>
                <a:gd name="T93" fmla="*/ 952 h 5408"/>
                <a:gd name="T94" fmla="*/ 2805 w 7031"/>
                <a:gd name="T95" fmla="*/ 1234 h 5408"/>
                <a:gd name="T96" fmla="*/ 2676 w 7031"/>
                <a:gd name="T97" fmla="*/ 1546 h 5408"/>
                <a:gd name="T98" fmla="*/ 2630 w 7031"/>
                <a:gd name="T99" fmla="*/ 1710 h 5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031" h="5408">
                  <a:moveTo>
                    <a:pt x="2630" y="1710"/>
                  </a:moveTo>
                  <a:lnTo>
                    <a:pt x="2610" y="1798"/>
                  </a:lnTo>
                  <a:lnTo>
                    <a:pt x="2581" y="1972"/>
                  </a:lnTo>
                  <a:lnTo>
                    <a:pt x="2568" y="2145"/>
                  </a:lnTo>
                  <a:lnTo>
                    <a:pt x="2568" y="2317"/>
                  </a:lnTo>
                  <a:lnTo>
                    <a:pt x="2581" y="2487"/>
                  </a:lnTo>
                  <a:lnTo>
                    <a:pt x="2607" y="2654"/>
                  </a:lnTo>
                  <a:lnTo>
                    <a:pt x="2646" y="2820"/>
                  </a:lnTo>
                  <a:lnTo>
                    <a:pt x="2697" y="2981"/>
                  </a:lnTo>
                  <a:lnTo>
                    <a:pt x="2728" y="3061"/>
                  </a:lnTo>
                  <a:lnTo>
                    <a:pt x="365" y="4229"/>
                  </a:lnTo>
                  <a:lnTo>
                    <a:pt x="333" y="4243"/>
                  </a:lnTo>
                  <a:lnTo>
                    <a:pt x="275" y="4278"/>
                  </a:lnTo>
                  <a:lnTo>
                    <a:pt x="223" y="4318"/>
                  </a:lnTo>
                  <a:lnTo>
                    <a:pt x="174" y="4363"/>
                  </a:lnTo>
                  <a:lnTo>
                    <a:pt x="132" y="4411"/>
                  </a:lnTo>
                  <a:lnTo>
                    <a:pt x="95" y="4464"/>
                  </a:lnTo>
                  <a:lnTo>
                    <a:pt x="64" y="4520"/>
                  </a:lnTo>
                  <a:lnTo>
                    <a:pt x="39" y="4578"/>
                  </a:lnTo>
                  <a:lnTo>
                    <a:pt x="20" y="4639"/>
                  </a:lnTo>
                  <a:lnTo>
                    <a:pt x="7" y="4701"/>
                  </a:lnTo>
                  <a:lnTo>
                    <a:pt x="1" y="4765"/>
                  </a:lnTo>
                  <a:lnTo>
                    <a:pt x="0" y="4829"/>
                  </a:lnTo>
                  <a:lnTo>
                    <a:pt x="6" y="4894"/>
                  </a:lnTo>
                  <a:lnTo>
                    <a:pt x="20" y="4959"/>
                  </a:lnTo>
                  <a:lnTo>
                    <a:pt x="40" y="5022"/>
                  </a:lnTo>
                  <a:lnTo>
                    <a:pt x="68" y="5084"/>
                  </a:lnTo>
                  <a:lnTo>
                    <a:pt x="83" y="5115"/>
                  </a:lnTo>
                  <a:lnTo>
                    <a:pt x="83" y="5115"/>
                  </a:lnTo>
                  <a:lnTo>
                    <a:pt x="102" y="5143"/>
                  </a:lnTo>
                  <a:lnTo>
                    <a:pt x="145" y="5196"/>
                  </a:lnTo>
                  <a:lnTo>
                    <a:pt x="191" y="5244"/>
                  </a:lnTo>
                  <a:lnTo>
                    <a:pt x="242" y="5285"/>
                  </a:lnTo>
                  <a:lnTo>
                    <a:pt x="295" y="5321"/>
                  </a:lnTo>
                  <a:lnTo>
                    <a:pt x="352" y="5350"/>
                  </a:lnTo>
                  <a:lnTo>
                    <a:pt x="411" y="5374"/>
                  </a:lnTo>
                  <a:lnTo>
                    <a:pt x="473" y="5392"/>
                  </a:lnTo>
                  <a:lnTo>
                    <a:pt x="535" y="5403"/>
                  </a:lnTo>
                  <a:lnTo>
                    <a:pt x="599" y="5408"/>
                  </a:lnTo>
                  <a:lnTo>
                    <a:pt x="662" y="5406"/>
                  </a:lnTo>
                  <a:lnTo>
                    <a:pt x="727" y="5396"/>
                  </a:lnTo>
                  <a:lnTo>
                    <a:pt x="790" y="5382"/>
                  </a:lnTo>
                  <a:lnTo>
                    <a:pt x="851" y="5359"/>
                  </a:lnTo>
                  <a:lnTo>
                    <a:pt x="911" y="5329"/>
                  </a:lnTo>
                  <a:lnTo>
                    <a:pt x="970" y="5291"/>
                  </a:lnTo>
                  <a:lnTo>
                    <a:pt x="998" y="5270"/>
                  </a:lnTo>
                  <a:lnTo>
                    <a:pt x="3121" y="3694"/>
                  </a:lnTo>
                  <a:lnTo>
                    <a:pt x="3161" y="3739"/>
                  </a:lnTo>
                  <a:lnTo>
                    <a:pt x="3246" y="3824"/>
                  </a:lnTo>
                  <a:lnTo>
                    <a:pt x="3334" y="3906"/>
                  </a:lnTo>
                  <a:lnTo>
                    <a:pt x="3427" y="3982"/>
                  </a:lnTo>
                  <a:lnTo>
                    <a:pt x="3525" y="4054"/>
                  </a:lnTo>
                  <a:lnTo>
                    <a:pt x="3628" y="4121"/>
                  </a:lnTo>
                  <a:lnTo>
                    <a:pt x="3733" y="4182"/>
                  </a:lnTo>
                  <a:lnTo>
                    <a:pt x="3844" y="4238"/>
                  </a:lnTo>
                  <a:lnTo>
                    <a:pt x="3958" y="4289"/>
                  </a:lnTo>
                  <a:lnTo>
                    <a:pt x="4076" y="4332"/>
                  </a:lnTo>
                  <a:lnTo>
                    <a:pt x="4197" y="4370"/>
                  </a:lnTo>
                  <a:lnTo>
                    <a:pt x="4322" y="4402"/>
                  </a:lnTo>
                  <a:lnTo>
                    <a:pt x="4449" y="4426"/>
                  </a:lnTo>
                  <a:lnTo>
                    <a:pt x="4581" y="4443"/>
                  </a:lnTo>
                  <a:lnTo>
                    <a:pt x="4715" y="4453"/>
                  </a:lnTo>
                  <a:lnTo>
                    <a:pt x="4852" y="4455"/>
                  </a:lnTo>
                  <a:lnTo>
                    <a:pt x="4922" y="4453"/>
                  </a:lnTo>
                  <a:lnTo>
                    <a:pt x="5014" y="4450"/>
                  </a:lnTo>
                  <a:lnTo>
                    <a:pt x="5194" y="4429"/>
                  </a:lnTo>
                  <a:lnTo>
                    <a:pt x="5370" y="4392"/>
                  </a:lnTo>
                  <a:lnTo>
                    <a:pt x="5541" y="4341"/>
                  </a:lnTo>
                  <a:lnTo>
                    <a:pt x="5707" y="4277"/>
                  </a:lnTo>
                  <a:lnTo>
                    <a:pt x="5865" y="4199"/>
                  </a:lnTo>
                  <a:lnTo>
                    <a:pt x="6016" y="4108"/>
                  </a:lnTo>
                  <a:lnTo>
                    <a:pt x="6160" y="4007"/>
                  </a:lnTo>
                  <a:lnTo>
                    <a:pt x="6295" y="3893"/>
                  </a:lnTo>
                  <a:lnTo>
                    <a:pt x="6421" y="3770"/>
                  </a:lnTo>
                  <a:lnTo>
                    <a:pt x="6538" y="3636"/>
                  </a:lnTo>
                  <a:lnTo>
                    <a:pt x="6643" y="3492"/>
                  </a:lnTo>
                  <a:lnTo>
                    <a:pt x="6738" y="3340"/>
                  </a:lnTo>
                  <a:lnTo>
                    <a:pt x="6822" y="3181"/>
                  </a:lnTo>
                  <a:lnTo>
                    <a:pt x="6893" y="3014"/>
                  </a:lnTo>
                  <a:lnTo>
                    <a:pt x="6951" y="2841"/>
                  </a:lnTo>
                  <a:lnTo>
                    <a:pt x="6976" y="2751"/>
                  </a:lnTo>
                  <a:lnTo>
                    <a:pt x="6976" y="2751"/>
                  </a:lnTo>
                  <a:lnTo>
                    <a:pt x="6987" y="2696"/>
                  </a:lnTo>
                  <a:lnTo>
                    <a:pt x="7006" y="2584"/>
                  </a:lnTo>
                  <a:lnTo>
                    <a:pt x="7020" y="2472"/>
                  </a:lnTo>
                  <a:lnTo>
                    <a:pt x="7028" y="2360"/>
                  </a:lnTo>
                  <a:lnTo>
                    <a:pt x="7031" y="2249"/>
                  </a:lnTo>
                  <a:lnTo>
                    <a:pt x="7027" y="2138"/>
                  </a:lnTo>
                  <a:lnTo>
                    <a:pt x="7019" y="2029"/>
                  </a:lnTo>
                  <a:lnTo>
                    <a:pt x="7006" y="1920"/>
                  </a:lnTo>
                  <a:lnTo>
                    <a:pt x="6987" y="1814"/>
                  </a:lnTo>
                  <a:lnTo>
                    <a:pt x="6963" y="1707"/>
                  </a:lnTo>
                  <a:lnTo>
                    <a:pt x="6935" y="1604"/>
                  </a:lnTo>
                  <a:lnTo>
                    <a:pt x="6902" y="1500"/>
                  </a:lnTo>
                  <a:lnTo>
                    <a:pt x="6864" y="1400"/>
                  </a:lnTo>
                  <a:lnTo>
                    <a:pt x="6821" y="1301"/>
                  </a:lnTo>
                  <a:lnTo>
                    <a:pt x="6773" y="1205"/>
                  </a:lnTo>
                  <a:lnTo>
                    <a:pt x="6722" y="1111"/>
                  </a:lnTo>
                  <a:lnTo>
                    <a:pt x="6666" y="1020"/>
                  </a:lnTo>
                  <a:lnTo>
                    <a:pt x="6605" y="931"/>
                  </a:lnTo>
                  <a:lnTo>
                    <a:pt x="6541" y="845"/>
                  </a:lnTo>
                  <a:lnTo>
                    <a:pt x="6473" y="763"/>
                  </a:lnTo>
                  <a:lnTo>
                    <a:pt x="6400" y="684"/>
                  </a:lnTo>
                  <a:lnTo>
                    <a:pt x="6324" y="608"/>
                  </a:lnTo>
                  <a:lnTo>
                    <a:pt x="6244" y="536"/>
                  </a:lnTo>
                  <a:lnTo>
                    <a:pt x="6160" y="467"/>
                  </a:lnTo>
                  <a:lnTo>
                    <a:pt x="6073" y="403"/>
                  </a:lnTo>
                  <a:lnTo>
                    <a:pt x="5982" y="343"/>
                  </a:lnTo>
                  <a:lnTo>
                    <a:pt x="5888" y="287"/>
                  </a:lnTo>
                  <a:lnTo>
                    <a:pt x="5791" y="235"/>
                  </a:lnTo>
                  <a:lnTo>
                    <a:pt x="5691" y="189"/>
                  </a:lnTo>
                  <a:lnTo>
                    <a:pt x="5588" y="147"/>
                  </a:lnTo>
                  <a:lnTo>
                    <a:pt x="5481" y="110"/>
                  </a:lnTo>
                  <a:lnTo>
                    <a:pt x="5371" y="78"/>
                  </a:lnTo>
                  <a:lnTo>
                    <a:pt x="5315" y="64"/>
                  </a:lnTo>
                  <a:lnTo>
                    <a:pt x="5315" y="64"/>
                  </a:lnTo>
                  <a:lnTo>
                    <a:pt x="5260" y="52"/>
                  </a:lnTo>
                  <a:lnTo>
                    <a:pt x="5148" y="29"/>
                  </a:lnTo>
                  <a:lnTo>
                    <a:pt x="5036" y="14"/>
                  </a:lnTo>
                  <a:lnTo>
                    <a:pt x="4925" y="4"/>
                  </a:lnTo>
                  <a:lnTo>
                    <a:pt x="4814" y="0"/>
                  </a:lnTo>
                  <a:lnTo>
                    <a:pt x="4704" y="1"/>
                  </a:lnTo>
                  <a:lnTo>
                    <a:pt x="4595" y="8"/>
                  </a:lnTo>
                  <a:lnTo>
                    <a:pt x="4486" y="21"/>
                  </a:lnTo>
                  <a:lnTo>
                    <a:pt x="4380" y="38"/>
                  </a:lnTo>
                  <a:lnTo>
                    <a:pt x="4274" y="61"/>
                  </a:lnTo>
                  <a:lnTo>
                    <a:pt x="4171" y="88"/>
                  </a:lnTo>
                  <a:lnTo>
                    <a:pt x="4069" y="122"/>
                  </a:lnTo>
                  <a:lnTo>
                    <a:pt x="3968" y="159"/>
                  </a:lnTo>
                  <a:lnTo>
                    <a:pt x="3870" y="202"/>
                  </a:lnTo>
                  <a:lnTo>
                    <a:pt x="3774" y="249"/>
                  </a:lnTo>
                  <a:lnTo>
                    <a:pt x="3680" y="301"/>
                  </a:lnTo>
                  <a:lnTo>
                    <a:pt x="3590" y="356"/>
                  </a:lnTo>
                  <a:lnTo>
                    <a:pt x="3501" y="417"/>
                  </a:lnTo>
                  <a:lnTo>
                    <a:pt x="3416" y="482"/>
                  </a:lnTo>
                  <a:lnTo>
                    <a:pt x="3333" y="551"/>
                  </a:lnTo>
                  <a:lnTo>
                    <a:pt x="3254" y="623"/>
                  </a:lnTo>
                  <a:lnTo>
                    <a:pt x="3179" y="699"/>
                  </a:lnTo>
                  <a:lnTo>
                    <a:pt x="3107" y="780"/>
                  </a:lnTo>
                  <a:lnTo>
                    <a:pt x="3038" y="864"/>
                  </a:lnTo>
                  <a:lnTo>
                    <a:pt x="2974" y="952"/>
                  </a:lnTo>
                  <a:lnTo>
                    <a:pt x="2914" y="1042"/>
                  </a:lnTo>
                  <a:lnTo>
                    <a:pt x="2857" y="1136"/>
                  </a:lnTo>
                  <a:lnTo>
                    <a:pt x="2805" y="1234"/>
                  </a:lnTo>
                  <a:lnTo>
                    <a:pt x="2757" y="1335"/>
                  </a:lnTo>
                  <a:lnTo>
                    <a:pt x="2714" y="1439"/>
                  </a:lnTo>
                  <a:lnTo>
                    <a:pt x="2676" y="1546"/>
                  </a:lnTo>
                  <a:lnTo>
                    <a:pt x="2643" y="1654"/>
                  </a:lnTo>
                  <a:lnTo>
                    <a:pt x="2630" y="1710"/>
                  </a:lnTo>
                  <a:lnTo>
                    <a:pt x="2630" y="1710"/>
                  </a:lnTo>
                  <a:close/>
                </a:path>
              </a:pathLst>
            </a:custGeom>
            <a:solidFill>
              <a:srgbClr val="198B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Freeform 53">
              <a:extLst>
                <a:ext uri="{FF2B5EF4-FFF2-40B4-BE49-F238E27FC236}">
                  <a16:creationId xmlns:a16="http://schemas.microsoft.com/office/drawing/2014/main" id="{3D905667-17BD-1120-C2AF-F1E0BDB4D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4" y="2943"/>
              <a:ext cx="513" cy="514"/>
            </a:xfrm>
            <a:custGeom>
              <a:avLst/>
              <a:gdLst>
                <a:gd name="T0" fmla="*/ 1364 w 3080"/>
                <a:gd name="T1" fmla="*/ 3080 h 3080"/>
                <a:gd name="T2" fmla="*/ 1814 w 3080"/>
                <a:gd name="T3" fmla="*/ 2770 h 3080"/>
                <a:gd name="T4" fmla="*/ 1998 w 3080"/>
                <a:gd name="T5" fmla="*/ 2712 h 3080"/>
                <a:gd name="T6" fmla="*/ 2215 w 3080"/>
                <a:gd name="T7" fmla="*/ 2605 h 3080"/>
                <a:gd name="T8" fmla="*/ 2503 w 3080"/>
                <a:gd name="T9" fmla="*/ 2743 h 3080"/>
                <a:gd name="T10" fmla="*/ 2616 w 3080"/>
                <a:gd name="T11" fmla="*/ 2222 h 3080"/>
                <a:gd name="T12" fmla="*/ 2703 w 3080"/>
                <a:gd name="T13" fmla="*/ 2058 h 3080"/>
                <a:gd name="T14" fmla="*/ 2787 w 3080"/>
                <a:gd name="T15" fmla="*/ 1821 h 3080"/>
                <a:gd name="T16" fmla="*/ 3080 w 3080"/>
                <a:gd name="T17" fmla="*/ 1715 h 3080"/>
                <a:gd name="T18" fmla="*/ 2784 w 3080"/>
                <a:gd name="T19" fmla="*/ 1266 h 3080"/>
                <a:gd name="T20" fmla="*/ 2725 w 3080"/>
                <a:gd name="T21" fmla="*/ 1081 h 3080"/>
                <a:gd name="T22" fmla="*/ 2619 w 3080"/>
                <a:gd name="T23" fmla="*/ 854 h 3080"/>
                <a:gd name="T24" fmla="*/ 2756 w 3080"/>
                <a:gd name="T25" fmla="*/ 562 h 3080"/>
                <a:gd name="T26" fmla="*/ 2221 w 3080"/>
                <a:gd name="T27" fmla="*/ 464 h 3080"/>
                <a:gd name="T28" fmla="*/ 2058 w 3080"/>
                <a:gd name="T29" fmla="*/ 375 h 3080"/>
                <a:gd name="T30" fmla="*/ 1820 w 3080"/>
                <a:gd name="T31" fmla="*/ 293 h 3080"/>
                <a:gd name="T32" fmla="*/ 1715 w 3080"/>
                <a:gd name="T33" fmla="*/ 0 h 3080"/>
                <a:gd name="T34" fmla="*/ 1265 w 3080"/>
                <a:gd name="T35" fmla="*/ 309 h 3080"/>
                <a:gd name="T36" fmla="*/ 1082 w 3080"/>
                <a:gd name="T37" fmla="*/ 367 h 3080"/>
                <a:gd name="T38" fmla="*/ 864 w 3080"/>
                <a:gd name="T39" fmla="*/ 474 h 3080"/>
                <a:gd name="T40" fmla="*/ 576 w 3080"/>
                <a:gd name="T41" fmla="*/ 337 h 3080"/>
                <a:gd name="T42" fmla="*/ 464 w 3080"/>
                <a:gd name="T43" fmla="*/ 871 h 3080"/>
                <a:gd name="T44" fmla="*/ 375 w 3080"/>
                <a:gd name="T45" fmla="*/ 1036 h 3080"/>
                <a:gd name="T46" fmla="*/ 293 w 3080"/>
                <a:gd name="T47" fmla="*/ 1273 h 3080"/>
                <a:gd name="T48" fmla="*/ 0 w 3080"/>
                <a:gd name="T49" fmla="*/ 1378 h 3080"/>
                <a:gd name="T50" fmla="*/ 295 w 3080"/>
                <a:gd name="T51" fmla="*/ 1828 h 3080"/>
                <a:gd name="T52" fmla="*/ 353 w 3080"/>
                <a:gd name="T53" fmla="*/ 2012 h 3080"/>
                <a:gd name="T54" fmla="*/ 461 w 3080"/>
                <a:gd name="T55" fmla="*/ 2230 h 3080"/>
                <a:gd name="T56" fmla="*/ 322 w 3080"/>
                <a:gd name="T57" fmla="*/ 2517 h 3080"/>
                <a:gd name="T58" fmla="*/ 857 w 3080"/>
                <a:gd name="T59" fmla="*/ 2630 h 3080"/>
                <a:gd name="T60" fmla="*/ 1021 w 3080"/>
                <a:gd name="T61" fmla="*/ 2713 h 3080"/>
                <a:gd name="T62" fmla="*/ 1258 w 3080"/>
                <a:gd name="T63" fmla="*/ 2787 h 3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80" h="3080">
                  <a:moveTo>
                    <a:pt x="1321" y="2799"/>
                  </a:moveTo>
                  <a:lnTo>
                    <a:pt x="1364" y="3080"/>
                  </a:lnTo>
                  <a:lnTo>
                    <a:pt x="1786" y="3066"/>
                  </a:lnTo>
                  <a:lnTo>
                    <a:pt x="1814" y="2770"/>
                  </a:lnTo>
                  <a:lnTo>
                    <a:pt x="1876" y="2754"/>
                  </a:lnTo>
                  <a:lnTo>
                    <a:pt x="1998" y="2712"/>
                  </a:lnTo>
                  <a:lnTo>
                    <a:pt x="2110" y="2663"/>
                  </a:lnTo>
                  <a:lnTo>
                    <a:pt x="2215" y="2605"/>
                  </a:lnTo>
                  <a:lnTo>
                    <a:pt x="2263" y="2574"/>
                  </a:lnTo>
                  <a:lnTo>
                    <a:pt x="2503" y="2743"/>
                  </a:lnTo>
                  <a:lnTo>
                    <a:pt x="2798" y="2433"/>
                  </a:lnTo>
                  <a:lnTo>
                    <a:pt x="2616" y="2222"/>
                  </a:lnTo>
                  <a:lnTo>
                    <a:pt x="2646" y="2169"/>
                  </a:lnTo>
                  <a:lnTo>
                    <a:pt x="2703" y="2058"/>
                  </a:lnTo>
                  <a:lnTo>
                    <a:pt x="2751" y="1942"/>
                  </a:lnTo>
                  <a:lnTo>
                    <a:pt x="2787" y="1821"/>
                  </a:lnTo>
                  <a:lnTo>
                    <a:pt x="2798" y="1757"/>
                  </a:lnTo>
                  <a:lnTo>
                    <a:pt x="3080" y="1715"/>
                  </a:lnTo>
                  <a:lnTo>
                    <a:pt x="3065" y="1293"/>
                  </a:lnTo>
                  <a:lnTo>
                    <a:pt x="2784" y="1266"/>
                  </a:lnTo>
                  <a:lnTo>
                    <a:pt x="2768" y="1202"/>
                  </a:lnTo>
                  <a:lnTo>
                    <a:pt x="2725" y="1081"/>
                  </a:lnTo>
                  <a:lnTo>
                    <a:pt x="2676" y="965"/>
                  </a:lnTo>
                  <a:lnTo>
                    <a:pt x="2619" y="854"/>
                  </a:lnTo>
                  <a:lnTo>
                    <a:pt x="2587" y="801"/>
                  </a:lnTo>
                  <a:lnTo>
                    <a:pt x="2756" y="562"/>
                  </a:lnTo>
                  <a:lnTo>
                    <a:pt x="2447" y="280"/>
                  </a:lnTo>
                  <a:lnTo>
                    <a:pt x="2221" y="464"/>
                  </a:lnTo>
                  <a:lnTo>
                    <a:pt x="2168" y="432"/>
                  </a:lnTo>
                  <a:lnTo>
                    <a:pt x="2058" y="375"/>
                  </a:lnTo>
                  <a:lnTo>
                    <a:pt x="1942" y="328"/>
                  </a:lnTo>
                  <a:lnTo>
                    <a:pt x="1820" y="293"/>
                  </a:lnTo>
                  <a:lnTo>
                    <a:pt x="1757" y="280"/>
                  </a:lnTo>
                  <a:lnTo>
                    <a:pt x="1715" y="0"/>
                  </a:lnTo>
                  <a:lnTo>
                    <a:pt x="1293" y="13"/>
                  </a:lnTo>
                  <a:lnTo>
                    <a:pt x="1265" y="309"/>
                  </a:lnTo>
                  <a:lnTo>
                    <a:pt x="1202" y="326"/>
                  </a:lnTo>
                  <a:lnTo>
                    <a:pt x="1082" y="367"/>
                  </a:lnTo>
                  <a:lnTo>
                    <a:pt x="968" y="417"/>
                  </a:lnTo>
                  <a:lnTo>
                    <a:pt x="864" y="474"/>
                  </a:lnTo>
                  <a:lnTo>
                    <a:pt x="815" y="506"/>
                  </a:lnTo>
                  <a:lnTo>
                    <a:pt x="576" y="337"/>
                  </a:lnTo>
                  <a:lnTo>
                    <a:pt x="280" y="646"/>
                  </a:lnTo>
                  <a:lnTo>
                    <a:pt x="464" y="871"/>
                  </a:lnTo>
                  <a:lnTo>
                    <a:pt x="432" y="925"/>
                  </a:lnTo>
                  <a:lnTo>
                    <a:pt x="375" y="1036"/>
                  </a:lnTo>
                  <a:lnTo>
                    <a:pt x="328" y="1152"/>
                  </a:lnTo>
                  <a:lnTo>
                    <a:pt x="293" y="1273"/>
                  </a:lnTo>
                  <a:lnTo>
                    <a:pt x="280" y="1335"/>
                  </a:lnTo>
                  <a:lnTo>
                    <a:pt x="0" y="1378"/>
                  </a:lnTo>
                  <a:lnTo>
                    <a:pt x="13" y="1800"/>
                  </a:lnTo>
                  <a:lnTo>
                    <a:pt x="295" y="1828"/>
                  </a:lnTo>
                  <a:lnTo>
                    <a:pt x="311" y="1891"/>
                  </a:lnTo>
                  <a:lnTo>
                    <a:pt x="353" y="2012"/>
                  </a:lnTo>
                  <a:lnTo>
                    <a:pt x="403" y="2125"/>
                  </a:lnTo>
                  <a:lnTo>
                    <a:pt x="461" y="2230"/>
                  </a:lnTo>
                  <a:lnTo>
                    <a:pt x="491" y="2279"/>
                  </a:lnTo>
                  <a:lnTo>
                    <a:pt x="322" y="2517"/>
                  </a:lnTo>
                  <a:lnTo>
                    <a:pt x="633" y="2812"/>
                  </a:lnTo>
                  <a:lnTo>
                    <a:pt x="857" y="2630"/>
                  </a:lnTo>
                  <a:lnTo>
                    <a:pt x="910" y="2660"/>
                  </a:lnTo>
                  <a:lnTo>
                    <a:pt x="1021" y="2713"/>
                  </a:lnTo>
                  <a:lnTo>
                    <a:pt x="1137" y="2755"/>
                  </a:lnTo>
                  <a:lnTo>
                    <a:pt x="1258" y="2787"/>
                  </a:lnTo>
                  <a:lnTo>
                    <a:pt x="1321" y="27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id="{6202ECDD-2E0F-5759-B652-C13D93AF4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" y="3097"/>
              <a:ext cx="206" cy="206"/>
            </a:xfrm>
            <a:custGeom>
              <a:avLst/>
              <a:gdLst>
                <a:gd name="T0" fmla="*/ 1192 w 1237"/>
                <a:gd name="T1" fmla="*/ 385 h 1237"/>
                <a:gd name="T2" fmla="*/ 1134 w 1237"/>
                <a:gd name="T3" fmla="*/ 275 h 1237"/>
                <a:gd name="T4" fmla="*/ 1057 w 1237"/>
                <a:gd name="T5" fmla="*/ 181 h 1237"/>
                <a:gd name="T6" fmla="*/ 965 w 1237"/>
                <a:gd name="T7" fmla="*/ 105 h 1237"/>
                <a:gd name="T8" fmla="*/ 860 w 1237"/>
                <a:gd name="T9" fmla="*/ 49 h 1237"/>
                <a:gd name="T10" fmla="*/ 747 w 1237"/>
                <a:gd name="T11" fmla="*/ 13 h 1237"/>
                <a:gd name="T12" fmla="*/ 628 w 1237"/>
                <a:gd name="T13" fmla="*/ 0 h 1237"/>
                <a:gd name="T14" fmla="*/ 506 w 1237"/>
                <a:gd name="T15" fmla="*/ 10 h 1237"/>
                <a:gd name="T16" fmla="*/ 414 w 1237"/>
                <a:gd name="T17" fmla="*/ 35 h 1237"/>
                <a:gd name="T18" fmla="*/ 328 w 1237"/>
                <a:gd name="T19" fmla="*/ 72 h 1237"/>
                <a:gd name="T20" fmla="*/ 225 w 1237"/>
                <a:gd name="T21" fmla="*/ 140 h 1237"/>
                <a:gd name="T22" fmla="*/ 141 w 1237"/>
                <a:gd name="T23" fmla="*/ 224 h 1237"/>
                <a:gd name="T24" fmla="*/ 74 w 1237"/>
                <a:gd name="T25" fmla="*/ 324 h 1237"/>
                <a:gd name="T26" fmla="*/ 28 w 1237"/>
                <a:gd name="T27" fmla="*/ 432 h 1237"/>
                <a:gd name="T28" fmla="*/ 4 w 1237"/>
                <a:gd name="T29" fmla="*/ 549 h 1237"/>
                <a:gd name="T30" fmla="*/ 2 w 1237"/>
                <a:gd name="T31" fmla="*/ 670 h 1237"/>
                <a:gd name="T32" fmla="*/ 25 w 1237"/>
                <a:gd name="T33" fmla="*/ 792 h 1237"/>
                <a:gd name="T34" fmla="*/ 46 w 1237"/>
                <a:gd name="T35" fmla="*/ 852 h 1237"/>
                <a:gd name="T36" fmla="*/ 104 w 1237"/>
                <a:gd name="T37" fmla="*/ 963 h 1237"/>
                <a:gd name="T38" fmla="*/ 180 w 1237"/>
                <a:gd name="T39" fmla="*/ 1056 h 1237"/>
                <a:gd name="T40" fmla="*/ 272 w 1237"/>
                <a:gd name="T41" fmla="*/ 1132 h 1237"/>
                <a:gd name="T42" fmla="*/ 376 w 1237"/>
                <a:gd name="T43" fmla="*/ 1189 h 1237"/>
                <a:gd name="T44" fmla="*/ 490 w 1237"/>
                <a:gd name="T45" fmla="*/ 1225 h 1237"/>
                <a:gd name="T46" fmla="*/ 609 w 1237"/>
                <a:gd name="T47" fmla="*/ 1237 h 1237"/>
                <a:gd name="T48" fmla="*/ 731 w 1237"/>
                <a:gd name="T49" fmla="*/ 1227 h 1237"/>
                <a:gd name="T50" fmla="*/ 822 w 1237"/>
                <a:gd name="T51" fmla="*/ 1202 h 1237"/>
                <a:gd name="T52" fmla="*/ 909 w 1237"/>
                <a:gd name="T53" fmla="*/ 1164 h 1237"/>
                <a:gd name="T54" fmla="*/ 1011 w 1237"/>
                <a:gd name="T55" fmla="*/ 1097 h 1237"/>
                <a:gd name="T56" fmla="*/ 1097 w 1237"/>
                <a:gd name="T57" fmla="*/ 1013 h 1237"/>
                <a:gd name="T58" fmla="*/ 1162 w 1237"/>
                <a:gd name="T59" fmla="*/ 914 h 1237"/>
                <a:gd name="T60" fmla="*/ 1208 w 1237"/>
                <a:gd name="T61" fmla="*/ 805 h 1237"/>
                <a:gd name="T62" fmla="*/ 1234 w 1237"/>
                <a:gd name="T63" fmla="*/ 689 h 1237"/>
                <a:gd name="T64" fmla="*/ 1235 w 1237"/>
                <a:gd name="T65" fmla="*/ 567 h 1237"/>
                <a:gd name="T66" fmla="*/ 1212 w 1237"/>
                <a:gd name="T67" fmla="*/ 445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37" h="1237">
                  <a:moveTo>
                    <a:pt x="1202" y="414"/>
                  </a:moveTo>
                  <a:lnTo>
                    <a:pt x="1192" y="385"/>
                  </a:lnTo>
                  <a:lnTo>
                    <a:pt x="1164" y="328"/>
                  </a:lnTo>
                  <a:lnTo>
                    <a:pt x="1134" y="275"/>
                  </a:lnTo>
                  <a:lnTo>
                    <a:pt x="1097" y="225"/>
                  </a:lnTo>
                  <a:lnTo>
                    <a:pt x="1057" y="181"/>
                  </a:lnTo>
                  <a:lnTo>
                    <a:pt x="1012" y="141"/>
                  </a:lnTo>
                  <a:lnTo>
                    <a:pt x="965" y="105"/>
                  </a:lnTo>
                  <a:lnTo>
                    <a:pt x="914" y="75"/>
                  </a:lnTo>
                  <a:lnTo>
                    <a:pt x="860" y="49"/>
                  </a:lnTo>
                  <a:lnTo>
                    <a:pt x="804" y="28"/>
                  </a:lnTo>
                  <a:lnTo>
                    <a:pt x="747" y="13"/>
                  </a:lnTo>
                  <a:lnTo>
                    <a:pt x="688" y="4"/>
                  </a:lnTo>
                  <a:lnTo>
                    <a:pt x="628" y="0"/>
                  </a:lnTo>
                  <a:lnTo>
                    <a:pt x="567" y="2"/>
                  </a:lnTo>
                  <a:lnTo>
                    <a:pt x="506" y="10"/>
                  </a:lnTo>
                  <a:lnTo>
                    <a:pt x="445" y="25"/>
                  </a:lnTo>
                  <a:lnTo>
                    <a:pt x="414" y="35"/>
                  </a:lnTo>
                  <a:lnTo>
                    <a:pt x="385" y="46"/>
                  </a:lnTo>
                  <a:lnTo>
                    <a:pt x="328" y="72"/>
                  </a:lnTo>
                  <a:lnTo>
                    <a:pt x="275" y="104"/>
                  </a:lnTo>
                  <a:lnTo>
                    <a:pt x="225" y="140"/>
                  </a:lnTo>
                  <a:lnTo>
                    <a:pt x="181" y="180"/>
                  </a:lnTo>
                  <a:lnTo>
                    <a:pt x="141" y="224"/>
                  </a:lnTo>
                  <a:lnTo>
                    <a:pt x="105" y="272"/>
                  </a:lnTo>
                  <a:lnTo>
                    <a:pt x="74" y="324"/>
                  </a:lnTo>
                  <a:lnTo>
                    <a:pt x="49" y="376"/>
                  </a:lnTo>
                  <a:lnTo>
                    <a:pt x="28" y="432"/>
                  </a:lnTo>
                  <a:lnTo>
                    <a:pt x="13" y="490"/>
                  </a:lnTo>
                  <a:lnTo>
                    <a:pt x="4" y="549"/>
                  </a:lnTo>
                  <a:lnTo>
                    <a:pt x="0" y="610"/>
                  </a:lnTo>
                  <a:lnTo>
                    <a:pt x="2" y="670"/>
                  </a:lnTo>
                  <a:lnTo>
                    <a:pt x="10" y="731"/>
                  </a:lnTo>
                  <a:lnTo>
                    <a:pt x="25" y="792"/>
                  </a:lnTo>
                  <a:lnTo>
                    <a:pt x="34" y="823"/>
                  </a:lnTo>
                  <a:lnTo>
                    <a:pt x="46" y="852"/>
                  </a:lnTo>
                  <a:lnTo>
                    <a:pt x="72" y="909"/>
                  </a:lnTo>
                  <a:lnTo>
                    <a:pt x="104" y="963"/>
                  </a:lnTo>
                  <a:lnTo>
                    <a:pt x="140" y="1011"/>
                  </a:lnTo>
                  <a:lnTo>
                    <a:pt x="180" y="1056"/>
                  </a:lnTo>
                  <a:lnTo>
                    <a:pt x="224" y="1097"/>
                  </a:lnTo>
                  <a:lnTo>
                    <a:pt x="272" y="1132"/>
                  </a:lnTo>
                  <a:lnTo>
                    <a:pt x="323" y="1162"/>
                  </a:lnTo>
                  <a:lnTo>
                    <a:pt x="376" y="1189"/>
                  </a:lnTo>
                  <a:lnTo>
                    <a:pt x="432" y="1209"/>
                  </a:lnTo>
                  <a:lnTo>
                    <a:pt x="490" y="1225"/>
                  </a:lnTo>
                  <a:lnTo>
                    <a:pt x="549" y="1234"/>
                  </a:lnTo>
                  <a:lnTo>
                    <a:pt x="609" y="1237"/>
                  </a:lnTo>
                  <a:lnTo>
                    <a:pt x="669" y="1235"/>
                  </a:lnTo>
                  <a:lnTo>
                    <a:pt x="731" y="1227"/>
                  </a:lnTo>
                  <a:lnTo>
                    <a:pt x="792" y="1212"/>
                  </a:lnTo>
                  <a:lnTo>
                    <a:pt x="822" y="1202"/>
                  </a:lnTo>
                  <a:lnTo>
                    <a:pt x="852" y="1192"/>
                  </a:lnTo>
                  <a:lnTo>
                    <a:pt x="909" y="1164"/>
                  </a:lnTo>
                  <a:lnTo>
                    <a:pt x="963" y="1134"/>
                  </a:lnTo>
                  <a:lnTo>
                    <a:pt x="1011" y="1097"/>
                  </a:lnTo>
                  <a:lnTo>
                    <a:pt x="1055" y="1057"/>
                  </a:lnTo>
                  <a:lnTo>
                    <a:pt x="1097" y="1013"/>
                  </a:lnTo>
                  <a:lnTo>
                    <a:pt x="1131" y="965"/>
                  </a:lnTo>
                  <a:lnTo>
                    <a:pt x="1162" y="914"/>
                  </a:lnTo>
                  <a:lnTo>
                    <a:pt x="1188" y="861"/>
                  </a:lnTo>
                  <a:lnTo>
                    <a:pt x="1208" y="805"/>
                  </a:lnTo>
                  <a:lnTo>
                    <a:pt x="1224" y="748"/>
                  </a:lnTo>
                  <a:lnTo>
                    <a:pt x="1234" y="689"/>
                  </a:lnTo>
                  <a:lnTo>
                    <a:pt x="1237" y="629"/>
                  </a:lnTo>
                  <a:lnTo>
                    <a:pt x="1235" y="567"/>
                  </a:lnTo>
                  <a:lnTo>
                    <a:pt x="1226" y="506"/>
                  </a:lnTo>
                  <a:lnTo>
                    <a:pt x="1212" y="445"/>
                  </a:lnTo>
                  <a:lnTo>
                    <a:pt x="1202" y="4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Freeform 55">
              <a:extLst>
                <a:ext uri="{FF2B5EF4-FFF2-40B4-BE49-F238E27FC236}">
                  <a16:creationId xmlns:a16="http://schemas.microsoft.com/office/drawing/2014/main" id="{60FAB803-4C60-6B1C-D49E-8C871EE9DA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53" y="3074"/>
              <a:ext cx="253" cy="253"/>
            </a:xfrm>
            <a:custGeom>
              <a:avLst/>
              <a:gdLst>
                <a:gd name="T0" fmla="*/ 719 w 1523"/>
                <a:gd name="T1" fmla="*/ 284 h 1519"/>
                <a:gd name="T2" fmla="*/ 606 w 1523"/>
                <a:gd name="T3" fmla="*/ 310 h 1519"/>
                <a:gd name="T4" fmla="*/ 539 w 1523"/>
                <a:gd name="T5" fmla="*/ 338 h 1519"/>
                <a:gd name="T6" fmla="*/ 408 w 1523"/>
                <a:gd name="T7" fmla="*/ 439 h 1519"/>
                <a:gd name="T8" fmla="*/ 314 w 1523"/>
                <a:gd name="T9" fmla="*/ 596 h 1519"/>
                <a:gd name="T10" fmla="*/ 285 w 1523"/>
                <a:gd name="T11" fmla="*/ 777 h 1519"/>
                <a:gd name="T12" fmla="*/ 311 w 1523"/>
                <a:gd name="T13" fmla="*/ 914 h 1519"/>
                <a:gd name="T14" fmla="*/ 362 w 1523"/>
                <a:gd name="T15" fmla="*/ 1018 h 1519"/>
                <a:gd name="T16" fmla="*/ 460 w 1523"/>
                <a:gd name="T17" fmla="*/ 1129 h 1519"/>
                <a:gd name="T18" fmla="*/ 584 w 1523"/>
                <a:gd name="T19" fmla="*/ 1204 h 1519"/>
                <a:gd name="T20" fmla="*/ 724 w 1523"/>
                <a:gd name="T21" fmla="*/ 1237 h 1519"/>
                <a:gd name="T22" fmla="*/ 804 w 1523"/>
                <a:gd name="T23" fmla="*/ 1236 h 1519"/>
                <a:gd name="T24" fmla="*/ 916 w 1523"/>
                <a:gd name="T25" fmla="*/ 1210 h 1519"/>
                <a:gd name="T26" fmla="*/ 984 w 1523"/>
                <a:gd name="T27" fmla="*/ 1181 h 1519"/>
                <a:gd name="T28" fmla="*/ 1115 w 1523"/>
                <a:gd name="T29" fmla="*/ 1081 h 1519"/>
                <a:gd name="T30" fmla="*/ 1209 w 1523"/>
                <a:gd name="T31" fmla="*/ 923 h 1519"/>
                <a:gd name="T32" fmla="*/ 1238 w 1523"/>
                <a:gd name="T33" fmla="*/ 742 h 1519"/>
                <a:gd name="T34" fmla="*/ 1212 w 1523"/>
                <a:gd name="T35" fmla="*/ 605 h 1519"/>
                <a:gd name="T36" fmla="*/ 1162 w 1523"/>
                <a:gd name="T37" fmla="*/ 502 h 1519"/>
                <a:gd name="T38" fmla="*/ 1067 w 1523"/>
                <a:gd name="T39" fmla="*/ 391 h 1519"/>
                <a:gd name="T40" fmla="*/ 945 w 1523"/>
                <a:gd name="T41" fmla="*/ 316 h 1519"/>
                <a:gd name="T42" fmla="*/ 800 w 1523"/>
                <a:gd name="T43" fmla="*/ 282 h 1519"/>
                <a:gd name="T44" fmla="*/ 761 w 1523"/>
                <a:gd name="T45" fmla="*/ 1519 h 1519"/>
                <a:gd name="T46" fmla="*/ 701 w 1523"/>
                <a:gd name="T47" fmla="*/ 1518 h 1519"/>
                <a:gd name="T48" fmla="*/ 474 w 1523"/>
                <a:gd name="T49" fmla="*/ 1465 h 1519"/>
                <a:gd name="T50" fmla="*/ 277 w 1523"/>
                <a:gd name="T51" fmla="*/ 1348 h 1519"/>
                <a:gd name="T52" fmla="*/ 124 w 1523"/>
                <a:gd name="T53" fmla="*/ 1175 h 1519"/>
                <a:gd name="T54" fmla="*/ 44 w 1523"/>
                <a:gd name="T55" fmla="*/ 1013 h 1519"/>
                <a:gd name="T56" fmla="*/ 13 w 1523"/>
                <a:gd name="T57" fmla="*/ 902 h 1519"/>
                <a:gd name="T58" fmla="*/ 0 w 1523"/>
                <a:gd name="T59" fmla="*/ 752 h 1519"/>
                <a:gd name="T60" fmla="*/ 17 w 1523"/>
                <a:gd name="T61" fmla="*/ 605 h 1519"/>
                <a:gd name="T62" fmla="*/ 60 w 1523"/>
                <a:gd name="T63" fmla="*/ 466 h 1519"/>
                <a:gd name="T64" fmla="*/ 130 w 1523"/>
                <a:gd name="T65" fmla="*/ 337 h 1519"/>
                <a:gd name="T66" fmla="*/ 222 w 1523"/>
                <a:gd name="T67" fmla="*/ 223 h 1519"/>
                <a:gd name="T68" fmla="*/ 337 w 1523"/>
                <a:gd name="T69" fmla="*/ 128 h 1519"/>
                <a:gd name="T70" fmla="*/ 471 w 1523"/>
                <a:gd name="T71" fmla="*/ 56 h 1519"/>
                <a:gd name="T72" fmla="*/ 540 w 1523"/>
                <a:gd name="T73" fmla="*/ 32 h 1519"/>
                <a:gd name="T74" fmla="*/ 666 w 1523"/>
                <a:gd name="T75" fmla="*/ 6 h 1519"/>
                <a:gd name="T76" fmla="*/ 761 w 1523"/>
                <a:gd name="T77" fmla="*/ 0 h 1519"/>
                <a:gd name="T78" fmla="*/ 939 w 1523"/>
                <a:gd name="T79" fmla="*/ 20 h 1519"/>
                <a:gd name="T80" fmla="*/ 1152 w 1523"/>
                <a:gd name="T81" fmla="*/ 105 h 1519"/>
                <a:gd name="T82" fmla="*/ 1328 w 1523"/>
                <a:gd name="T83" fmla="*/ 252 h 1519"/>
                <a:gd name="T84" fmla="*/ 1457 w 1523"/>
                <a:gd name="T85" fmla="*/ 449 h 1519"/>
                <a:gd name="T86" fmla="*/ 1491 w 1523"/>
                <a:gd name="T87" fmla="*/ 543 h 1519"/>
                <a:gd name="T88" fmla="*/ 1520 w 1523"/>
                <a:gd name="T89" fmla="*/ 693 h 1519"/>
                <a:gd name="T90" fmla="*/ 1518 w 1523"/>
                <a:gd name="T91" fmla="*/ 842 h 1519"/>
                <a:gd name="T92" fmla="*/ 1487 w 1523"/>
                <a:gd name="T93" fmla="*/ 985 h 1519"/>
                <a:gd name="T94" fmla="*/ 1431 w 1523"/>
                <a:gd name="T95" fmla="*/ 1119 h 1519"/>
                <a:gd name="T96" fmla="*/ 1349 w 1523"/>
                <a:gd name="T97" fmla="*/ 1241 h 1519"/>
                <a:gd name="T98" fmla="*/ 1246 w 1523"/>
                <a:gd name="T99" fmla="*/ 1346 h 1519"/>
                <a:gd name="T100" fmla="*/ 1120 w 1523"/>
                <a:gd name="T101" fmla="*/ 1430 h 1519"/>
                <a:gd name="T102" fmla="*/ 1015 w 1523"/>
                <a:gd name="T103" fmla="*/ 1477 h 1519"/>
                <a:gd name="T104" fmla="*/ 920 w 1523"/>
                <a:gd name="T105" fmla="*/ 1503 h 1519"/>
                <a:gd name="T106" fmla="*/ 793 w 1523"/>
                <a:gd name="T107" fmla="*/ 1519 h 1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23" h="1519">
                  <a:moveTo>
                    <a:pt x="761" y="281"/>
                  </a:moveTo>
                  <a:lnTo>
                    <a:pt x="719" y="284"/>
                  </a:lnTo>
                  <a:lnTo>
                    <a:pt x="640" y="299"/>
                  </a:lnTo>
                  <a:lnTo>
                    <a:pt x="606" y="310"/>
                  </a:lnTo>
                  <a:lnTo>
                    <a:pt x="583" y="318"/>
                  </a:lnTo>
                  <a:lnTo>
                    <a:pt x="539" y="338"/>
                  </a:lnTo>
                  <a:lnTo>
                    <a:pt x="478" y="375"/>
                  </a:lnTo>
                  <a:lnTo>
                    <a:pt x="408" y="439"/>
                  </a:lnTo>
                  <a:lnTo>
                    <a:pt x="353" y="514"/>
                  </a:lnTo>
                  <a:lnTo>
                    <a:pt x="314" y="596"/>
                  </a:lnTo>
                  <a:lnTo>
                    <a:pt x="291" y="685"/>
                  </a:lnTo>
                  <a:lnTo>
                    <a:pt x="285" y="777"/>
                  </a:lnTo>
                  <a:lnTo>
                    <a:pt x="297" y="869"/>
                  </a:lnTo>
                  <a:lnTo>
                    <a:pt x="311" y="914"/>
                  </a:lnTo>
                  <a:lnTo>
                    <a:pt x="326" y="950"/>
                  </a:lnTo>
                  <a:lnTo>
                    <a:pt x="362" y="1018"/>
                  </a:lnTo>
                  <a:lnTo>
                    <a:pt x="407" y="1077"/>
                  </a:lnTo>
                  <a:lnTo>
                    <a:pt x="460" y="1129"/>
                  </a:lnTo>
                  <a:lnTo>
                    <a:pt x="519" y="1171"/>
                  </a:lnTo>
                  <a:lnTo>
                    <a:pt x="584" y="1204"/>
                  </a:lnTo>
                  <a:lnTo>
                    <a:pt x="653" y="1226"/>
                  </a:lnTo>
                  <a:lnTo>
                    <a:pt x="724" y="1237"/>
                  </a:lnTo>
                  <a:lnTo>
                    <a:pt x="761" y="1238"/>
                  </a:lnTo>
                  <a:lnTo>
                    <a:pt x="804" y="1236"/>
                  </a:lnTo>
                  <a:lnTo>
                    <a:pt x="883" y="1220"/>
                  </a:lnTo>
                  <a:lnTo>
                    <a:pt x="916" y="1210"/>
                  </a:lnTo>
                  <a:lnTo>
                    <a:pt x="940" y="1201"/>
                  </a:lnTo>
                  <a:lnTo>
                    <a:pt x="984" y="1181"/>
                  </a:lnTo>
                  <a:lnTo>
                    <a:pt x="1045" y="1143"/>
                  </a:lnTo>
                  <a:lnTo>
                    <a:pt x="1115" y="1081"/>
                  </a:lnTo>
                  <a:lnTo>
                    <a:pt x="1170" y="1006"/>
                  </a:lnTo>
                  <a:lnTo>
                    <a:pt x="1209" y="923"/>
                  </a:lnTo>
                  <a:lnTo>
                    <a:pt x="1232" y="834"/>
                  </a:lnTo>
                  <a:lnTo>
                    <a:pt x="1238" y="742"/>
                  </a:lnTo>
                  <a:lnTo>
                    <a:pt x="1226" y="650"/>
                  </a:lnTo>
                  <a:lnTo>
                    <a:pt x="1212" y="605"/>
                  </a:lnTo>
                  <a:lnTo>
                    <a:pt x="1197" y="568"/>
                  </a:lnTo>
                  <a:lnTo>
                    <a:pt x="1162" y="502"/>
                  </a:lnTo>
                  <a:lnTo>
                    <a:pt x="1119" y="443"/>
                  </a:lnTo>
                  <a:lnTo>
                    <a:pt x="1067" y="391"/>
                  </a:lnTo>
                  <a:lnTo>
                    <a:pt x="1009" y="349"/>
                  </a:lnTo>
                  <a:lnTo>
                    <a:pt x="945" y="316"/>
                  </a:lnTo>
                  <a:lnTo>
                    <a:pt x="875" y="294"/>
                  </a:lnTo>
                  <a:lnTo>
                    <a:pt x="800" y="282"/>
                  </a:lnTo>
                  <a:lnTo>
                    <a:pt x="761" y="281"/>
                  </a:lnTo>
                  <a:close/>
                  <a:moveTo>
                    <a:pt x="761" y="1519"/>
                  </a:moveTo>
                  <a:lnTo>
                    <a:pt x="761" y="1519"/>
                  </a:lnTo>
                  <a:lnTo>
                    <a:pt x="701" y="1518"/>
                  </a:lnTo>
                  <a:lnTo>
                    <a:pt x="584" y="1500"/>
                  </a:lnTo>
                  <a:lnTo>
                    <a:pt x="474" y="1465"/>
                  </a:lnTo>
                  <a:lnTo>
                    <a:pt x="371" y="1413"/>
                  </a:lnTo>
                  <a:lnTo>
                    <a:pt x="277" y="1348"/>
                  </a:lnTo>
                  <a:lnTo>
                    <a:pt x="195" y="1268"/>
                  </a:lnTo>
                  <a:lnTo>
                    <a:pt x="124" y="1175"/>
                  </a:lnTo>
                  <a:lnTo>
                    <a:pt x="66" y="1071"/>
                  </a:lnTo>
                  <a:lnTo>
                    <a:pt x="44" y="1013"/>
                  </a:lnTo>
                  <a:lnTo>
                    <a:pt x="31" y="976"/>
                  </a:lnTo>
                  <a:lnTo>
                    <a:pt x="13" y="902"/>
                  </a:lnTo>
                  <a:lnTo>
                    <a:pt x="3" y="827"/>
                  </a:lnTo>
                  <a:lnTo>
                    <a:pt x="0" y="752"/>
                  </a:lnTo>
                  <a:lnTo>
                    <a:pt x="5" y="678"/>
                  </a:lnTo>
                  <a:lnTo>
                    <a:pt x="17" y="605"/>
                  </a:lnTo>
                  <a:lnTo>
                    <a:pt x="36" y="535"/>
                  </a:lnTo>
                  <a:lnTo>
                    <a:pt x="60" y="466"/>
                  </a:lnTo>
                  <a:lnTo>
                    <a:pt x="92" y="400"/>
                  </a:lnTo>
                  <a:lnTo>
                    <a:pt x="130" y="337"/>
                  </a:lnTo>
                  <a:lnTo>
                    <a:pt x="174" y="278"/>
                  </a:lnTo>
                  <a:lnTo>
                    <a:pt x="222" y="223"/>
                  </a:lnTo>
                  <a:lnTo>
                    <a:pt x="277" y="173"/>
                  </a:lnTo>
                  <a:lnTo>
                    <a:pt x="337" y="128"/>
                  </a:lnTo>
                  <a:lnTo>
                    <a:pt x="403" y="89"/>
                  </a:lnTo>
                  <a:lnTo>
                    <a:pt x="471" y="56"/>
                  </a:lnTo>
                  <a:lnTo>
                    <a:pt x="508" y="42"/>
                  </a:lnTo>
                  <a:lnTo>
                    <a:pt x="540" y="32"/>
                  </a:lnTo>
                  <a:lnTo>
                    <a:pt x="603" y="17"/>
                  </a:lnTo>
                  <a:lnTo>
                    <a:pt x="666" y="6"/>
                  </a:lnTo>
                  <a:lnTo>
                    <a:pt x="730" y="1"/>
                  </a:lnTo>
                  <a:lnTo>
                    <a:pt x="761" y="0"/>
                  </a:lnTo>
                  <a:lnTo>
                    <a:pt x="821" y="2"/>
                  </a:lnTo>
                  <a:lnTo>
                    <a:pt x="939" y="20"/>
                  </a:lnTo>
                  <a:lnTo>
                    <a:pt x="1048" y="55"/>
                  </a:lnTo>
                  <a:lnTo>
                    <a:pt x="1152" y="105"/>
                  </a:lnTo>
                  <a:lnTo>
                    <a:pt x="1246" y="172"/>
                  </a:lnTo>
                  <a:lnTo>
                    <a:pt x="1328" y="252"/>
                  </a:lnTo>
                  <a:lnTo>
                    <a:pt x="1398" y="345"/>
                  </a:lnTo>
                  <a:lnTo>
                    <a:pt x="1457" y="449"/>
                  </a:lnTo>
                  <a:lnTo>
                    <a:pt x="1479" y="506"/>
                  </a:lnTo>
                  <a:lnTo>
                    <a:pt x="1491" y="543"/>
                  </a:lnTo>
                  <a:lnTo>
                    <a:pt x="1509" y="618"/>
                  </a:lnTo>
                  <a:lnTo>
                    <a:pt x="1520" y="693"/>
                  </a:lnTo>
                  <a:lnTo>
                    <a:pt x="1523" y="768"/>
                  </a:lnTo>
                  <a:lnTo>
                    <a:pt x="1518" y="842"/>
                  </a:lnTo>
                  <a:lnTo>
                    <a:pt x="1506" y="914"/>
                  </a:lnTo>
                  <a:lnTo>
                    <a:pt x="1487" y="985"/>
                  </a:lnTo>
                  <a:lnTo>
                    <a:pt x="1463" y="1054"/>
                  </a:lnTo>
                  <a:lnTo>
                    <a:pt x="1431" y="1119"/>
                  </a:lnTo>
                  <a:lnTo>
                    <a:pt x="1393" y="1182"/>
                  </a:lnTo>
                  <a:lnTo>
                    <a:pt x="1349" y="1241"/>
                  </a:lnTo>
                  <a:lnTo>
                    <a:pt x="1300" y="1296"/>
                  </a:lnTo>
                  <a:lnTo>
                    <a:pt x="1246" y="1346"/>
                  </a:lnTo>
                  <a:lnTo>
                    <a:pt x="1185" y="1391"/>
                  </a:lnTo>
                  <a:lnTo>
                    <a:pt x="1120" y="1430"/>
                  </a:lnTo>
                  <a:lnTo>
                    <a:pt x="1051" y="1463"/>
                  </a:lnTo>
                  <a:lnTo>
                    <a:pt x="1015" y="1477"/>
                  </a:lnTo>
                  <a:lnTo>
                    <a:pt x="983" y="1487"/>
                  </a:lnTo>
                  <a:lnTo>
                    <a:pt x="920" y="1503"/>
                  </a:lnTo>
                  <a:lnTo>
                    <a:pt x="856" y="1514"/>
                  </a:lnTo>
                  <a:lnTo>
                    <a:pt x="793" y="1519"/>
                  </a:lnTo>
                  <a:lnTo>
                    <a:pt x="761" y="1519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3" name="Group 58">
            <a:extLst>
              <a:ext uri="{FF2B5EF4-FFF2-40B4-BE49-F238E27FC236}">
                <a16:creationId xmlns:a16="http://schemas.microsoft.com/office/drawing/2014/main" id="{663722DD-9F0D-0D68-FB9B-2A3A66305B9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97647" y="3419908"/>
            <a:ext cx="648399" cy="797989"/>
            <a:chOff x="6133" y="1070"/>
            <a:chExt cx="1218" cy="1499"/>
          </a:xfrm>
        </p:grpSpPr>
        <p:sp>
          <p:nvSpPr>
            <p:cNvPr id="64" name="Freeform 59">
              <a:extLst>
                <a:ext uri="{FF2B5EF4-FFF2-40B4-BE49-F238E27FC236}">
                  <a16:creationId xmlns:a16="http://schemas.microsoft.com/office/drawing/2014/main" id="{F31DFAFE-38E5-6D81-86F9-C3D306DE2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6" y="1093"/>
              <a:ext cx="1172" cy="1453"/>
            </a:xfrm>
            <a:custGeom>
              <a:avLst/>
              <a:gdLst>
                <a:gd name="T0" fmla="*/ 6326 w 7029"/>
                <a:gd name="T1" fmla="*/ 0 h 8715"/>
                <a:gd name="T2" fmla="*/ 2095 w 7029"/>
                <a:gd name="T3" fmla="*/ 0 h 8715"/>
                <a:gd name="T4" fmla="*/ 0 w 7029"/>
                <a:gd name="T5" fmla="*/ 2095 h 8715"/>
                <a:gd name="T6" fmla="*/ 0 w 7029"/>
                <a:gd name="T7" fmla="*/ 8012 h 8715"/>
                <a:gd name="T8" fmla="*/ 1 w 7029"/>
                <a:gd name="T9" fmla="*/ 8049 h 8715"/>
                <a:gd name="T10" fmla="*/ 9 w 7029"/>
                <a:gd name="T11" fmla="*/ 8120 h 8715"/>
                <a:gd name="T12" fmla="*/ 22 w 7029"/>
                <a:gd name="T13" fmla="*/ 8190 h 8715"/>
                <a:gd name="T14" fmla="*/ 42 w 7029"/>
                <a:gd name="T15" fmla="*/ 8256 h 8715"/>
                <a:gd name="T16" fmla="*/ 69 w 7029"/>
                <a:gd name="T17" fmla="*/ 8320 h 8715"/>
                <a:gd name="T18" fmla="*/ 100 w 7029"/>
                <a:gd name="T19" fmla="*/ 8379 h 8715"/>
                <a:gd name="T20" fmla="*/ 138 w 7029"/>
                <a:gd name="T21" fmla="*/ 8436 h 8715"/>
                <a:gd name="T22" fmla="*/ 182 w 7029"/>
                <a:gd name="T23" fmla="*/ 8487 h 8715"/>
                <a:gd name="T24" fmla="*/ 229 w 7029"/>
                <a:gd name="T25" fmla="*/ 8535 h 8715"/>
                <a:gd name="T26" fmla="*/ 281 w 7029"/>
                <a:gd name="T27" fmla="*/ 8577 h 8715"/>
                <a:gd name="T28" fmla="*/ 337 w 7029"/>
                <a:gd name="T29" fmla="*/ 8615 h 8715"/>
                <a:gd name="T30" fmla="*/ 397 w 7029"/>
                <a:gd name="T31" fmla="*/ 8646 h 8715"/>
                <a:gd name="T32" fmla="*/ 460 w 7029"/>
                <a:gd name="T33" fmla="*/ 8673 h 8715"/>
                <a:gd name="T34" fmla="*/ 526 w 7029"/>
                <a:gd name="T35" fmla="*/ 8694 h 8715"/>
                <a:gd name="T36" fmla="*/ 595 w 7029"/>
                <a:gd name="T37" fmla="*/ 8707 h 8715"/>
                <a:gd name="T38" fmla="*/ 666 w 7029"/>
                <a:gd name="T39" fmla="*/ 8714 h 8715"/>
                <a:gd name="T40" fmla="*/ 703 w 7029"/>
                <a:gd name="T41" fmla="*/ 8715 h 8715"/>
                <a:gd name="T42" fmla="*/ 6326 w 7029"/>
                <a:gd name="T43" fmla="*/ 8715 h 8715"/>
                <a:gd name="T44" fmla="*/ 6363 w 7029"/>
                <a:gd name="T45" fmla="*/ 8714 h 8715"/>
                <a:gd name="T46" fmla="*/ 6434 w 7029"/>
                <a:gd name="T47" fmla="*/ 8707 h 8715"/>
                <a:gd name="T48" fmla="*/ 6504 w 7029"/>
                <a:gd name="T49" fmla="*/ 8694 h 8715"/>
                <a:gd name="T50" fmla="*/ 6570 w 7029"/>
                <a:gd name="T51" fmla="*/ 8673 h 8715"/>
                <a:gd name="T52" fmla="*/ 6633 w 7029"/>
                <a:gd name="T53" fmla="*/ 8646 h 8715"/>
                <a:gd name="T54" fmla="*/ 6693 w 7029"/>
                <a:gd name="T55" fmla="*/ 8615 h 8715"/>
                <a:gd name="T56" fmla="*/ 6749 w 7029"/>
                <a:gd name="T57" fmla="*/ 8577 h 8715"/>
                <a:gd name="T58" fmla="*/ 6801 w 7029"/>
                <a:gd name="T59" fmla="*/ 8535 h 8715"/>
                <a:gd name="T60" fmla="*/ 6849 w 7029"/>
                <a:gd name="T61" fmla="*/ 8487 h 8715"/>
                <a:gd name="T62" fmla="*/ 6891 w 7029"/>
                <a:gd name="T63" fmla="*/ 8436 h 8715"/>
                <a:gd name="T64" fmla="*/ 6929 w 7029"/>
                <a:gd name="T65" fmla="*/ 8379 h 8715"/>
                <a:gd name="T66" fmla="*/ 6960 w 7029"/>
                <a:gd name="T67" fmla="*/ 8320 h 8715"/>
                <a:gd name="T68" fmla="*/ 6987 w 7029"/>
                <a:gd name="T69" fmla="*/ 8256 h 8715"/>
                <a:gd name="T70" fmla="*/ 7008 w 7029"/>
                <a:gd name="T71" fmla="*/ 8190 h 8715"/>
                <a:gd name="T72" fmla="*/ 7021 w 7029"/>
                <a:gd name="T73" fmla="*/ 8120 h 8715"/>
                <a:gd name="T74" fmla="*/ 7028 w 7029"/>
                <a:gd name="T75" fmla="*/ 8049 h 8715"/>
                <a:gd name="T76" fmla="*/ 7029 w 7029"/>
                <a:gd name="T77" fmla="*/ 8012 h 8715"/>
                <a:gd name="T78" fmla="*/ 7029 w 7029"/>
                <a:gd name="T79" fmla="*/ 703 h 8715"/>
                <a:gd name="T80" fmla="*/ 7028 w 7029"/>
                <a:gd name="T81" fmla="*/ 666 h 8715"/>
                <a:gd name="T82" fmla="*/ 7021 w 7029"/>
                <a:gd name="T83" fmla="*/ 595 h 8715"/>
                <a:gd name="T84" fmla="*/ 7008 w 7029"/>
                <a:gd name="T85" fmla="*/ 526 h 8715"/>
                <a:gd name="T86" fmla="*/ 6987 w 7029"/>
                <a:gd name="T87" fmla="*/ 460 h 8715"/>
                <a:gd name="T88" fmla="*/ 6960 w 7029"/>
                <a:gd name="T89" fmla="*/ 397 h 8715"/>
                <a:gd name="T90" fmla="*/ 6929 w 7029"/>
                <a:gd name="T91" fmla="*/ 336 h 8715"/>
                <a:gd name="T92" fmla="*/ 6891 w 7029"/>
                <a:gd name="T93" fmla="*/ 281 h 8715"/>
                <a:gd name="T94" fmla="*/ 6849 w 7029"/>
                <a:gd name="T95" fmla="*/ 229 h 8715"/>
                <a:gd name="T96" fmla="*/ 6801 w 7029"/>
                <a:gd name="T97" fmla="*/ 182 h 8715"/>
                <a:gd name="T98" fmla="*/ 6749 w 7029"/>
                <a:gd name="T99" fmla="*/ 138 h 8715"/>
                <a:gd name="T100" fmla="*/ 6693 w 7029"/>
                <a:gd name="T101" fmla="*/ 100 h 8715"/>
                <a:gd name="T102" fmla="*/ 6633 w 7029"/>
                <a:gd name="T103" fmla="*/ 69 h 8715"/>
                <a:gd name="T104" fmla="*/ 6570 w 7029"/>
                <a:gd name="T105" fmla="*/ 42 h 8715"/>
                <a:gd name="T106" fmla="*/ 6504 w 7029"/>
                <a:gd name="T107" fmla="*/ 22 h 8715"/>
                <a:gd name="T108" fmla="*/ 6434 w 7029"/>
                <a:gd name="T109" fmla="*/ 9 h 8715"/>
                <a:gd name="T110" fmla="*/ 6363 w 7029"/>
                <a:gd name="T111" fmla="*/ 1 h 8715"/>
                <a:gd name="T112" fmla="*/ 6326 w 7029"/>
                <a:gd name="T113" fmla="*/ 0 h 8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029" h="8715">
                  <a:moveTo>
                    <a:pt x="6326" y="0"/>
                  </a:moveTo>
                  <a:lnTo>
                    <a:pt x="2095" y="0"/>
                  </a:lnTo>
                  <a:lnTo>
                    <a:pt x="0" y="2095"/>
                  </a:lnTo>
                  <a:lnTo>
                    <a:pt x="0" y="8012"/>
                  </a:lnTo>
                  <a:lnTo>
                    <a:pt x="1" y="8049"/>
                  </a:lnTo>
                  <a:lnTo>
                    <a:pt x="9" y="8120"/>
                  </a:lnTo>
                  <a:lnTo>
                    <a:pt x="22" y="8190"/>
                  </a:lnTo>
                  <a:lnTo>
                    <a:pt x="42" y="8256"/>
                  </a:lnTo>
                  <a:lnTo>
                    <a:pt x="69" y="8320"/>
                  </a:lnTo>
                  <a:lnTo>
                    <a:pt x="100" y="8379"/>
                  </a:lnTo>
                  <a:lnTo>
                    <a:pt x="138" y="8436"/>
                  </a:lnTo>
                  <a:lnTo>
                    <a:pt x="182" y="8487"/>
                  </a:lnTo>
                  <a:lnTo>
                    <a:pt x="229" y="8535"/>
                  </a:lnTo>
                  <a:lnTo>
                    <a:pt x="281" y="8577"/>
                  </a:lnTo>
                  <a:lnTo>
                    <a:pt x="337" y="8615"/>
                  </a:lnTo>
                  <a:lnTo>
                    <a:pt x="397" y="8646"/>
                  </a:lnTo>
                  <a:lnTo>
                    <a:pt x="460" y="8673"/>
                  </a:lnTo>
                  <a:lnTo>
                    <a:pt x="526" y="8694"/>
                  </a:lnTo>
                  <a:lnTo>
                    <a:pt x="595" y="8707"/>
                  </a:lnTo>
                  <a:lnTo>
                    <a:pt x="666" y="8714"/>
                  </a:lnTo>
                  <a:lnTo>
                    <a:pt x="703" y="8715"/>
                  </a:lnTo>
                  <a:lnTo>
                    <a:pt x="6326" y="8715"/>
                  </a:lnTo>
                  <a:lnTo>
                    <a:pt x="6363" y="8714"/>
                  </a:lnTo>
                  <a:lnTo>
                    <a:pt x="6434" y="8707"/>
                  </a:lnTo>
                  <a:lnTo>
                    <a:pt x="6504" y="8694"/>
                  </a:lnTo>
                  <a:lnTo>
                    <a:pt x="6570" y="8673"/>
                  </a:lnTo>
                  <a:lnTo>
                    <a:pt x="6633" y="8646"/>
                  </a:lnTo>
                  <a:lnTo>
                    <a:pt x="6693" y="8615"/>
                  </a:lnTo>
                  <a:lnTo>
                    <a:pt x="6749" y="8577"/>
                  </a:lnTo>
                  <a:lnTo>
                    <a:pt x="6801" y="8535"/>
                  </a:lnTo>
                  <a:lnTo>
                    <a:pt x="6849" y="8487"/>
                  </a:lnTo>
                  <a:lnTo>
                    <a:pt x="6891" y="8436"/>
                  </a:lnTo>
                  <a:lnTo>
                    <a:pt x="6929" y="8379"/>
                  </a:lnTo>
                  <a:lnTo>
                    <a:pt x="6960" y="8320"/>
                  </a:lnTo>
                  <a:lnTo>
                    <a:pt x="6987" y="8256"/>
                  </a:lnTo>
                  <a:lnTo>
                    <a:pt x="7008" y="8190"/>
                  </a:lnTo>
                  <a:lnTo>
                    <a:pt x="7021" y="8120"/>
                  </a:lnTo>
                  <a:lnTo>
                    <a:pt x="7028" y="8049"/>
                  </a:lnTo>
                  <a:lnTo>
                    <a:pt x="7029" y="8012"/>
                  </a:lnTo>
                  <a:lnTo>
                    <a:pt x="7029" y="703"/>
                  </a:lnTo>
                  <a:lnTo>
                    <a:pt x="7028" y="666"/>
                  </a:lnTo>
                  <a:lnTo>
                    <a:pt x="7021" y="595"/>
                  </a:lnTo>
                  <a:lnTo>
                    <a:pt x="7008" y="526"/>
                  </a:lnTo>
                  <a:lnTo>
                    <a:pt x="6987" y="460"/>
                  </a:lnTo>
                  <a:lnTo>
                    <a:pt x="6960" y="397"/>
                  </a:lnTo>
                  <a:lnTo>
                    <a:pt x="6929" y="336"/>
                  </a:lnTo>
                  <a:lnTo>
                    <a:pt x="6891" y="281"/>
                  </a:lnTo>
                  <a:lnTo>
                    <a:pt x="6849" y="229"/>
                  </a:lnTo>
                  <a:lnTo>
                    <a:pt x="6801" y="182"/>
                  </a:lnTo>
                  <a:lnTo>
                    <a:pt x="6749" y="138"/>
                  </a:lnTo>
                  <a:lnTo>
                    <a:pt x="6693" y="100"/>
                  </a:lnTo>
                  <a:lnTo>
                    <a:pt x="6633" y="69"/>
                  </a:lnTo>
                  <a:lnTo>
                    <a:pt x="6570" y="42"/>
                  </a:lnTo>
                  <a:lnTo>
                    <a:pt x="6504" y="22"/>
                  </a:lnTo>
                  <a:lnTo>
                    <a:pt x="6434" y="9"/>
                  </a:lnTo>
                  <a:lnTo>
                    <a:pt x="6363" y="1"/>
                  </a:lnTo>
                  <a:lnTo>
                    <a:pt x="63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5" name="Freeform 60">
              <a:extLst>
                <a:ext uri="{FF2B5EF4-FFF2-40B4-BE49-F238E27FC236}">
                  <a16:creationId xmlns:a16="http://schemas.microsoft.com/office/drawing/2014/main" id="{188B5AF9-9E48-FB66-856C-988E4F068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3" y="1070"/>
              <a:ext cx="1218" cy="1499"/>
            </a:xfrm>
            <a:custGeom>
              <a:avLst/>
              <a:gdLst>
                <a:gd name="T0" fmla="*/ 281 w 7309"/>
                <a:gd name="T1" fmla="*/ 8152 h 8995"/>
                <a:gd name="T2" fmla="*/ 288 w 7309"/>
                <a:gd name="T3" fmla="*/ 8237 h 8995"/>
                <a:gd name="T4" fmla="*/ 315 w 7309"/>
                <a:gd name="T5" fmla="*/ 8345 h 8995"/>
                <a:gd name="T6" fmla="*/ 363 w 7309"/>
                <a:gd name="T7" fmla="*/ 8443 h 8995"/>
                <a:gd name="T8" fmla="*/ 427 w 7309"/>
                <a:gd name="T9" fmla="*/ 8530 h 8995"/>
                <a:gd name="T10" fmla="*/ 507 w 7309"/>
                <a:gd name="T11" fmla="*/ 8603 h 8995"/>
                <a:gd name="T12" fmla="*/ 600 w 7309"/>
                <a:gd name="T13" fmla="*/ 8659 h 8995"/>
                <a:gd name="T14" fmla="*/ 703 w 7309"/>
                <a:gd name="T15" fmla="*/ 8697 h 8995"/>
                <a:gd name="T16" fmla="*/ 815 w 7309"/>
                <a:gd name="T17" fmla="*/ 8714 h 8995"/>
                <a:gd name="T18" fmla="*/ 6466 w 7309"/>
                <a:gd name="T19" fmla="*/ 8715 h 8995"/>
                <a:gd name="T20" fmla="*/ 6551 w 7309"/>
                <a:gd name="T21" fmla="*/ 8708 h 8995"/>
                <a:gd name="T22" fmla="*/ 6659 w 7309"/>
                <a:gd name="T23" fmla="*/ 8680 h 8995"/>
                <a:gd name="T24" fmla="*/ 6757 w 7309"/>
                <a:gd name="T25" fmla="*/ 8632 h 8995"/>
                <a:gd name="T26" fmla="*/ 6844 w 7309"/>
                <a:gd name="T27" fmla="*/ 8568 h 8995"/>
                <a:gd name="T28" fmla="*/ 6917 w 7309"/>
                <a:gd name="T29" fmla="*/ 8488 h 8995"/>
                <a:gd name="T30" fmla="*/ 6973 w 7309"/>
                <a:gd name="T31" fmla="*/ 8395 h 8995"/>
                <a:gd name="T32" fmla="*/ 7011 w 7309"/>
                <a:gd name="T33" fmla="*/ 8292 h 8995"/>
                <a:gd name="T34" fmla="*/ 7028 w 7309"/>
                <a:gd name="T35" fmla="*/ 8181 h 8995"/>
                <a:gd name="T36" fmla="*/ 7029 w 7309"/>
                <a:gd name="T37" fmla="*/ 843 h 8995"/>
                <a:gd name="T38" fmla="*/ 7022 w 7309"/>
                <a:gd name="T39" fmla="*/ 758 h 8995"/>
                <a:gd name="T40" fmla="*/ 6994 w 7309"/>
                <a:gd name="T41" fmla="*/ 650 h 8995"/>
                <a:gd name="T42" fmla="*/ 6946 w 7309"/>
                <a:gd name="T43" fmla="*/ 552 h 8995"/>
                <a:gd name="T44" fmla="*/ 6882 w 7309"/>
                <a:gd name="T45" fmla="*/ 466 h 8995"/>
                <a:gd name="T46" fmla="*/ 6802 w 7309"/>
                <a:gd name="T47" fmla="*/ 393 h 8995"/>
                <a:gd name="T48" fmla="*/ 6709 w 7309"/>
                <a:gd name="T49" fmla="*/ 336 h 8995"/>
                <a:gd name="T50" fmla="*/ 6606 w 7309"/>
                <a:gd name="T51" fmla="*/ 298 h 8995"/>
                <a:gd name="T52" fmla="*/ 6495 w 7309"/>
                <a:gd name="T53" fmla="*/ 281 h 8995"/>
                <a:gd name="T54" fmla="*/ 2291 w 7309"/>
                <a:gd name="T55" fmla="*/ 281 h 8995"/>
                <a:gd name="T56" fmla="*/ 6466 w 7309"/>
                <a:gd name="T57" fmla="*/ 8995 h 8995"/>
                <a:gd name="T58" fmla="*/ 800 w 7309"/>
                <a:gd name="T59" fmla="*/ 8995 h 8995"/>
                <a:gd name="T60" fmla="*/ 634 w 7309"/>
                <a:gd name="T61" fmla="*/ 8969 h 8995"/>
                <a:gd name="T62" fmla="*/ 479 w 7309"/>
                <a:gd name="T63" fmla="*/ 8912 h 8995"/>
                <a:gd name="T64" fmla="*/ 339 w 7309"/>
                <a:gd name="T65" fmla="*/ 8827 h 8995"/>
                <a:gd name="T66" fmla="*/ 219 w 7309"/>
                <a:gd name="T67" fmla="*/ 8719 h 8995"/>
                <a:gd name="T68" fmla="*/ 122 w 7309"/>
                <a:gd name="T69" fmla="*/ 8589 h 8995"/>
                <a:gd name="T70" fmla="*/ 51 w 7309"/>
                <a:gd name="T71" fmla="*/ 8442 h 8995"/>
                <a:gd name="T72" fmla="*/ 9 w 7309"/>
                <a:gd name="T73" fmla="*/ 8280 h 8995"/>
                <a:gd name="T74" fmla="*/ 0 w 7309"/>
                <a:gd name="T75" fmla="*/ 8152 h 8995"/>
                <a:gd name="T76" fmla="*/ 2164 w 7309"/>
                <a:gd name="T77" fmla="*/ 0 h 8995"/>
                <a:gd name="T78" fmla="*/ 6509 w 7309"/>
                <a:gd name="T79" fmla="*/ 1 h 8995"/>
                <a:gd name="T80" fmla="*/ 6677 w 7309"/>
                <a:gd name="T81" fmla="*/ 26 h 8995"/>
                <a:gd name="T82" fmla="*/ 6831 w 7309"/>
                <a:gd name="T83" fmla="*/ 83 h 8995"/>
                <a:gd name="T84" fmla="*/ 6970 w 7309"/>
                <a:gd name="T85" fmla="*/ 168 h 8995"/>
                <a:gd name="T86" fmla="*/ 7090 w 7309"/>
                <a:gd name="T87" fmla="*/ 277 h 8995"/>
                <a:gd name="T88" fmla="*/ 7187 w 7309"/>
                <a:gd name="T89" fmla="*/ 407 h 8995"/>
                <a:gd name="T90" fmla="*/ 7258 w 7309"/>
                <a:gd name="T91" fmla="*/ 554 h 8995"/>
                <a:gd name="T92" fmla="*/ 7300 w 7309"/>
                <a:gd name="T93" fmla="*/ 715 h 8995"/>
                <a:gd name="T94" fmla="*/ 7309 w 7309"/>
                <a:gd name="T95" fmla="*/ 843 h 8995"/>
                <a:gd name="T96" fmla="*/ 7309 w 7309"/>
                <a:gd name="T97" fmla="*/ 8195 h 8995"/>
                <a:gd name="T98" fmla="*/ 7283 w 7309"/>
                <a:gd name="T99" fmla="*/ 8363 h 8995"/>
                <a:gd name="T100" fmla="*/ 7226 w 7309"/>
                <a:gd name="T101" fmla="*/ 8518 h 8995"/>
                <a:gd name="T102" fmla="*/ 7141 w 7309"/>
                <a:gd name="T103" fmla="*/ 8656 h 8995"/>
                <a:gd name="T104" fmla="*/ 7033 w 7309"/>
                <a:gd name="T105" fmla="*/ 8776 h 8995"/>
                <a:gd name="T106" fmla="*/ 6903 w 7309"/>
                <a:gd name="T107" fmla="*/ 8873 h 8995"/>
                <a:gd name="T108" fmla="*/ 6756 w 7309"/>
                <a:gd name="T109" fmla="*/ 8944 h 8995"/>
                <a:gd name="T110" fmla="*/ 6594 w 7309"/>
                <a:gd name="T111" fmla="*/ 8986 h 8995"/>
                <a:gd name="T112" fmla="*/ 6466 w 7309"/>
                <a:gd name="T113" fmla="*/ 8995 h 8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309" h="8995">
                  <a:moveTo>
                    <a:pt x="281" y="2291"/>
                  </a:moveTo>
                  <a:lnTo>
                    <a:pt x="281" y="8152"/>
                  </a:lnTo>
                  <a:lnTo>
                    <a:pt x="281" y="8181"/>
                  </a:lnTo>
                  <a:lnTo>
                    <a:pt x="288" y="8237"/>
                  </a:lnTo>
                  <a:lnTo>
                    <a:pt x="298" y="8292"/>
                  </a:lnTo>
                  <a:lnTo>
                    <a:pt x="315" y="8345"/>
                  </a:lnTo>
                  <a:lnTo>
                    <a:pt x="336" y="8395"/>
                  </a:lnTo>
                  <a:lnTo>
                    <a:pt x="363" y="8443"/>
                  </a:lnTo>
                  <a:lnTo>
                    <a:pt x="393" y="8488"/>
                  </a:lnTo>
                  <a:lnTo>
                    <a:pt x="427" y="8530"/>
                  </a:lnTo>
                  <a:lnTo>
                    <a:pt x="466" y="8568"/>
                  </a:lnTo>
                  <a:lnTo>
                    <a:pt x="507" y="8603"/>
                  </a:lnTo>
                  <a:lnTo>
                    <a:pt x="552" y="8632"/>
                  </a:lnTo>
                  <a:lnTo>
                    <a:pt x="600" y="8659"/>
                  </a:lnTo>
                  <a:lnTo>
                    <a:pt x="650" y="8680"/>
                  </a:lnTo>
                  <a:lnTo>
                    <a:pt x="703" y="8697"/>
                  </a:lnTo>
                  <a:lnTo>
                    <a:pt x="758" y="8708"/>
                  </a:lnTo>
                  <a:lnTo>
                    <a:pt x="815" y="8714"/>
                  </a:lnTo>
                  <a:lnTo>
                    <a:pt x="843" y="8715"/>
                  </a:lnTo>
                  <a:lnTo>
                    <a:pt x="6466" y="8715"/>
                  </a:lnTo>
                  <a:lnTo>
                    <a:pt x="6495" y="8714"/>
                  </a:lnTo>
                  <a:lnTo>
                    <a:pt x="6551" y="8708"/>
                  </a:lnTo>
                  <a:lnTo>
                    <a:pt x="6606" y="8697"/>
                  </a:lnTo>
                  <a:lnTo>
                    <a:pt x="6659" y="8680"/>
                  </a:lnTo>
                  <a:lnTo>
                    <a:pt x="6709" y="8659"/>
                  </a:lnTo>
                  <a:lnTo>
                    <a:pt x="6757" y="8632"/>
                  </a:lnTo>
                  <a:lnTo>
                    <a:pt x="6802" y="8603"/>
                  </a:lnTo>
                  <a:lnTo>
                    <a:pt x="6844" y="8568"/>
                  </a:lnTo>
                  <a:lnTo>
                    <a:pt x="6882" y="8530"/>
                  </a:lnTo>
                  <a:lnTo>
                    <a:pt x="6917" y="8488"/>
                  </a:lnTo>
                  <a:lnTo>
                    <a:pt x="6946" y="8443"/>
                  </a:lnTo>
                  <a:lnTo>
                    <a:pt x="6973" y="8395"/>
                  </a:lnTo>
                  <a:lnTo>
                    <a:pt x="6994" y="8345"/>
                  </a:lnTo>
                  <a:lnTo>
                    <a:pt x="7011" y="8292"/>
                  </a:lnTo>
                  <a:lnTo>
                    <a:pt x="7022" y="8237"/>
                  </a:lnTo>
                  <a:lnTo>
                    <a:pt x="7028" y="8181"/>
                  </a:lnTo>
                  <a:lnTo>
                    <a:pt x="7029" y="8152"/>
                  </a:lnTo>
                  <a:lnTo>
                    <a:pt x="7029" y="843"/>
                  </a:lnTo>
                  <a:lnTo>
                    <a:pt x="7028" y="815"/>
                  </a:lnTo>
                  <a:lnTo>
                    <a:pt x="7022" y="758"/>
                  </a:lnTo>
                  <a:lnTo>
                    <a:pt x="7011" y="703"/>
                  </a:lnTo>
                  <a:lnTo>
                    <a:pt x="6994" y="650"/>
                  </a:lnTo>
                  <a:lnTo>
                    <a:pt x="6973" y="600"/>
                  </a:lnTo>
                  <a:lnTo>
                    <a:pt x="6946" y="552"/>
                  </a:lnTo>
                  <a:lnTo>
                    <a:pt x="6917" y="507"/>
                  </a:lnTo>
                  <a:lnTo>
                    <a:pt x="6882" y="466"/>
                  </a:lnTo>
                  <a:lnTo>
                    <a:pt x="6844" y="427"/>
                  </a:lnTo>
                  <a:lnTo>
                    <a:pt x="6802" y="393"/>
                  </a:lnTo>
                  <a:lnTo>
                    <a:pt x="6757" y="363"/>
                  </a:lnTo>
                  <a:lnTo>
                    <a:pt x="6709" y="336"/>
                  </a:lnTo>
                  <a:lnTo>
                    <a:pt x="6659" y="315"/>
                  </a:lnTo>
                  <a:lnTo>
                    <a:pt x="6606" y="298"/>
                  </a:lnTo>
                  <a:lnTo>
                    <a:pt x="6551" y="288"/>
                  </a:lnTo>
                  <a:lnTo>
                    <a:pt x="6495" y="281"/>
                  </a:lnTo>
                  <a:lnTo>
                    <a:pt x="6466" y="281"/>
                  </a:lnTo>
                  <a:lnTo>
                    <a:pt x="2291" y="281"/>
                  </a:lnTo>
                  <a:lnTo>
                    <a:pt x="281" y="2291"/>
                  </a:lnTo>
                  <a:close/>
                  <a:moveTo>
                    <a:pt x="6466" y="8995"/>
                  </a:moveTo>
                  <a:lnTo>
                    <a:pt x="843" y="8995"/>
                  </a:lnTo>
                  <a:lnTo>
                    <a:pt x="800" y="8995"/>
                  </a:lnTo>
                  <a:lnTo>
                    <a:pt x="715" y="8986"/>
                  </a:lnTo>
                  <a:lnTo>
                    <a:pt x="634" y="8969"/>
                  </a:lnTo>
                  <a:lnTo>
                    <a:pt x="555" y="8944"/>
                  </a:lnTo>
                  <a:lnTo>
                    <a:pt x="479" y="8912"/>
                  </a:lnTo>
                  <a:lnTo>
                    <a:pt x="407" y="8873"/>
                  </a:lnTo>
                  <a:lnTo>
                    <a:pt x="339" y="8827"/>
                  </a:lnTo>
                  <a:lnTo>
                    <a:pt x="277" y="8776"/>
                  </a:lnTo>
                  <a:lnTo>
                    <a:pt x="219" y="8719"/>
                  </a:lnTo>
                  <a:lnTo>
                    <a:pt x="168" y="8656"/>
                  </a:lnTo>
                  <a:lnTo>
                    <a:pt x="122" y="8589"/>
                  </a:lnTo>
                  <a:lnTo>
                    <a:pt x="83" y="8518"/>
                  </a:lnTo>
                  <a:lnTo>
                    <a:pt x="51" y="8442"/>
                  </a:lnTo>
                  <a:lnTo>
                    <a:pt x="26" y="8363"/>
                  </a:lnTo>
                  <a:lnTo>
                    <a:pt x="9" y="8280"/>
                  </a:lnTo>
                  <a:lnTo>
                    <a:pt x="1" y="8195"/>
                  </a:lnTo>
                  <a:lnTo>
                    <a:pt x="0" y="8152"/>
                  </a:lnTo>
                  <a:lnTo>
                    <a:pt x="0" y="2164"/>
                  </a:lnTo>
                  <a:lnTo>
                    <a:pt x="2164" y="0"/>
                  </a:lnTo>
                  <a:lnTo>
                    <a:pt x="6466" y="0"/>
                  </a:lnTo>
                  <a:lnTo>
                    <a:pt x="6509" y="1"/>
                  </a:lnTo>
                  <a:lnTo>
                    <a:pt x="6594" y="9"/>
                  </a:lnTo>
                  <a:lnTo>
                    <a:pt x="6677" y="26"/>
                  </a:lnTo>
                  <a:lnTo>
                    <a:pt x="6756" y="51"/>
                  </a:lnTo>
                  <a:lnTo>
                    <a:pt x="6831" y="83"/>
                  </a:lnTo>
                  <a:lnTo>
                    <a:pt x="6903" y="122"/>
                  </a:lnTo>
                  <a:lnTo>
                    <a:pt x="6970" y="168"/>
                  </a:lnTo>
                  <a:lnTo>
                    <a:pt x="7033" y="219"/>
                  </a:lnTo>
                  <a:lnTo>
                    <a:pt x="7090" y="277"/>
                  </a:lnTo>
                  <a:lnTo>
                    <a:pt x="7141" y="339"/>
                  </a:lnTo>
                  <a:lnTo>
                    <a:pt x="7187" y="407"/>
                  </a:lnTo>
                  <a:lnTo>
                    <a:pt x="7226" y="479"/>
                  </a:lnTo>
                  <a:lnTo>
                    <a:pt x="7258" y="554"/>
                  </a:lnTo>
                  <a:lnTo>
                    <a:pt x="7283" y="634"/>
                  </a:lnTo>
                  <a:lnTo>
                    <a:pt x="7300" y="715"/>
                  </a:lnTo>
                  <a:lnTo>
                    <a:pt x="7309" y="800"/>
                  </a:lnTo>
                  <a:lnTo>
                    <a:pt x="7309" y="843"/>
                  </a:lnTo>
                  <a:lnTo>
                    <a:pt x="7309" y="8152"/>
                  </a:lnTo>
                  <a:lnTo>
                    <a:pt x="7309" y="8195"/>
                  </a:lnTo>
                  <a:lnTo>
                    <a:pt x="7300" y="8280"/>
                  </a:lnTo>
                  <a:lnTo>
                    <a:pt x="7283" y="8363"/>
                  </a:lnTo>
                  <a:lnTo>
                    <a:pt x="7258" y="8442"/>
                  </a:lnTo>
                  <a:lnTo>
                    <a:pt x="7226" y="8518"/>
                  </a:lnTo>
                  <a:lnTo>
                    <a:pt x="7187" y="8589"/>
                  </a:lnTo>
                  <a:lnTo>
                    <a:pt x="7141" y="8656"/>
                  </a:lnTo>
                  <a:lnTo>
                    <a:pt x="7090" y="8719"/>
                  </a:lnTo>
                  <a:lnTo>
                    <a:pt x="7033" y="8776"/>
                  </a:lnTo>
                  <a:lnTo>
                    <a:pt x="6970" y="8827"/>
                  </a:lnTo>
                  <a:lnTo>
                    <a:pt x="6903" y="8873"/>
                  </a:lnTo>
                  <a:lnTo>
                    <a:pt x="6831" y="8912"/>
                  </a:lnTo>
                  <a:lnTo>
                    <a:pt x="6756" y="8944"/>
                  </a:lnTo>
                  <a:lnTo>
                    <a:pt x="6677" y="8969"/>
                  </a:lnTo>
                  <a:lnTo>
                    <a:pt x="6594" y="8986"/>
                  </a:lnTo>
                  <a:lnTo>
                    <a:pt x="6509" y="8995"/>
                  </a:lnTo>
                  <a:lnTo>
                    <a:pt x="6466" y="8995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Freeform 61">
              <a:extLst>
                <a:ext uri="{FF2B5EF4-FFF2-40B4-BE49-F238E27FC236}">
                  <a16:creationId xmlns:a16="http://schemas.microsoft.com/office/drawing/2014/main" id="{CF2C393F-321B-65C2-057A-A4ADD21A6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0" y="1187"/>
              <a:ext cx="984" cy="1265"/>
            </a:xfrm>
            <a:custGeom>
              <a:avLst/>
              <a:gdLst>
                <a:gd name="T0" fmla="*/ 0 w 5904"/>
                <a:gd name="T1" fmla="*/ 7590 h 7590"/>
                <a:gd name="T2" fmla="*/ 0 w 5904"/>
                <a:gd name="T3" fmla="*/ 1756 h 7590"/>
                <a:gd name="T4" fmla="*/ 1757 w 5904"/>
                <a:gd name="T5" fmla="*/ 0 h 7590"/>
                <a:gd name="T6" fmla="*/ 5904 w 5904"/>
                <a:gd name="T7" fmla="*/ 0 h 7590"/>
                <a:gd name="T8" fmla="*/ 5904 w 5904"/>
                <a:gd name="T9" fmla="*/ 7590 h 7590"/>
                <a:gd name="T10" fmla="*/ 0 w 5904"/>
                <a:gd name="T11" fmla="*/ 7590 h 7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04" h="7590">
                  <a:moveTo>
                    <a:pt x="0" y="7590"/>
                  </a:moveTo>
                  <a:lnTo>
                    <a:pt x="0" y="1756"/>
                  </a:lnTo>
                  <a:lnTo>
                    <a:pt x="1757" y="0"/>
                  </a:lnTo>
                  <a:lnTo>
                    <a:pt x="5904" y="0"/>
                  </a:lnTo>
                  <a:lnTo>
                    <a:pt x="5904" y="7590"/>
                  </a:lnTo>
                  <a:lnTo>
                    <a:pt x="0" y="759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Rectangle 62">
              <a:extLst>
                <a:ext uri="{FF2B5EF4-FFF2-40B4-BE49-F238E27FC236}">
                  <a16:creationId xmlns:a16="http://schemas.microsoft.com/office/drawing/2014/main" id="{76905887-590A-98C3-AA6D-310C67F7E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3" y="2016"/>
              <a:ext cx="284" cy="2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" name="Freeform 63">
              <a:extLst>
                <a:ext uri="{FF2B5EF4-FFF2-40B4-BE49-F238E27FC236}">
                  <a16:creationId xmlns:a16="http://schemas.microsoft.com/office/drawing/2014/main" id="{87CCAECB-096C-3C3B-3794-B60B56BD73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0" y="1993"/>
              <a:ext cx="330" cy="330"/>
            </a:xfrm>
            <a:custGeom>
              <a:avLst/>
              <a:gdLst>
                <a:gd name="T0" fmla="*/ 282 w 1982"/>
                <a:gd name="T1" fmla="*/ 1702 h 1982"/>
                <a:gd name="T2" fmla="*/ 1701 w 1982"/>
                <a:gd name="T3" fmla="*/ 1702 h 1982"/>
                <a:gd name="T4" fmla="*/ 1701 w 1982"/>
                <a:gd name="T5" fmla="*/ 282 h 1982"/>
                <a:gd name="T6" fmla="*/ 282 w 1982"/>
                <a:gd name="T7" fmla="*/ 282 h 1982"/>
                <a:gd name="T8" fmla="*/ 282 w 1982"/>
                <a:gd name="T9" fmla="*/ 1702 h 1982"/>
                <a:gd name="T10" fmla="*/ 1982 w 1982"/>
                <a:gd name="T11" fmla="*/ 1982 h 1982"/>
                <a:gd name="T12" fmla="*/ 0 w 1982"/>
                <a:gd name="T13" fmla="*/ 1982 h 1982"/>
                <a:gd name="T14" fmla="*/ 0 w 1982"/>
                <a:gd name="T15" fmla="*/ 0 h 1982"/>
                <a:gd name="T16" fmla="*/ 1982 w 1982"/>
                <a:gd name="T17" fmla="*/ 0 h 1982"/>
                <a:gd name="T18" fmla="*/ 1982 w 1982"/>
                <a:gd name="T19" fmla="*/ 1982 h 1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2" h="1982">
                  <a:moveTo>
                    <a:pt x="282" y="1702"/>
                  </a:moveTo>
                  <a:lnTo>
                    <a:pt x="1701" y="1702"/>
                  </a:lnTo>
                  <a:lnTo>
                    <a:pt x="1701" y="282"/>
                  </a:lnTo>
                  <a:lnTo>
                    <a:pt x="282" y="282"/>
                  </a:lnTo>
                  <a:lnTo>
                    <a:pt x="282" y="1702"/>
                  </a:lnTo>
                  <a:close/>
                  <a:moveTo>
                    <a:pt x="1982" y="1982"/>
                  </a:moveTo>
                  <a:lnTo>
                    <a:pt x="0" y="1982"/>
                  </a:lnTo>
                  <a:lnTo>
                    <a:pt x="0" y="0"/>
                  </a:lnTo>
                  <a:lnTo>
                    <a:pt x="1982" y="0"/>
                  </a:lnTo>
                  <a:lnTo>
                    <a:pt x="1982" y="1982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Freeform 64">
              <a:extLst>
                <a:ext uri="{FF2B5EF4-FFF2-40B4-BE49-F238E27FC236}">
                  <a16:creationId xmlns:a16="http://schemas.microsoft.com/office/drawing/2014/main" id="{DE80DE6D-5A82-E007-D76F-8682388CE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" y="2068"/>
              <a:ext cx="169" cy="178"/>
            </a:xfrm>
            <a:custGeom>
              <a:avLst/>
              <a:gdLst>
                <a:gd name="T0" fmla="*/ 366 w 1013"/>
                <a:gd name="T1" fmla="*/ 730 h 1067"/>
                <a:gd name="T2" fmla="*/ 225 w 1013"/>
                <a:gd name="T3" fmla="*/ 506 h 1067"/>
                <a:gd name="T4" fmla="*/ 0 w 1013"/>
                <a:gd name="T5" fmla="*/ 674 h 1067"/>
                <a:gd name="T6" fmla="*/ 267 w 1013"/>
                <a:gd name="T7" fmla="*/ 969 h 1067"/>
                <a:gd name="T8" fmla="*/ 366 w 1013"/>
                <a:gd name="T9" fmla="*/ 1067 h 1067"/>
                <a:gd name="T10" fmla="*/ 436 w 1013"/>
                <a:gd name="T11" fmla="*/ 969 h 1067"/>
                <a:gd name="T12" fmla="*/ 1013 w 1013"/>
                <a:gd name="T13" fmla="*/ 0 h 1067"/>
                <a:gd name="T14" fmla="*/ 366 w 1013"/>
                <a:gd name="T15" fmla="*/ 73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3" h="1067">
                  <a:moveTo>
                    <a:pt x="366" y="730"/>
                  </a:moveTo>
                  <a:lnTo>
                    <a:pt x="225" y="506"/>
                  </a:lnTo>
                  <a:lnTo>
                    <a:pt x="0" y="674"/>
                  </a:lnTo>
                  <a:lnTo>
                    <a:pt x="267" y="969"/>
                  </a:lnTo>
                  <a:lnTo>
                    <a:pt x="366" y="1067"/>
                  </a:lnTo>
                  <a:lnTo>
                    <a:pt x="436" y="969"/>
                  </a:lnTo>
                  <a:lnTo>
                    <a:pt x="1013" y="0"/>
                  </a:lnTo>
                  <a:lnTo>
                    <a:pt x="366" y="730"/>
                  </a:lnTo>
                  <a:close/>
                </a:path>
              </a:pathLst>
            </a:custGeom>
            <a:solidFill>
              <a:srgbClr val="F039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Rectangle 65">
              <a:extLst>
                <a:ext uri="{FF2B5EF4-FFF2-40B4-BE49-F238E27FC236}">
                  <a16:creationId xmlns:a16="http://schemas.microsoft.com/office/drawing/2014/main" id="{36D2405A-EA25-63A4-3C19-516273158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3" y="1574"/>
              <a:ext cx="284" cy="28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Freeform 66">
              <a:extLst>
                <a:ext uri="{FF2B5EF4-FFF2-40B4-BE49-F238E27FC236}">
                  <a16:creationId xmlns:a16="http://schemas.microsoft.com/office/drawing/2014/main" id="{5592DAC6-2671-E885-9D73-6E18C10004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0" y="1550"/>
              <a:ext cx="330" cy="330"/>
            </a:xfrm>
            <a:custGeom>
              <a:avLst/>
              <a:gdLst>
                <a:gd name="T0" fmla="*/ 282 w 1982"/>
                <a:gd name="T1" fmla="*/ 1701 h 1982"/>
                <a:gd name="T2" fmla="*/ 1701 w 1982"/>
                <a:gd name="T3" fmla="*/ 1701 h 1982"/>
                <a:gd name="T4" fmla="*/ 1701 w 1982"/>
                <a:gd name="T5" fmla="*/ 281 h 1982"/>
                <a:gd name="T6" fmla="*/ 282 w 1982"/>
                <a:gd name="T7" fmla="*/ 281 h 1982"/>
                <a:gd name="T8" fmla="*/ 282 w 1982"/>
                <a:gd name="T9" fmla="*/ 1701 h 1982"/>
                <a:gd name="T10" fmla="*/ 1982 w 1982"/>
                <a:gd name="T11" fmla="*/ 1982 h 1982"/>
                <a:gd name="T12" fmla="*/ 0 w 1982"/>
                <a:gd name="T13" fmla="*/ 1982 h 1982"/>
                <a:gd name="T14" fmla="*/ 0 w 1982"/>
                <a:gd name="T15" fmla="*/ 0 h 1982"/>
                <a:gd name="T16" fmla="*/ 1982 w 1982"/>
                <a:gd name="T17" fmla="*/ 0 h 1982"/>
                <a:gd name="T18" fmla="*/ 1982 w 1982"/>
                <a:gd name="T19" fmla="*/ 1982 h 1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2" h="1982">
                  <a:moveTo>
                    <a:pt x="282" y="1701"/>
                  </a:moveTo>
                  <a:lnTo>
                    <a:pt x="1701" y="1701"/>
                  </a:lnTo>
                  <a:lnTo>
                    <a:pt x="1701" y="281"/>
                  </a:lnTo>
                  <a:lnTo>
                    <a:pt x="282" y="281"/>
                  </a:lnTo>
                  <a:lnTo>
                    <a:pt x="282" y="1701"/>
                  </a:lnTo>
                  <a:close/>
                  <a:moveTo>
                    <a:pt x="1982" y="1982"/>
                  </a:moveTo>
                  <a:lnTo>
                    <a:pt x="0" y="1982"/>
                  </a:lnTo>
                  <a:lnTo>
                    <a:pt x="0" y="0"/>
                  </a:lnTo>
                  <a:lnTo>
                    <a:pt x="1982" y="0"/>
                  </a:lnTo>
                  <a:lnTo>
                    <a:pt x="1982" y="1982"/>
                  </a:lnTo>
                  <a:close/>
                </a:path>
              </a:pathLst>
            </a:cu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" name="Freeform 67">
              <a:extLst>
                <a:ext uri="{FF2B5EF4-FFF2-40B4-BE49-F238E27FC236}">
                  <a16:creationId xmlns:a16="http://schemas.microsoft.com/office/drawing/2014/main" id="{DAF4E8EC-201C-E43C-9B64-A2A29C0DD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" y="1627"/>
              <a:ext cx="169" cy="179"/>
            </a:xfrm>
            <a:custGeom>
              <a:avLst/>
              <a:gdLst>
                <a:gd name="T0" fmla="*/ 366 w 1013"/>
                <a:gd name="T1" fmla="*/ 717 h 1069"/>
                <a:gd name="T2" fmla="*/ 225 w 1013"/>
                <a:gd name="T3" fmla="*/ 492 h 1069"/>
                <a:gd name="T4" fmla="*/ 0 w 1013"/>
                <a:gd name="T5" fmla="*/ 661 h 1069"/>
                <a:gd name="T6" fmla="*/ 267 w 1013"/>
                <a:gd name="T7" fmla="*/ 956 h 1069"/>
                <a:gd name="T8" fmla="*/ 366 w 1013"/>
                <a:gd name="T9" fmla="*/ 1069 h 1069"/>
                <a:gd name="T10" fmla="*/ 436 w 1013"/>
                <a:gd name="T11" fmla="*/ 956 h 1069"/>
                <a:gd name="T12" fmla="*/ 1013 w 1013"/>
                <a:gd name="T13" fmla="*/ 0 h 1069"/>
                <a:gd name="T14" fmla="*/ 366 w 1013"/>
                <a:gd name="T15" fmla="*/ 717 h 1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3" h="1069">
                  <a:moveTo>
                    <a:pt x="366" y="717"/>
                  </a:moveTo>
                  <a:lnTo>
                    <a:pt x="225" y="492"/>
                  </a:lnTo>
                  <a:lnTo>
                    <a:pt x="0" y="661"/>
                  </a:lnTo>
                  <a:lnTo>
                    <a:pt x="267" y="956"/>
                  </a:lnTo>
                  <a:lnTo>
                    <a:pt x="366" y="1069"/>
                  </a:lnTo>
                  <a:lnTo>
                    <a:pt x="436" y="956"/>
                  </a:lnTo>
                  <a:lnTo>
                    <a:pt x="1013" y="0"/>
                  </a:lnTo>
                  <a:lnTo>
                    <a:pt x="366" y="717"/>
                  </a:lnTo>
                  <a:close/>
                </a:path>
              </a:pathLst>
            </a:custGeom>
            <a:solidFill>
              <a:srgbClr val="F039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Rectangle 68">
              <a:extLst>
                <a:ext uri="{FF2B5EF4-FFF2-40B4-BE49-F238E27FC236}">
                  <a16:creationId xmlns:a16="http://schemas.microsoft.com/office/drawing/2014/main" id="{A4BA4DAE-183B-23B4-5B74-0825C10A8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2" y="1620"/>
              <a:ext cx="314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Rectangle 69">
              <a:extLst>
                <a:ext uri="{FF2B5EF4-FFF2-40B4-BE49-F238E27FC236}">
                  <a16:creationId xmlns:a16="http://schemas.microsoft.com/office/drawing/2014/main" id="{0CCE5DCE-9570-1D95-DF8D-BAF87A79D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2" y="1742"/>
              <a:ext cx="47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5" name="Rectangle 70">
              <a:extLst>
                <a:ext uri="{FF2B5EF4-FFF2-40B4-BE49-F238E27FC236}">
                  <a16:creationId xmlns:a16="http://schemas.microsoft.com/office/drawing/2014/main" id="{B8A196E8-FADF-8A51-2839-C8F7A956F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8" y="1742"/>
              <a:ext cx="47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Rectangle 71">
              <a:extLst>
                <a:ext uri="{FF2B5EF4-FFF2-40B4-BE49-F238E27FC236}">
                  <a16:creationId xmlns:a16="http://schemas.microsoft.com/office/drawing/2014/main" id="{1F8DACED-3B05-88F8-DAA5-5159AF987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1" y="1742"/>
              <a:ext cx="47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" name="Rectangle 72">
              <a:extLst>
                <a:ext uri="{FF2B5EF4-FFF2-40B4-BE49-F238E27FC236}">
                  <a16:creationId xmlns:a16="http://schemas.microsoft.com/office/drawing/2014/main" id="{D14B2F32-D297-5FF4-90BC-EC8123E25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2" y="2061"/>
              <a:ext cx="314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" name="Rectangle 73">
              <a:extLst>
                <a:ext uri="{FF2B5EF4-FFF2-40B4-BE49-F238E27FC236}">
                  <a16:creationId xmlns:a16="http://schemas.microsoft.com/office/drawing/2014/main" id="{80C3BBE6-1609-52C6-8D6A-5E742A490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2" y="2185"/>
              <a:ext cx="47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Rectangle 74">
              <a:extLst>
                <a:ext uri="{FF2B5EF4-FFF2-40B4-BE49-F238E27FC236}">
                  <a16:creationId xmlns:a16="http://schemas.microsoft.com/office/drawing/2014/main" id="{F4345A35-683F-A30D-D273-23F51AC12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8" y="2185"/>
              <a:ext cx="47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0" name="Rectangle 75">
              <a:extLst>
                <a:ext uri="{FF2B5EF4-FFF2-40B4-BE49-F238E27FC236}">
                  <a16:creationId xmlns:a16="http://schemas.microsoft.com/office/drawing/2014/main" id="{E4A35C36-338D-43B3-993A-E1D28A5D5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1" y="2185"/>
              <a:ext cx="47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1" name="Freeform 76">
              <a:extLst>
                <a:ext uri="{FF2B5EF4-FFF2-40B4-BE49-F238E27FC236}">
                  <a16:creationId xmlns:a16="http://schemas.microsoft.com/office/drawing/2014/main" id="{ABF0B3CB-16B9-2E53-44AB-4F2820F4E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0" y="1187"/>
              <a:ext cx="293" cy="293"/>
            </a:xfrm>
            <a:custGeom>
              <a:avLst/>
              <a:gdLst>
                <a:gd name="T0" fmla="*/ 1757 w 1757"/>
                <a:gd name="T1" fmla="*/ 1756 h 1756"/>
                <a:gd name="T2" fmla="*/ 1757 w 1757"/>
                <a:gd name="T3" fmla="*/ 0 h 1756"/>
                <a:gd name="T4" fmla="*/ 0 w 1757"/>
                <a:gd name="T5" fmla="*/ 1756 h 1756"/>
                <a:gd name="T6" fmla="*/ 1757 w 1757"/>
                <a:gd name="T7" fmla="*/ 1756 h 1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57" h="1756">
                  <a:moveTo>
                    <a:pt x="1757" y="1756"/>
                  </a:moveTo>
                  <a:lnTo>
                    <a:pt x="1757" y="0"/>
                  </a:lnTo>
                  <a:lnTo>
                    <a:pt x="0" y="1756"/>
                  </a:lnTo>
                  <a:lnTo>
                    <a:pt x="1757" y="1756"/>
                  </a:lnTo>
                  <a:close/>
                </a:path>
              </a:pathLst>
            </a:custGeom>
            <a:solidFill>
              <a:srgbClr val="198B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Rectangle 77">
              <a:extLst>
                <a:ext uri="{FF2B5EF4-FFF2-40B4-BE49-F238E27FC236}">
                  <a16:creationId xmlns:a16="http://schemas.microsoft.com/office/drawing/2014/main" id="{287BE8AC-4736-FEEC-63CD-4294DAE43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6" y="1311"/>
              <a:ext cx="434" cy="47"/>
            </a:xfrm>
            <a:prstGeom prst="rect">
              <a:avLst/>
            </a:prstGeom>
            <a:solidFill>
              <a:srgbClr val="273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1914C26-5D40-92E1-D22D-F185E1077AE5}"/>
              </a:ext>
            </a:extLst>
          </p:cNvPr>
          <p:cNvGrpSpPr/>
          <p:nvPr/>
        </p:nvGrpSpPr>
        <p:grpSpPr>
          <a:xfrm>
            <a:off x="376838" y="448290"/>
            <a:ext cx="808659" cy="160476"/>
            <a:chOff x="376838" y="502265"/>
            <a:chExt cx="808659" cy="160476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A9FCC846-49EB-22FC-2245-1040A82AD103}"/>
                </a:ext>
              </a:extLst>
            </p:cNvPr>
            <p:cNvSpPr/>
            <p:nvPr/>
          </p:nvSpPr>
          <p:spPr>
            <a:xfrm>
              <a:off x="1023915" y="502265"/>
              <a:ext cx="161582" cy="1604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443999B-52AF-A202-CE14-45A1994C7D88}"/>
                </a:ext>
              </a:extLst>
            </p:cNvPr>
            <p:cNvSpPr/>
            <p:nvPr/>
          </p:nvSpPr>
          <p:spPr>
            <a:xfrm>
              <a:off x="376838" y="502265"/>
              <a:ext cx="161582" cy="1604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9F86E903-1DE1-E9B2-7778-FE8C2775C239}"/>
                </a:ext>
              </a:extLst>
            </p:cNvPr>
            <p:cNvSpPr/>
            <p:nvPr/>
          </p:nvSpPr>
          <p:spPr>
            <a:xfrm>
              <a:off x="440531" y="544313"/>
              <a:ext cx="685685" cy="76379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789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C8EEF9"/>
          </a:fgClr>
          <a:bgClr>
            <a:srgbClr val="8CDCDD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4D3F8-4BBE-EF84-BC79-474091C3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D2C151F-A721-70B7-4F9E-A5A569C82F56}"/>
              </a:ext>
            </a:extLst>
          </p:cNvPr>
          <p:cNvSpPr/>
          <p:nvPr/>
        </p:nvSpPr>
        <p:spPr>
          <a:xfrm>
            <a:off x="-377826" y="190324"/>
            <a:ext cx="1087323" cy="6628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98B80"/>
            </a:solidFill>
          </a:ln>
          <a:effectLst>
            <a:outerShdw dist="50800" dir="3000000" algn="t" rotWithShape="0">
              <a:srgbClr val="FFCCCC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1" i="0" u="none" strike="noStrike" kern="0" cap="none" spc="0" normalizeH="0" baseline="0" noProof="0" dirty="0">
              <a:ln w="12700">
                <a:solidFill>
                  <a:srgbClr val="198B80"/>
                </a:solidFill>
              </a:ln>
              <a:solidFill>
                <a:srgbClr val="8CDCDD"/>
              </a:solidFill>
              <a:effectLst>
                <a:outerShdw dist="63500" dir="2700000" algn="tl" rotWithShape="0">
                  <a:srgbClr val="FFCCCC"/>
                </a:outerShdw>
              </a:effectLst>
              <a:uLnTx/>
              <a:uFillTx/>
              <a:latin typeface="국민연금체 ExtraBold" pitchFamily="2" charset="-127"/>
              <a:ea typeface="국민연금체 ExtraBold" pitchFamily="2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27D24D-A151-416F-0DF0-7AB94F56A02A}"/>
              </a:ext>
            </a:extLst>
          </p:cNvPr>
          <p:cNvSpPr/>
          <p:nvPr/>
        </p:nvSpPr>
        <p:spPr>
          <a:xfrm>
            <a:off x="-327025" y="252769"/>
            <a:ext cx="975357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198B80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FCCCC"/>
                  </a:outerShdw>
                </a:effectLst>
                <a:uLnTx/>
                <a:uFillTx/>
                <a:latin typeface="맑은 고딕" panose="020F0502020204030204"/>
                <a:ea typeface="국민연금체 ExtraBold" pitchFamily="2" charset="-127"/>
                <a:cs typeface="+mn-cs"/>
              </a:rPr>
              <a:t>１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2915BB0-27D4-B06D-41A9-9B029848BE40}"/>
              </a:ext>
            </a:extLst>
          </p:cNvPr>
          <p:cNvSpPr/>
          <p:nvPr/>
        </p:nvSpPr>
        <p:spPr>
          <a:xfrm>
            <a:off x="859517" y="190324"/>
            <a:ext cx="11056258" cy="6628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98B80"/>
            </a:solidFill>
          </a:ln>
          <a:effectLst>
            <a:outerShdw dist="50800" dir="3000000" algn="t" rotWithShape="0">
              <a:srgbClr val="FFCCCC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FCCCC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rPr>
              <a:t>PPT PRESENTATION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20E58F3-2696-7D5E-96CC-B656E0B21C78}"/>
              </a:ext>
            </a:extLst>
          </p:cNvPr>
          <p:cNvSpPr/>
          <p:nvPr/>
        </p:nvSpPr>
        <p:spPr>
          <a:xfrm>
            <a:off x="936624" y="252769"/>
            <a:ext cx="10909007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198B80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86DCC50F-1526-95ED-D27D-91E05A2EDFEA}"/>
              </a:ext>
            </a:extLst>
          </p:cNvPr>
          <p:cNvGrpSpPr/>
          <p:nvPr/>
        </p:nvGrpSpPr>
        <p:grpSpPr>
          <a:xfrm>
            <a:off x="376838" y="448290"/>
            <a:ext cx="808659" cy="160476"/>
            <a:chOff x="376838" y="502265"/>
            <a:chExt cx="808659" cy="160476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3704A28C-5C3C-0989-046D-BA0356D49299}"/>
                </a:ext>
              </a:extLst>
            </p:cNvPr>
            <p:cNvSpPr/>
            <p:nvPr/>
          </p:nvSpPr>
          <p:spPr>
            <a:xfrm>
              <a:off x="1023915" y="502265"/>
              <a:ext cx="161582" cy="1604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76464B61-65C8-691B-208C-C1365E2B4D79}"/>
                </a:ext>
              </a:extLst>
            </p:cNvPr>
            <p:cNvSpPr/>
            <p:nvPr/>
          </p:nvSpPr>
          <p:spPr>
            <a:xfrm>
              <a:off x="376838" y="502265"/>
              <a:ext cx="161582" cy="1604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E35C2B96-4A09-3FB9-B807-62E399939F0B}"/>
                </a:ext>
              </a:extLst>
            </p:cNvPr>
            <p:cNvSpPr/>
            <p:nvPr/>
          </p:nvSpPr>
          <p:spPr>
            <a:xfrm>
              <a:off x="440531" y="544313"/>
              <a:ext cx="685685" cy="76379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3D10752D-B12D-96CD-DE36-C3B165FE55A7}"/>
              </a:ext>
            </a:extLst>
          </p:cNvPr>
          <p:cNvGrpSpPr/>
          <p:nvPr/>
        </p:nvGrpSpPr>
        <p:grpSpPr>
          <a:xfrm>
            <a:off x="4482740" y="1810389"/>
            <a:ext cx="1296000" cy="1296000"/>
            <a:chOff x="10667724" y="2019434"/>
            <a:chExt cx="1296000" cy="129600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53C2948-5B68-69E4-04D4-81B34E3EB97F}"/>
                </a:ext>
              </a:extLst>
            </p:cNvPr>
            <p:cNvGrpSpPr/>
            <p:nvPr/>
          </p:nvGrpSpPr>
          <p:grpSpPr>
            <a:xfrm>
              <a:off x="10667724" y="2019434"/>
              <a:ext cx="1296000" cy="1296000"/>
              <a:chOff x="2547739" y="4231535"/>
              <a:chExt cx="1296000" cy="1296000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17B786B5-BD13-E180-607E-9547395F5D5F}"/>
                  </a:ext>
                </a:extLst>
              </p:cNvPr>
              <p:cNvSpPr/>
              <p:nvPr/>
            </p:nvSpPr>
            <p:spPr>
              <a:xfrm>
                <a:off x="2547739" y="4231535"/>
                <a:ext cx="1296000" cy="129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F1F15D39-C7BC-389F-F544-7EC8B05BD5BD}"/>
                  </a:ext>
                </a:extLst>
              </p:cNvPr>
              <p:cNvSpPr/>
              <p:nvPr/>
            </p:nvSpPr>
            <p:spPr>
              <a:xfrm>
                <a:off x="3565584" y="4308273"/>
                <a:ext cx="216000" cy="216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v</a:t>
                </a:r>
              </a:p>
            </p:txBody>
          </p:sp>
        </p:grp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35D6D7E-7B00-746F-56B3-7A7C52FA0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0809" y="2338407"/>
              <a:ext cx="957399" cy="957399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FACC2F6-8C9F-9CA2-3FE2-4BD1B163C744}"/>
              </a:ext>
            </a:extLst>
          </p:cNvPr>
          <p:cNvGrpSpPr/>
          <p:nvPr/>
        </p:nvGrpSpPr>
        <p:grpSpPr>
          <a:xfrm>
            <a:off x="6003069" y="1813222"/>
            <a:ext cx="1296000" cy="1296000"/>
            <a:chOff x="2547739" y="4231535"/>
            <a:chExt cx="1296000" cy="12960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997F622-384F-7A4E-8531-534329EA0958}"/>
                </a:ext>
              </a:extLst>
            </p:cNvPr>
            <p:cNvSpPr/>
            <p:nvPr/>
          </p:nvSpPr>
          <p:spPr>
            <a:xfrm>
              <a:off x="2547739" y="4231535"/>
              <a:ext cx="1296000" cy="12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3A91D1E6-F1C4-C16C-C2D2-8B32ED5EB162}"/>
                </a:ext>
              </a:extLst>
            </p:cNvPr>
            <p:cNvSpPr/>
            <p:nvPr/>
          </p:nvSpPr>
          <p:spPr>
            <a:xfrm>
              <a:off x="3565584" y="4308273"/>
              <a:ext cx="216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F8DC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8" name="Group 58">
            <a:extLst>
              <a:ext uri="{FF2B5EF4-FFF2-40B4-BE49-F238E27FC236}">
                <a16:creationId xmlns:a16="http://schemas.microsoft.com/office/drawing/2014/main" id="{F9168C78-B518-7379-391A-1C9CA26999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25292" y="2118625"/>
            <a:ext cx="762444" cy="978872"/>
            <a:chOff x="648" y="958"/>
            <a:chExt cx="1078" cy="1384"/>
          </a:xfrm>
        </p:grpSpPr>
        <p:sp>
          <p:nvSpPr>
            <p:cNvPr id="89" name="Freeform 60">
              <a:extLst>
                <a:ext uri="{FF2B5EF4-FFF2-40B4-BE49-F238E27FC236}">
                  <a16:creationId xmlns:a16="http://schemas.microsoft.com/office/drawing/2014/main" id="{183674B0-2E7E-F31E-1AFF-5EAA0468F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" y="1821"/>
              <a:ext cx="383" cy="430"/>
            </a:xfrm>
            <a:custGeom>
              <a:avLst/>
              <a:gdLst>
                <a:gd name="T0" fmla="*/ 1149 w 1149"/>
                <a:gd name="T1" fmla="*/ 1275 h 1291"/>
                <a:gd name="T2" fmla="*/ 1137 w 1149"/>
                <a:gd name="T3" fmla="*/ 1277 h 1291"/>
                <a:gd name="T4" fmla="*/ 1101 w 1149"/>
                <a:gd name="T5" fmla="*/ 1279 h 1291"/>
                <a:gd name="T6" fmla="*/ 1047 w 1149"/>
                <a:gd name="T7" fmla="*/ 1282 h 1291"/>
                <a:gd name="T8" fmla="*/ 977 w 1149"/>
                <a:gd name="T9" fmla="*/ 1286 h 1291"/>
                <a:gd name="T10" fmla="*/ 898 w 1149"/>
                <a:gd name="T11" fmla="*/ 1288 h 1291"/>
                <a:gd name="T12" fmla="*/ 810 w 1149"/>
                <a:gd name="T13" fmla="*/ 1289 h 1291"/>
                <a:gd name="T14" fmla="*/ 719 w 1149"/>
                <a:gd name="T15" fmla="*/ 1291 h 1291"/>
                <a:gd name="T16" fmla="*/ 629 w 1149"/>
                <a:gd name="T17" fmla="*/ 1288 h 1291"/>
                <a:gd name="T18" fmla="*/ 543 w 1149"/>
                <a:gd name="T19" fmla="*/ 1283 h 1291"/>
                <a:gd name="T20" fmla="*/ 466 w 1149"/>
                <a:gd name="T21" fmla="*/ 1274 h 1291"/>
                <a:gd name="T22" fmla="*/ 401 w 1149"/>
                <a:gd name="T23" fmla="*/ 1262 h 1291"/>
                <a:gd name="T24" fmla="*/ 352 w 1149"/>
                <a:gd name="T25" fmla="*/ 1244 h 1291"/>
                <a:gd name="T26" fmla="*/ 324 w 1149"/>
                <a:gd name="T27" fmla="*/ 1221 h 1291"/>
                <a:gd name="T28" fmla="*/ 319 w 1149"/>
                <a:gd name="T29" fmla="*/ 1192 h 1291"/>
                <a:gd name="T30" fmla="*/ 343 w 1149"/>
                <a:gd name="T31" fmla="*/ 1156 h 1291"/>
                <a:gd name="T32" fmla="*/ 410 w 1149"/>
                <a:gd name="T33" fmla="*/ 1070 h 1291"/>
                <a:gd name="T34" fmla="*/ 453 w 1149"/>
                <a:gd name="T35" fmla="*/ 981 h 1291"/>
                <a:gd name="T36" fmla="*/ 476 w 1149"/>
                <a:gd name="T37" fmla="*/ 895 h 1291"/>
                <a:gd name="T38" fmla="*/ 485 w 1149"/>
                <a:gd name="T39" fmla="*/ 816 h 1291"/>
                <a:gd name="T40" fmla="*/ 485 w 1149"/>
                <a:gd name="T41" fmla="*/ 754 h 1291"/>
                <a:gd name="T42" fmla="*/ 480 w 1149"/>
                <a:gd name="T43" fmla="*/ 712 h 1291"/>
                <a:gd name="T44" fmla="*/ 477 w 1149"/>
                <a:gd name="T45" fmla="*/ 697 h 1291"/>
                <a:gd name="T46" fmla="*/ 439 w 1149"/>
                <a:gd name="T47" fmla="*/ 782 h 1291"/>
                <a:gd name="T48" fmla="*/ 393 w 1149"/>
                <a:gd name="T49" fmla="*/ 852 h 1291"/>
                <a:gd name="T50" fmla="*/ 338 w 1149"/>
                <a:gd name="T51" fmla="*/ 907 h 1291"/>
                <a:gd name="T52" fmla="*/ 283 w 1149"/>
                <a:gd name="T53" fmla="*/ 948 h 1291"/>
                <a:gd name="T54" fmla="*/ 231 w 1149"/>
                <a:gd name="T55" fmla="*/ 974 h 1291"/>
                <a:gd name="T56" fmla="*/ 184 w 1149"/>
                <a:gd name="T57" fmla="*/ 986 h 1291"/>
                <a:gd name="T58" fmla="*/ 148 w 1149"/>
                <a:gd name="T59" fmla="*/ 986 h 1291"/>
                <a:gd name="T60" fmla="*/ 128 w 1149"/>
                <a:gd name="T61" fmla="*/ 970 h 1291"/>
                <a:gd name="T62" fmla="*/ 128 w 1149"/>
                <a:gd name="T63" fmla="*/ 944 h 1291"/>
                <a:gd name="T64" fmla="*/ 150 w 1149"/>
                <a:gd name="T65" fmla="*/ 905 h 1291"/>
                <a:gd name="T66" fmla="*/ 193 w 1149"/>
                <a:gd name="T67" fmla="*/ 834 h 1291"/>
                <a:gd name="T68" fmla="*/ 215 w 1149"/>
                <a:gd name="T69" fmla="*/ 762 h 1291"/>
                <a:gd name="T70" fmla="*/ 224 w 1149"/>
                <a:gd name="T71" fmla="*/ 693 h 1291"/>
                <a:gd name="T72" fmla="*/ 222 w 1149"/>
                <a:gd name="T73" fmla="*/ 635 h 1291"/>
                <a:gd name="T74" fmla="*/ 215 w 1149"/>
                <a:gd name="T75" fmla="*/ 592 h 1291"/>
                <a:gd name="T76" fmla="*/ 210 w 1149"/>
                <a:gd name="T77" fmla="*/ 568 h 1291"/>
                <a:gd name="T78" fmla="*/ 198 w 1149"/>
                <a:gd name="T79" fmla="*/ 574 h 1291"/>
                <a:gd name="T80" fmla="*/ 170 w 1149"/>
                <a:gd name="T81" fmla="*/ 596 h 1291"/>
                <a:gd name="T82" fmla="*/ 136 w 1149"/>
                <a:gd name="T83" fmla="*/ 617 h 1291"/>
                <a:gd name="T84" fmla="*/ 99 w 1149"/>
                <a:gd name="T85" fmla="*/ 635 h 1291"/>
                <a:gd name="T86" fmla="*/ 64 w 1149"/>
                <a:gd name="T87" fmla="*/ 647 h 1291"/>
                <a:gd name="T88" fmla="*/ 33 w 1149"/>
                <a:gd name="T89" fmla="*/ 652 h 1291"/>
                <a:gd name="T90" fmla="*/ 12 w 1149"/>
                <a:gd name="T91" fmla="*/ 644 h 1291"/>
                <a:gd name="T92" fmla="*/ 0 w 1149"/>
                <a:gd name="T93" fmla="*/ 625 h 1291"/>
                <a:gd name="T94" fmla="*/ 4 w 1149"/>
                <a:gd name="T95" fmla="*/ 588 h 1291"/>
                <a:gd name="T96" fmla="*/ 33 w 1149"/>
                <a:gd name="T97" fmla="*/ 509 h 1291"/>
                <a:gd name="T98" fmla="*/ 56 w 1149"/>
                <a:gd name="T99" fmla="*/ 401 h 1291"/>
                <a:gd name="T100" fmla="*/ 61 w 1149"/>
                <a:gd name="T101" fmla="*/ 305 h 1291"/>
                <a:gd name="T102" fmla="*/ 53 w 1149"/>
                <a:gd name="T103" fmla="*/ 221 h 1291"/>
                <a:gd name="T104" fmla="*/ 40 w 1149"/>
                <a:gd name="T105" fmla="*/ 154 h 1291"/>
                <a:gd name="T106" fmla="*/ 24 w 1149"/>
                <a:gd name="T107" fmla="*/ 106 h 1291"/>
                <a:gd name="T108" fmla="*/ 14 w 1149"/>
                <a:gd name="T109" fmla="*/ 81 h 1291"/>
                <a:gd name="T110" fmla="*/ 1149 w 1149"/>
                <a:gd name="T111" fmla="*/ 0 h 1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49" h="1291">
                  <a:moveTo>
                    <a:pt x="1149" y="0"/>
                  </a:moveTo>
                  <a:lnTo>
                    <a:pt x="1149" y="1275"/>
                  </a:lnTo>
                  <a:lnTo>
                    <a:pt x="1146" y="1275"/>
                  </a:lnTo>
                  <a:lnTo>
                    <a:pt x="1137" y="1277"/>
                  </a:lnTo>
                  <a:lnTo>
                    <a:pt x="1122" y="1278"/>
                  </a:lnTo>
                  <a:lnTo>
                    <a:pt x="1101" y="1279"/>
                  </a:lnTo>
                  <a:lnTo>
                    <a:pt x="1076" y="1280"/>
                  </a:lnTo>
                  <a:lnTo>
                    <a:pt x="1047" y="1282"/>
                  </a:lnTo>
                  <a:lnTo>
                    <a:pt x="1014" y="1283"/>
                  </a:lnTo>
                  <a:lnTo>
                    <a:pt x="977" y="1286"/>
                  </a:lnTo>
                  <a:lnTo>
                    <a:pt x="939" y="1287"/>
                  </a:lnTo>
                  <a:lnTo>
                    <a:pt x="898" y="1288"/>
                  </a:lnTo>
                  <a:lnTo>
                    <a:pt x="855" y="1289"/>
                  </a:lnTo>
                  <a:lnTo>
                    <a:pt x="810" y="1289"/>
                  </a:lnTo>
                  <a:lnTo>
                    <a:pt x="765" y="1291"/>
                  </a:lnTo>
                  <a:lnTo>
                    <a:pt x="719" y="1291"/>
                  </a:lnTo>
                  <a:lnTo>
                    <a:pt x="674" y="1289"/>
                  </a:lnTo>
                  <a:lnTo>
                    <a:pt x="629" y="1288"/>
                  </a:lnTo>
                  <a:lnTo>
                    <a:pt x="585" y="1286"/>
                  </a:lnTo>
                  <a:lnTo>
                    <a:pt x="543" y="1283"/>
                  </a:lnTo>
                  <a:lnTo>
                    <a:pt x="504" y="1279"/>
                  </a:lnTo>
                  <a:lnTo>
                    <a:pt x="466" y="1274"/>
                  </a:lnTo>
                  <a:lnTo>
                    <a:pt x="432" y="1269"/>
                  </a:lnTo>
                  <a:lnTo>
                    <a:pt x="401" y="1262"/>
                  </a:lnTo>
                  <a:lnTo>
                    <a:pt x="375" y="1254"/>
                  </a:lnTo>
                  <a:lnTo>
                    <a:pt x="352" y="1244"/>
                  </a:lnTo>
                  <a:lnTo>
                    <a:pt x="336" y="1234"/>
                  </a:lnTo>
                  <a:lnTo>
                    <a:pt x="324" y="1221"/>
                  </a:lnTo>
                  <a:lnTo>
                    <a:pt x="318" y="1208"/>
                  </a:lnTo>
                  <a:lnTo>
                    <a:pt x="319" y="1192"/>
                  </a:lnTo>
                  <a:lnTo>
                    <a:pt x="327" y="1175"/>
                  </a:lnTo>
                  <a:lnTo>
                    <a:pt x="343" y="1156"/>
                  </a:lnTo>
                  <a:lnTo>
                    <a:pt x="380" y="1115"/>
                  </a:lnTo>
                  <a:lnTo>
                    <a:pt x="410" y="1070"/>
                  </a:lnTo>
                  <a:lnTo>
                    <a:pt x="434" y="1025"/>
                  </a:lnTo>
                  <a:lnTo>
                    <a:pt x="453" y="981"/>
                  </a:lnTo>
                  <a:lnTo>
                    <a:pt x="467" y="936"/>
                  </a:lnTo>
                  <a:lnTo>
                    <a:pt x="476" y="895"/>
                  </a:lnTo>
                  <a:lnTo>
                    <a:pt x="482" y="854"/>
                  </a:lnTo>
                  <a:lnTo>
                    <a:pt x="485" y="816"/>
                  </a:lnTo>
                  <a:lnTo>
                    <a:pt x="485" y="783"/>
                  </a:lnTo>
                  <a:lnTo>
                    <a:pt x="485" y="754"/>
                  </a:lnTo>
                  <a:lnTo>
                    <a:pt x="482" y="730"/>
                  </a:lnTo>
                  <a:lnTo>
                    <a:pt x="480" y="712"/>
                  </a:lnTo>
                  <a:lnTo>
                    <a:pt x="479" y="701"/>
                  </a:lnTo>
                  <a:lnTo>
                    <a:pt x="477" y="697"/>
                  </a:lnTo>
                  <a:lnTo>
                    <a:pt x="460" y="741"/>
                  </a:lnTo>
                  <a:lnTo>
                    <a:pt x="439" y="782"/>
                  </a:lnTo>
                  <a:lnTo>
                    <a:pt x="417" y="819"/>
                  </a:lnTo>
                  <a:lnTo>
                    <a:pt x="393" y="852"/>
                  </a:lnTo>
                  <a:lnTo>
                    <a:pt x="366" y="882"/>
                  </a:lnTo>
                  <a:lnTo>
                    <a:pt x="338" y="907"/>
                  </a:lnTo>
                  <a:lnTo>
                    <a:pt x="310" y="929"/>
                  </a:lnTo>
                  <a:lnTo>
                    <a:pt x="283" y="948"/>
                  </a:lnTo>
                  <a:lnTo>
                    <a:pt x="256" y="963"/>
                  </a:lnTo>
                  <a:lnTo>
                    <a:pt x="231" y="974"/>
                  </a:lnTo>
                  <a:lnTo>
                    <a:pt x="207" y="982"/>
                  </a:lnTo>
                  <a:lnTo>
                    <a:pt x="184" y="986"/>
                  </a:lnTo>
                  <a:lnTo>
                    <a:pt x="165" y="987"/>
                  </a:lnTo>
                  <a:lnTo>
                    <a:pt x="148" y="986"/>
                  </a:lnTo>
                  <a:lnTo>
                    <a:pt x="137" y="979"/>
                  </a:lnTo>
                  <a:lnTo>
                    <a:pt x="128" y="970"/>
                  </a:lnTo>
                  <a:lnTo>
                    <a:pt x="126" y="959"/>
                  </a:lnTo>
                  <a:lnTo>
                    <a:pt x="128" y="944"/>
                  </a:lnTo>
                  <a:lnTo>
                    <a:pt x="136" y="926"/>
                  </a:lnTo>
                  <a:lnTo>
                    <a:pt x="150" y="905"/>
                  </a:lnTo>
                  <a:lnTo>
                    <a:pt x="175" y="869"/>
                  </a:lnTo>
                  <a:lnTo>
                    <a:pt x="193" y="834"/>
                  </a:lnTo>
                  <a:lnTo>
                    <a:pt x="207" y="797"/>
                  </a:lnTo>
                  <a:lnTo>
                    <a:pt x="215" y="762"/>
                  </a:lnTo>
                  <a:lnTo>
                    <a:pt x="222" y="726"/>
                  </a:lnTo>
                  <a:lnTo>
                    <a:pt x="224" y="693"/>
                  </a:lnTo>
                  <a:lnTo>
                    <a:pt x="224" y="663"/>
                  </a:lnTo>
                  <a:lnTo>
                    <a:pt x="222" y="635"/>
                  </a:lnTo>
                  <a:lnTo>
                    <a:pt x="219" y="612"/>
                  </a:lnTo>
                  <a:lnTo>
                    <a:pt x="215" y="592"/>
                  </a:lnTo>
                  <a:lnTo>
                    <a:pt x="213" y="577"/>
                  </a:lnTo>
                  <a:lnTo>
                    <a:pt x="210" y="568"/>
                  </a:lnTo>
                  <a:lnTo>
                    <a:pt x="209" y="564"/>
                  </a:lnTo>
                  <a:lnTo>
                    <a:pt x="198" y="574"/>
                  </a:lnTo>
                  <a:lnTo>
                    <a:pt x="185" y="586"/>
                  </a:lnTo>
                  <a:lnTo>
                    <a:pt x="170" y="596"/>
                  </a:lnTo>
                  <a:lnTo>
                    <a:pt x="153" y="607"/>
                  </a:lnTo>
                  <a:lnTo>
                    <a:pt x="136" y="617"/>
                  </a:lnTo>
                  <a:lnTo>
                    <a:pt x="118" y="626"/>
                  </a:lnTo>
                  <a:lnTo>
                    <a:pt x="99" y="635"/>
                  </a:lnTo>
                  <a:lnTo>
                    <a:pt x="81" y="641"/>
                  </a:lnTo>
                  <a:lnTo>
                    <a:pt x="64" y="647"/>
                  </a:lnTo>
                  <a:lnTo>
                    <a:pt x="48" y="650"/>
                  </a:lnTo>
                  <a:lnTo>
                    <a:pt x="33" y="652"/>
                  </a:lnTo>
                  <a:lnTo>
                    <a:pt x="22" y="649"/>
                  </a:lnTo>
                  <a:lnTo>
                    <a:pt x="12" y="644"/>
                  </a:lnTo>
                  <a:lnTo>
                    <a:pt x="4" y="636"/>
                  </a:lnTo>
                  <a:lnTo>
                    <a:pt x="0" y="625"/>
                  </a:lnTo>
                  <a:lnTo>
                    <a:pt x="0" y="609"/>
                  </a:lnTo>
                  <a:lnTo>
                    <a:pt x="4" y="588"/>
                  </a:lnTo>
                  <a:lnTo>
                    <a:pt x="13" y="564"/>
                  </a:lnTo>
                  <a:lnTo>
                    <a:pt x="33" y="509"/>
                  </a:lnTo>
                  <a:lnTo>
                    <a:pt x="47" y="453"/>
                  </a:lnTo>
                  <a:lnTo>
                    <a:pt x="56" y="401"/>
                  </a:lnTo>
                  <a:lnTo>
                    <a:pt x="60" y="352"/>
                  </a:lnTo>
                  <a:lnTo>
                    <a:pt x="61" y="305"/>
                  </a:lnTo>
                  <a:lnTo>
                    <a:pt x="59" y="261"/>
                  </a:lnTo>
                  <a:lnTo>
                    <a:pt x="53" y="221"/>
                  </a:lnTo>
                  <a:lnTo>
                    <a:pt x="47" y="185"/>
                  </a:lnTo>
                  <a:lnTo>
                    <a:pt x="40" y="154"/>
                  </a:lnTo>
                  <a:lnTo>
                    <a:pt x="32" y="128"/>
                  </a:lnTo>
                  <a:lnTo>
                    <a:pt x="24" y="106"/>
                  </a:lnTo>
                  <a:lnTo>
                    <a:pt x="18" y="91"/>
                  </a:lnTo>
                  <a:lnTo>
                    <a:pt x="14" y="81"/>
                  </a:lnTo>
                  <a:lnTo>
                    <a:pt x="13" y="78"/>
                  </a:lnTo>
                  <a:lnTo>
                    <a:pt x="1149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" name="Freeform 61">
              <a:extLst>
                <a:ext uri="{FF2B5EF4-FFF2-40B4-BE49-F238E27FC236}">
                  <a16:creationId xmlns:a16="http://schemas.microsoft.com/office/drawing/2014/main" id="{88849C20-7BF5-3CC2-AA96-775F84131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1821"/>
              <a:ext cx="383" cy="430"/>
            </a:xfrm>
            <a:custGeom>
              <a:avLst/>
              <a:gdLst>
                <a:gd name="T0" fmla="*/ 1137 w 1150"/>
                <a:gd name="T1" fmla="*/ 78 h 1291"/>
                <a:gd name="T2" fmla="*/ 1132 w 1150"/>
                <a:gd name="T3" fmla="*/ 91 h 1291"/>
                <a:gd name="T4" fmla="*/ 1118 w 1150"/>
                <a:gd name="T5" fmla="*/ 128 h 1291"/>
                <a:gd name="T6" fmla="*/ 1103 w 1150"/>
                <a:gd name="T7" fmla="*/ 185 h 1291"/>
                <a:gd name="T8" fmla="*/ 1091 w 1150"/>
                <a:gd name="T9" fmla="*/ 261 h 1291"/>
                <a:gd name="T10" fmla="*/ 1090 w 1150"/>
                <a:gd name="T11" fmla="*/ 352 h 1291"/>
                <a:gd name="T12" fmla="*/ 1103 w 1150"/>
                <a:gd name="T13" fmla="*/ 453 h 1291"/>
                <a:gd name="T14" fmla="*/ 1137 w 1150"/>
                <a:gd name="T15" fmla="*/ 564 h 1291"/>
                <a:gd name="T16" fmla="*/ 1150 w 1150"/>
                <a:gd name="T17" fmla="*/ 609 h 1291"/>
                <a:gd name="T18" fmla="*/ 1146 w 1150"/>
                <a:gd name="T19" fmla="*/ 636 h 1291"/>
                <a:gd name="T20" fmla="*/ 1128 w 1150"/>
                <a:gd name="T21" fmla="*/ 649 h 1291"/>
                <a:gd name="T22" fmla="*/ 1101 w 1150"/>
                <a:gd name="T23" fmla="*/ 650 h 1291"/>
                <a:gd name="T24" fmla="*/ 1069 w 1150"/>
                <a:gd name="T25" fmla="*/ 641 h 1291"/>
                <a:gd name="T26" fmla="*/ 1032 w 1150"/>
                <a:gd name="T27" fmla="*/ 626 h 1291"/>
                <a:gd name="T28" fmla="*/ 996 w 1150"/>
                <a:gd name="T29" fmla="*/ 607 h 1291"/>
                <a:gd name="T30" fmla="*/ 965 w 1150"/>
                <a:gd name="T31" fmla="*/ 586 h 1291"/>
                <a:gd name="T32" fmla="*/ 941 w 1150"/>
                <a:gd name="T33" fmla="*/ 564 h 1291"/>
                <a:gd name="T34" fmla="*/ 937 w 1150"/>
                <a:gd name="T35" fmla="*/ 577 h 1291"/>
                <a:gd name="T36" fmla="*/ 931 w 1150"/>
                <a:gd name="T37" fmla="*/ 612 h 1291"/>
                <a:gd name="T38" fmla="*/ 926 w 1150"/>
                <a:gd name="T39" fmla="*/ 663 h 1291"/>
                <a:gd name="T40" fmla="*/ 928 w 1150"/>
                <a:gd name="T41" fmla="*/ 726 h 1291"/>
                <a:gd name="T42" fmla="*/ 943 w 1150"/>
                <a:gd name="T43" fmla="*/ 797 h 1291"/>
                <a:gd name="T44" fmla="*/ 975 w 1150"/>
                <a:gd name="T45" fmla="*/ 869 h 1291"/>
                <a:gd name="T46" fmla="*/ 1014 w 1150"/>
                <a:gd name="T47" fmla="*/ 926 h 1291"/>
                <a:gd name="T48" fmla="*/ 1024 w 1150"/>
                <a:gd name="T49" fmla="*/ 959 h 1291"/>
                <a:gd name="T50" fmla="*/ 1013 w 1150"/>
                <a:gd name="T51" fmla="*/ 979 h 1291"/>
                <a:gd name="T52" fmla="*/ 985 w 1150"/>
                <a:gd name="T53" fmla="*/ 987 h 1291"/>
                <a:gd name="T54" fmla="*/ 943 w 1150"/>
                <a:gd name="T55" fmla="*/ 982 h 1291"/>
                <a:gd name="T56" fmla="*/ 894 w 1150"/>
                <a:gd name="T57" fmla="*/ 963 h 1291"/>
                <a:gd name="T58" fmla="*/ 840 w 1150"/>
                <a:gd name="T59" fmla="*/ 929 h 1291"/>
                <a:gd name="T60" fmla="*/ 784 w 1150"/>
                <a:gd name="T61" fmla="*/ 882 h 1291"/>
                <a:gd name="T62" fmla="*/ 733 w 1150"/>
                <a:gd name="T63" fmla="*/ 819 h 1291"/>
                <a:gd name="T64" fmla="*/ 690 w 1150"/>
                <a:gd name="T65" fmla="*/ 741 h 1291"/>
                <a:gd name="T66" fmla="*/ 671 w 1150"/>
                <a:gd name="T67" fmla="*/ 701 h 1291"/>
                <a:gd name="T68" fmla="*/ 667 w 1150"/>
                <a:gd name="T69" fmla="*/ 730 h 1291"/>
                <a:gd name="T70" fmla="*/ 665 w 1150"/>
                <a:gd name="T71" fmla="*/ 783 h 1291"/>
                <a:gd name="T72" fmla="*/ 667 w 1150"/>
                <a:gd name="T73" fmla="*/ 854 h 1291"/>
                <a:gd name="T74" fmla="*/ 683 w 1150"/>
                <a:gd name="T75" fmla="*/ 936 h 1291"/>
                <a:gd name="T76" fmla="*/ 715 w 1150"/>
                <a:gd name="T77" fmla="*/ 1025 h 1291"/>
                <a:gd name="T78" fmla="*/ 770 w 1150"/>
                <a:gd name="T79" fmla="*/ 1115 h 1291"/>
                <a:gd name="T80" fmla="*/ 823 w 1150"/>
                <a:gd name="T81" fmla="*/ 1175 h 1291"/>
                <a:gd name="T82" fmla="*/ 832 w 1150"/>
                <a:gd name="T83" fmla="*/ 1208 h 1291"/>
                <a:gd name="T84" fmla="*/ 814 w 1150"/>
                <a:gd name="T85" fmla="*/ 1234 h 1291"/>
                <a:gd name="T86" fmla="*/ 775 w 1150"/>
                <a:gd name="T87" fmla="*/ 1254 h 1291"/>
                <a:gd name="T88" fmla="*/ 718 w 1150"/>
                <a:gd name="T89" fmla="*/ 1269 h 1291"/>
                <a:gd name="T90" fmla="*/ 646 w 1150"/>
                <a:gd name="T91" fmla="*/ 1279 h 1291"/>
                <a:gd name="T92" fmla="*/ 565 w 1150"/>
                <a:gd name="T93" fmla="*/ 1286 h 1291"/>
                <a:gd name="T94" fmla="*/ 476 w 1150"/>
                <a:gd name="T95" fmla="*/ 1289 h 1291"/>
                <a:gd name="T96" fmla="*/ 385 w 1150"/>
                <a:gd name="T97" fmla="*/ 1291 h 1291"/>
                <a:gd name="T98" fmla="*/ 295 w 1150"/>
                <a:gd name="T99" fmla="*/ 1289 h 1291"/>
                <a:gd name="T100" fmla="*/ 210 w 1150"/>
                <a:gd name="T101" fmla="*/ 1287 h 1291"/>
                <a:gd name="T102" fmla="*/ 136 w 1150"/>
                <a:gd name="T103" fmla="*/ 1283 h 1291"/>
                <a:gd name="T104" fmla="*/ 74 w 1150"/>
                <a:gd name="T105" fmla="*/ 1280 h 1291"/>
                <a:gd name="T106" fmla="*/ 28 w 1150"/>
                <a:gd name="T107" fmla="*/ 1278 h 1291"/>
                <a:gd name="T108" fmla="*/ 4 w 1150"/>
                <a:gd name="T109" fmla="*/ 1275 h 1291"/>
                <a:gd name="T110" fmla="*/ 0 w 1150"/>
                <a:gd name="T111" fmla="*/ 0 h 1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50" h="1291">
                  <a:moveTo>
                    <a:pt x="0" y="0"/>
                  </a:moveTo>
                  <a:lnTo>
                    <a:pt x="1137" y="78"/>
                  </a:lnTo>
                  <a:lnTo>
                    <a:pt x="1136" y="81"/>
                  </a:lnTo>
                  <a:lnTo>
                    <a:pt x="1132" y="91"/>
                  </a:lnTo>
                  <a:lnTo>
                    <a:pt x="1126" y="106"/>
                  </a:lnTo>
                  <a:lnTo>
                    <a:pt x="1118" y="128"/>
                  </a:lnTo>
                  <a:lnTo>
                    <a:pt x="1110" y="154"/>
                  </a:lnTo>
                  <a:lnTo>
                    <a:pt x="1103" y="185"/>
                  </a:lnTo>
                  <a:lnTo>
                    <a:pt x="1096" y="221"/>
                  </a:lnTo>
                  <a:lnTo>
                    <a:pt x="1091" y="261"/>
                  </a:lnTo>
                  <a:lnTo>
                    <a:pt x="1089" y="305"/>
                  </a:lnTo>
                  <a:lnTo>
                    <a:pt x="1090" y="352"/>
                  </a:lnTo>
                  <a:lnTo>
                    <a:pt x="1094" y="401"/>
                  </a:lnTo>
                  <a:lnTo>
                    <a:pt x="1103" y="453"/>
                  </a:lnTo>
                  <a:lnTo>
                    <a:pt x="1117" y="509"/>
                  </a:lnTo>
                  <a:lnTo>
                    <a:pt x="1137" y="564"/>
                  </a:lnTo>
                  <a:lnTo>
                    <a:pt x="1146" y="588"/>
                  </a:lnTo>
                  <a:lnTo>
                    <a:pt x="1150" y="609"/>
                  </a:lnTo>
                  <a:lnTo>
                    <a:pt x="1150" y="625"/>
                  </a:lnTo>
                  <a:lnTo>
                    <a:pt x="1146" y="636"/>
                  </a:lnTo>
                  <a:lnTo>
                    <a:pt x="1138" y="644"/>
                  </a:lnTo>
                  <a:lnTo>
                    <a:pt x="1128" y="649"/>
                  </a:lnTo>
                  <a:lnTo>
                    <a:pt x="1117" y="652"/>
                  </a:lnTo>
                  <a:lnTo>
                    <a:pt x="1101" y="650"/>
                  </a:lnTo>
                  <a:lnTo>
                    <a:pt x="1085" y="647"/>
                  </a:lnTo>
                  <a:lnTo>
                    <a:pt x="1069" y="641"/>
                  </a:lnTo>
                  <a:lnTo>
                    <a:pt x="1051" y="635"/>
                  </a:lnTo>
                  <a:lnTo>
                    <a:pt x="1032" y="626"/>
                  </a:lnTo>
                  <a:lnTo>
                    <a:pt x="1014" y="617"/>
                  </a:lnTo>
                  <a:lnTo>
                    <a:pt x="996" y="607"/>
                  </a:lnTo>
                  <a:lnTo>
                    <a:pt x="980" y="596"/>
                  </a:lnTo>
                  <a:lnTo>
                    <a:pt x="965" y="586"/>
                  </a:lnTo>
                  <a:lnTo>
                    <a:pt x="952" y="574"/>
                  </a:lnTo>
                  <a:lnTo>
                    <a:pt x="941" y="564"/>
                  </a:lnTo>
                  <a:lnTo>
                    <a:pt x="939" y="568"/>
                  </a:lnTo>
                  <a:lnTo>
                    <a:pt x="937" y="577"/>
                  </a:lnTo>
                  <a:lnTo>
                    <a:pt x="934" y="592"/>
                  </a:lnTo>
                  <a:lnTo>
                    <a:pt x="931" y="612"/>
                  </a:lnTo>
                  <a:lnTo>
                    <a:pt x="928" y="635"/>
                  </a:lnTo>
                  <a:lnTo>
                    <a:pt x="926" y="663"/>
                  </a:lnTo>
                  <a:lnTo>
                    <a:pt x="926" y="693"/>
                  </a:lnTo>
                  <a:lnTo>
                    <a:pt x="928" y="726"/>
                  </a:lnTo>
                  <a:lnTo>
                    <a:pt x="934" y="762"/>
                  </a:lnTo>
                  <a:lnTo>
                    <a:pt x="943" y="797"/>
                  </a:lnTo>
                  <a:lnTo>
                    <a:pt x="957" y="834"/>
                  </a:lnTo>
                  <a:lnTo>
                    <a:pt x="975" y="869"/>
                  </a:lnTo>
                  <a:lnTo>
                    <a:pt x="1000" y="905"/>
                  </a:lnTo>
                  <a:lnTo>
                    <a:pt x="1014" y="926"/>
                  </a:lnTo>
                  <a:lnTo>
                    <a:pt x="1022" y="944"/>
                  </a:lnTo>
                  <a:lnTo>
                    <a:pt x="1024" y="959"/>
                  </a:lnTo>
                  <a:lnTo>
                    <a:pt x="1022" y="970"/>
                  </a:lnTo>
                  <a:lnTo>
                    <a:pt x="1013" y="979"/>
                  </a:lnTo>
                  <a:lnTo>
                    <a:pt x="1002" y="986"/>
                  </a:lnTo>
                  <a:lnTo>
                    <a:pt x="985" y="987"/>
                  </a:lnTo>
                  <a:lnTo>
                    <a:pt x="966" y="986"/>
                  </a:lnTo>
                  <a:lnTo>
                    <a:pt x="943" y="982"/>
                  </a:lnTo>
                  <a:lnTo>
                    <a:pt x="919" y="974"/>
                  </a:lnTo>
                  <a:lnTo>
                    <a:pt x="894" y="963"/>
                  </a:lnTo>
                  <a:lnTo>
                    <a:pt x="867" y="948"/>
                  </a:lnTo>
                  <a:lnTo>
                    <a:pt x="840" y="929"/>
                  </a:lnTo>
                  <a:lnTo>
                    <a:pt x="812" y="907"/>
                  </a:lnTo>
                  <a:lnTo>
                    <a:pt x="784" y="882"/>
                  </a:lnTo>
                  <a:lnTo>
                    <a:pt x="757" y="852"/>
                  </a:lnTo>
                  <a:lnTo>
                    <a:pt x="733" y="819"/>
                  </a:lnTo>
                  <a:lnTo>
                    <a:pt x="710" y="782"/>
                  </a:lnTo>
                  <a:lnTo>
                    <a:pt x="690" y="741"/>
                  </a:lnTo>
                  <a:lnTo>
                    <a:pt x="672" y="697"/>
                  </a:lnTo>
                  <a:lnTo>
                    <a:pt x="671" y="701"/>
                  </a:lnTo>
                  <a:lnTo>
                    <a:pt x="670" y="712"/>
                  </a:lnTo>
                  <a:lnTo>
                    <a:pt x="667" y="730"/>
                  </a:lnTo>
                  <a:lnTo>
                    <a:pt x="665" y="754"/>
                  </a:lnTo>
                  <a:lnTo>
                    <a:pt x="665" y="783"/>
                  </a:lnTo>
                  <a:lnTo>
                    <a:pt x="665" y="816"/>
                  </a:lnTo>
                  <a:lnTo>
                    <a:pt x="667" y="854"/>
                  </a:lnTo>
                  <a:lnTo>
                    <a:pt x="674" y="895"/>
                  </a:lnTo>
                  <a:lnTo>
                    <a:pt x="683" y="936"/>
                  </a:lnTo>
                  <a:lnTo>
                    <a:pt x="696" y="981"/>
                  </a:lnTo>
                  <a:lnTo>
                    <a:pt x="715" y="1025"/>
                  </a:lnTo>
                  <a:lnTo>
                    <a:pt x="740" y="1070"/>
                  </a:lnTo>
                  <a:lnTo>
                    <a:pt x="770" y="1115"/>
                  </a:lnTo>
                  <a:lnTo>
                    <a:pt x="807" y="1156"/>
                  </a:lnTo>
                  <a:lnTo>
                    <a:pt x="823" y="1175"/>
                  </a:lnTo>
                  <a:lnTo>
                    <a:pt x="831" y="1192"/>
                  </a:lnTo>
                  <a:lnTo>
                    <a:pt x="832" y="1208"/>
                  </a:lnTo>
                  <a:lnTo>
                    <a:pt x="826" y="1221"/>
                  </a:lnTo>
                  <a:lnTo>
                    <a:pt x="814" y="1234"/>
                  </a:lnTo>
                  <a:lnTo>
                    <a:pt x="798" y="1244"/>
                  </a:lnTo>
                  <a:lnTo>
                    <a:pt x="775" y="1254"/>
                  </a:lnTo>
                  <a:lnTo>
                    <a:pt x="748" y="1262"/>
                  </a:lnTo>
                  <a:lnTo>
                    <a:pt x="718" y="1269"/>
                  </a:lnTo>
                  <a:lnTo>
                    <a:pt x="684" y="1274"/>
                  </a:lnTo>
                  <a:lnTo>
                    <a:pt x="646" y="1279"/>
                  </a:lnTo>
                  <a:lnTo>
                    <a:pt x="607" y="1283"/>
                  </a:lnTo>
                  <a:lnTo>
                    <a:pt x="565" y="1286"/>
                  </a:lnTo>
                  <a:lnTo>
                    <a:pt x="521" y="1288"/>
                  </a:lnTo>
                  <a:lnTo>
                    <a:pt x="476" y="1289"/>
                  </a:lnTo>
                  <a:lnTo>
                    <a:pt x="431" y="1291"/>
                  </a:lnTo>
                  <a:lnTo>
                    <a:pt x="385" y="1291"/>
                  </a:lnTo>
                  <a:lnTo>
                    <a:pt x="340" y="1289"/>
                  </a:lnTo>
                  <a:lnTo>
                    <a:pt x="295" y="1289"/>
                  </a:lnTo>
                  <a:lnTo>
                    <a:pt x="252" y="1288"/>
                  </a:lnTo>
                  <a:lnTo>
                    <a:pt x="210" y="1287"/>
                  </a:lnTo>
                  <a:lnTo>
                    <a:pt x="173" y="1286"/>
                  </a:lnTo>
                  <a:lnTo>
                    <a:pt x="136" y="1283"/>
                  </a:lnTo>
                  <a:lnTo>
                    <a:pt x="103" y="1282"/>
                  </a:lnTo>
                  <a:lnTo>
                    <a:pt x="74" y="1280"/>
                  </a:lnTo>
                  <a:lnTo>
                    <a:pt x="48" y="1279"/>
                  </a:lnTo>
                  <a:lnTo>
                    <a:pt x="28" y="1278"/>
                  </a:lnTo>
                  <a:lnTo>
                    <a:pt x="13" y="1277"/>
                  </a:lnTo>
                  <a:lnTo>
                    <a:pt x="4" y="1275"/>
                  </a:lnTo>
                  <a:lnTo>
                    <a:pt x="0" y="1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3C2A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Rectangle 62">
              <a:extLst>
                <a:ext uri="{FF2B5EF4-FFF2-40B4-BE49-F238E27FC236}">
                  <a16:creationId xmlns:a16="http://schemas.microsoft.com/office/drawing/2014/main" id="{B5E50C61-C143-16F0-7C30-00B376D84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2020"/>
              <a:ext cx="188" cy="211"/>
            </a:xfrm>
            <a:prstGeom prst="rect">
              <a:avLst/>
            </a:prstGeom>
            <a:solidFill>
              <a:srgbClr val="FDCC9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" name="Freeform 63">
              <a:extLst>
                <a:ext uri="{FF2B5EF4-FFF2-40B4-BE49-F238E27FC236}">
                  <a16:creationId xmlns:a16="http://schemas.microsoft.com/office/drawing/2014/main" id="{58EDCDC0-D65C-F2BF-B77A-122B503FA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" y="2020"/>
              <a:ext cx="188" cy="66"/>
            </a:xfrm>
            <a:custGeom>
              <a:avLst/>
              <a:gdLst>
                <a:gd name="T0" fmla="*/ 0 w 565"/>
                <a:gd name="T1" fmla="*/ 0 h 197"/>
                <a:gd name="T2" fmla="*/ 565 w 565"/>
                <a:gd name="T3" fmla="*/ 0 h 197"/>
                <a:gd name="T4" fmla="*/ 565 w 565"/>
                <a:gd name="T5" fmla="*/ 191 h 197"/>
                <a:gd name="T6" fmla="*/ 504 w 565"/>
                <a:gd name="T7" fmla="*/ 197 h 197"/>
                <a:gd name="T8" fmla="*/ 447 w 565"/>
                <a:gd name="T9" fmla="*/ 197 h 197"/>
                <a:gd name="T10" fmla="*/ 391 w 565"/>
                <a:gd name="T11" fmla="*/ 194 h 197"/>
                <a:gd name="T12" fmla="*/ 338 w 565"/>
                <a:gd name="T13" fmla="*/ 188 h 197"/>
                <a:gd name="T14" fmla="*/ 289 w 565"/>
                <a:gd name="T15" fmla="*/ 180 h 197"/>
                <a:gd name="T16" fmla="*/ 242 w 565"/>
                <a:gd name="T17" fmla="*/ 170 h 197"/>
                <a:gd name="T18" fmla="*/ 199 w 565"/>
                <a:gd name="T19" fmla="*/ 159 h 197"/>
                <a:gd name="T20" fmla="*/ 160 w 565"/>
                <a:gd name="T21" fmla="*/ 147 h 197"/>
                <a:gd name="T22" fmla="*/ 124 w 565"/>
                <a:gd name="T23" fmla="*/ 133 h 197"/>
                <a:gd name="T24" fmla="*/ 93 w 565"/>
                <a:gd name="T25" fmla="*/ 122 h 197"/>
                <a:gd name="T26" fmla="*/ 65 w 565"/>
                <a:gd name="T27" fmla="*/ 109 h 197"/>
                <a:gd name="T28" fmla="*/ 42 w 565"/>
                <a:gd name="T29" fmla="*/ 98 h 197"/>
                <a:gd name="T30" fmla="*/ 24 w 565"/>
                <a:gd name="T31" fmla="*/ 89 h 197"/>
                <a:gd name="T32" fmla="*/ 12 w 565"/>
                <a:gd name="T33" fmla="*/ 81 h 197"/>
                <a:gd name="T34" fmla="*/ 3 w 565"/>
                <a:gd name="T35" fmla="*/ 78 h 197"/>
                <a:gd name="T36" fmla="*/ 0 w 565"/>
                <a:gd name="T37" fmla="*/ 75 h 197"/>
                <a:gd name="T38" fmla="*/ 0 w 565"/>
                <a:gd name="T3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5" h="197">
                  <a:moveTo>
                    <a:pt x="0" y="0"/>
                  </a:moveTo>
                  <a:lnTo>
                    <a:pt x="565" y="0"/>
                  </a:lnTo>
                  <a:lnTo>
                    <a:pt x="565" y="191"/>
                  </a:lnTo>
                  <a:lnTo>
                    <a:pt x="504" y="197"/>
                  </a:lnTo>
                  <a:lnTo>
                    <a:pt x="447" y="197"/>
                  </a:lnTo>
                  <a:lnTo>
                    <a:pt x="391" y="194"/>
                  </a:lnTo>
                  <a:lnTo>
                    <a:pt x="338" y="188"/>
                  </a:lnTo>
                  <a:lnTo>
                    <a:pt x="289" y="180"/>
                  </a:lnTo>
                  <a:lnTo>
                    <a:pt x="242" y="170"/>
                  </a:lnTo>
                  <a:lnTo>
                    <a:pt x="199" y="159"/>
                  </a:lnTo>
                  <a:lnTo>
                    <a:pt x="160" y="147"/>
                  </a:lnTo>
                  <a:lnTo>
                    <a:pt x="124" y="133"/>
                  </a:lnTo>
                  <a:lnTo>
                    <a:pt x="93" y="122"/>
                  </a:lnTo>
                  <a:lnTo>
                    <a:pt x="65" y="109"/>
                  </a:lnTo>
                  <a:lnTo>
                    <a:pt x="42" y="98"/>
                  </a:lnTo>
                  <a:lnTo>
                    <a:pt x="24" y="89"/>
                  </a:lnTo>
                  <a:lnTo>
                    <a:pt x="12" y="81"/>
                  </a:lnTo>
                  <a:lnTo>
                    <a:pt x="3" y="78"/>
                  </a:lnTo>
                  <a:lnTo>
                    <a:pt x="0" y="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" name="Freeform 64">
              <a:extLst>
                <a:ext uri="{FF2B5EF4-FFF2-40B4-BE49-F238E27FC236}">
                  <a16:creationId xmlns:a16="http://schemas.microsoft.com/office/drawing/2014/main" id="{065F07D8-4D50-C559-0A86-A13203A9C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" y="1589"/>
              <a:ext cx="184" cy="209"/>
            </a:xfrm>
            <a:custGeom>
              <a:avLst/>
              <a:gdLst>
                <a:gd name="T0" fmla="*/ 276 w 552"/>
                <a:gd name="T1" fmla="*/ 0 h 628"/>
                <a:gd name="T2" fmla="*/ 317 w 552"/>
                <a:gd name="T3" fmla="*/ 3 h 628"/>
                <a:gd name="T4" fmla="*/ 356 w 552"/>
                <a:gd name="T5" fmla="*/ 13 h 628"/>
                <a:gd name="T6" fmla="*/ 393 w 552"/>
                <a:gd name="T7" fmla="*/ 29 h 628"/>
                <a:gd name="T8" fmla="*/ 426 w 552"/>
                <a:gd name="T9" fmla="*/ 51 h 628"/>
                <a:gd name="T10" fmla="*/ 457 w 552"/>
                <a:gd name="T11" fmla="*/ 76 h 628"/>
                <a:gd name="T12" fmla="*/ 484 w 552"/>
                <a:gd name="T13" fmla="*/ 108 h 628"/>
                <a:gd name="T14" fmla="*/ 507 w 552"/>
                <a:gd name="T15" fmla="*/ 143 h 628"/>
                <a:gd name="T16" fmla="*/ 526 w 552"/>
                <a:gd name="T17" fmla="*/ 181 h 628"/>
                <a:gd name="T18" fmla="*/ 540 w 552"/>
                <a:gd name="T19" fmla="*/ 223 h 628"/>
                <a:gd name="T20" fmla="*/ 548 w 552"/>
                <a:gd name="T21" fmla="*/ 267 h 628"/>
                <a:gd name="T22" fmla="*/ 552 w 552"/>
                <a:gd name="T23" fmla="*/ 314 h 628"/>
                <a:gd name="T24" fmla="*/ 548 w 552"/>
                <a:gd name="T25" fmla="*/ 361 h 628"/>
                <a:gd name="T26" fmla="*/ 540 w 552"/>
                <a:gd name="T27" fmla="*/ 405 h 628"/>
                <a:gd name="T28" fmla="*/ 526 w 552"/>
                <a:gd name="T29" fmla="*/ 447 h 628"/>
                <a:gd name="T30" fmla="*/ 507 w 552"/>
                <a:gd name="T31" fmla="*/ 485 h 628"/>
                <a:gd name="T32" fmla="*/ 484 w 552"/>
                <a:gd name="T33" fmla="*/ 520 h 628"/>
                <a:gd name="T34" fmla="*/ 457 w 552"/>
                <a:gd name="T35" fmla="*/ 551 h 628"/>
                <a:gd name="T36" fmla="*/ 426 w 552"/>
                <a:gd name="T37" fmla="*/ 577 h 628"/>
                <a:gd name="T38" fmla="*/ 393 w 552"/>
                <a:gd name="T39" fmla="*/ 599 h 628"/>
                <a:gd name="T40" fmla="*/ 356 w 552"/>
                <a:gd name="T41" fmla="*/ 615 h 628"/>
                <a:gd name="T42" fmla="*/ 317 w 552"/>
                <a:gd name="T43" fmla="*/ 624 h 628"/>
                <a:gd name="T44" fmla="*/ 276 w 552"/>
                <a:gd name="T45" fmla="*/ 628 h 628"/>
                <a:gd name="T46" fmla="*/ 236 w 552"/>
                <a:gd name="T47" fmla="*/ 624 h 628"/>
                <a:gd name="T48" fmla="*/ 197 w 552"/>
                <a:gd name="T49" fmla="*/ 615 h 628"/>
                <a:gd name="T50" fmla="*/ 160 w 552"/>
                <a:gd name="T51" fmla="*/ 599 h 628"/>
                <a:gd name="T52" fmla="*/ 126 w 552"/>
                <a:gd name="T53" fmla="*/ 577 h 628"/>
                <a:gd name="T54" fmla="*/ 95 w 552"/>
                <a:gd name="T55" fmla="*/ 551 h 628"/>
                <a:gd name="T56" fmla="*/ 69 w 552"/>
                <a:gd name="T57" fmla="*/ 520 h 628"/>
                <a:gd name="T58" fmla="*/ 45 w 552"/>
                <a:gd name="T59" fmla="*/ 485 h 628"/>
                <a:gd name="T60" fmla="*/ 26 w 552"/>
                <a:gd name="T61" fmla="*/ 447 h 628"/>
                <a:gd name="T62" fmla="*/ 12 w 552"/>
                <a:gd name="T63" fmla="*/ 405 h 628"/>
                <a:gd name="T64" fmla="*/ 4 w 552"/>
                <a:gd name="T65" fmla="*/ 361 h 628"/>
                <a:gd name="T66" fmla="*/ 0 w 552"/>
                <a:gd name="T67" fmla="*/ 314 h 628"/>
                <a:gd name="T68" fmla="*/ 4 w 552"/>
                <a:gd name="T69" fmla="*/ 267 h 628"/>
                <a:gd name="T70" fmla="*/ 12 w 552"/>
                <a:gd name="T71" fmla="*/ 223 h 628"/>
                <a:gd name="T72" fmla="*/ 26 w 552"/>
                <a:gd name="T73" fmla="*/ 181 h 628"/>
                <a:gd name="T74" fmla="*/ 45 w 552"/>
                <a:gd name="T75" fmla="*/ 143 h 628"/>
                <a:gd name="T76" fmla="*/ 69 w 552"/>
                <a:gd name="T77" fmla="*/ 108 h 628"/>
                <a:gd name="T78" fmla="*/ 95 w 552"/>
                <a:gd name="T79" fmla="*/ 76 h 628"/>
                <a:gd name="T80" fmla="*/ 126 w 552"/>
                <a:gd name="T81" fmla="*/ 51 h 628"/>
                <a:gd name="T82" fmla="*/ 160 w 552"/>
                <a:gd name="T83" fmla="*/ 29 h 628"/>
                <a:gd name="T84" fmla="*/ 197 w 552"/>
                <a:gd name="T85" fmla="*/ 13 h 628"/>
                <a:gd name="T86" fmla="*/ 236 w 552"/>
                <a:gd name="T87" fmla="*/ 3 h 628"/>
                <a:gd name="T88" fmla="*/ 276 w 552"/>
                <a:gd name="T89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628">
                  <a:moveTo>
                    <a:pt x="276" y="0"/>
                  </a:moveTo>
                  <a:lnTo>
                    <a:pt x="317" y="3"/>
                  </a:lnTo>
                  <a:lnTo>
                    <a:pt x="356" y="13"/>
                  </a:lnTo>
                  <a:lnTo>
                    <a:pt x="393" y="29"/>
                  </a:lnTo>
                  <a:lnTo>
                    <a:pt x="426" y="51"/>
                  </a:lnTo>
                  <a:lnTo>
                    <a:pt x="457" y="76"/>
                  </a:lnTo>
                  <a:lnTo>
                    <a:pt x="484" y="108"/>
                  </a:lnTo>
                  <a:lnTo>
                    <a:pt x="507" y="143"/>
                  </a:lnTo>
                  <a:lnTo>
                    <a:pt x="526" y="181"/>
                  </a:lnTo>
                  <a:lnTo>
                    <a:pt x="540" y="223"/>
                  </a:lnTo>
                  <a:lnTo>
                    <a:pt x="548" y="267"/>
                  </a:lnTo>
                  <a:lnTo>
                    <a:pt x="552" y="314"/>
                  </a:lnTo>
                  <a:lnTo>
                    <a:pt x="548" y="361"/>
                  </a:lnTo>
                  <a:lnTo>
                    <a:pt x="540" y="405"/>
                  </a:lnTo>
                  <a:lnTo>
                    <a:pt x="526" y="447"/>
                  </a:lnTo>
                  <a:lnTo>
                    <a:pt x="507" y="485"/>
                  </a:lnTo>
                  <a:lnTo>
                    <a:pt x="484" y="520"/>
                  </a:lnTo>
                  <a:lnTo>
                    <a:pt x="457" y="551"/>
                  </a:lnTo>
                  <a:lnTo>
                    <a:pt x="426" y="577"/>
                  </a:lnTo>
                  <a:lnTo>
                    <a:pt x="393" y="599"/>
                  </a:lnTo>
                  <a:lnTo>
                    <a:pt x="356" y="615"/>
                  </a:lnTo>
                  <a:lnTo>
                    <a:pt x="317" y="624"/>
                  </a:lnTo>
                  <a:lnTo>
                    <a:pt x="276" y="628"/>
                  </a:lnTo>
                  <a:lnTo>
                    <a:pt x="236" y="624"/>
                  </a:lnTo>
                  <a:lnTo>
                    <a:pt x="197" y="615"/>
                  </a:lnTo>
                  <a:lnTo>
                    <a:pt x="160" y="599"/>
                  </a:lnTo>
                  <a:lnTo>
                    <a:pt x="126" y="577"/>
                  </a:lnTo>
                  <a:lnTo>
                    <a:pt x="95" y="551"/>
                  </a:lnTo>
                  <a:lnTo>
                    <a:pt x="69" y="520"/>
                  </a:lnTo>
                  <a:lnTo>
                    <a:pt x="45" y="485"/>
                  </a:lnTo>
                  <a:lnTo>
                    <a:pt x="26" y="447"/>
                  </a:lnTo>
                  <a:lnTo>
                    <a:pt x="12" y="405"/>
                  </a:lnTo>
                  <a:lnTo>
                    <a:pt x="4" y="361"/>
                  </a:lnTo>
                  <a:lnTo>
                    <a:pt x="0" y="314"/>
                  </a:lnTo>
                  <a:lnTo>
                    <a:pt x="4" y="267"/>
                  </a:lnTo>
                  <a:lnTo>
                    <a:pt x="12" y="223"/>
                  </a:lnTo>
                  <a:lnTo>
                    <a:pt x="26" y="181"/>
                  </a:lnTo>
                  <a:lnTo>
                    <a:pt x="45" y="143"/>
                  </a:lnTo>
                  <a:lnTo>
                    <a:pt x="69" y="108"/>
                  </a:lnTo>
                  <a:lnTo>
                    <a:pt x="95" y="76"/>
                  </a:lnTo>
                  <a:lnTo>
                    <a:pt x="126" y="51"/>
                  </a:lnTo>
                  <a:lnTo>
                    <a:pt x="160" y="29"/>
                  </a:lnTo>
                  <a:lnTo>
                    <a:pt x="197" y="13"/>
                  </a:lnTo>
                  <a:lnTo>
                    <a:pt x="236" y="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Freeform 65">
              <a:extLst>
                <a:ext uri="{FF2B5EF4-FFF2-40B4-BE49-F238E27FC236}">
                  <a16:creationId xmlns:a16="http://schemas.microsoft.com/office/drawing/2014/main" id="{29FFE818-9458-2840-58C0-95CFC6A5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1589"/>
              <a:ext cx="184" cy="209"/>
            </a:xfrm>
            <a:custGeom>
              <a:avLst/>
              <a:gdLst>
                <a:gd name="T0" fmla="*/ 275 w 551"/>
                <a:gd name="T1" fmla="*/ 0 h 628"/>
                <a:gd name="T2" fmla="*/ 316 w 551"/>
                <a:gd name="T3" fmla="*/ 3 h 628"/>
                <a:gd name="T4" fmla="*/ 355 w 551"/>
                <a:gd name="T5" fmla="*/ 13 h 628"/>
                <a:gd name="T6" fmla="*/ 392 w 551"/>
                <a:gd name="T7" fmla="*/ 29 h 628"/>
                <a:gd name="T8" fmla="*/ 426 w 551"/>
                <a:gd name="T9" fmla="*/ 51 h 628"/>
                <a:gd name="T10" fmla="*/ 456 w 551"/>
                <a:gd name="T11" fmla="*/ 76 h 628"/>
                <a:gd name="T12" fmla="*/ 483 w 551"/>
                <a:gd name="T13" fmla="*/ 108 h 628"/>
                <a:gd name="T14" fmla="*/ 507 w 551"/>
                <a:gd name="T15" fmla="*/ 143 h 628"/>
                <a:gd name="T16" fmla="*/ 525 w 551"/>
                <a:gd name="T17" fmla="*/ 181 h 628"/>
                <a:gd name="T18" fmla="*/ 539 w 551"/>
                <a:gd name="T19" fmla="*/ 223 h 628"/>
                <a:gd name="T20" fmla="*/ 548 w 551"/>
                <a:gd name="T21" fmla="*/ 267 h 628"/>
                <a:gd name="T22" fmla="*/ 551 w 551"/>
                <a:gd name="T23" fmla="*/ 314 h 628"/>
                <a:gd name="T24" fmla="*/ 548 w 551"/>
                <a:gd name="T25" fmla="*/ 361 h 628"/>
                <a:gd name="T26" fmla="*/ 539 w 551"/>
                <a:gd name="T27" fmla="*/ 405 h 628"/>
                <a:gd name="T28" fmla="*/ 525 w 551"/>
                <a:gd name="T29" fmla="*/ 447 h 628"/>
                <a:gd name="T30" fmla="*/ 507 w 551"/>
                <a:gd name="T31" fmla="*/ 485 h 628"/>
                <a:gd name="T32" fmla="*/ 483 w 551"/>
                <a:gd name="T33" fmla="*/ 520 h 628"/>
                <a:gd name="T34" fmla="*/ 456 w 551"/>
                <a:gd name="T35" fmla="*/ 551 h 628"/>
                <a:gd name="T36" fmla="*/ 426 w 551"/>
                <a:gd name="T37" fmla="*/ 577 h 628"/>
                <a:gd name="T38" fmla="*/ 392 w 551"/>
                <a:gd name="T39" fmla="*/ 599 h 628"/>
                <a:gd name="T40" fmla="*/ 355 w 551"/>
                <a:gd name="T41" fmla="*/ 615 h 628"/>
                <a:gd name="T42" fmla="*/ 316 w 551"/>
                <a:gd name="T43" fmla="*/ 624 h 628"/>
                <a:gd name="T44" fmla="*/ 275 w 551"/>
                <a:gd name="T45" fmla="*/ 628 h 628"/>
                <a:gd name="T46" fmla="*/ 235 w 551"/>
                <a:gd name="T47" fmla="*/ 624 h 628"/>
                <a:gd name="T48" fmla="*/ 196 w 551"/>
                <a:gd name="T49" fmla="*/ 615 h 628"/>
                <a:gd name="T50" fmla="*/ 159 w 551"/>
                <a:gd name="T51" fmla="*/ 599 h 628"/>
                <a:gd name="T52" fmla="*/ 126 w 551"/>
                <a:gd name="T53" fmla="*/ 577 h 628"/>
                <a:gd name="T54" fmla="*/ 94 w 551"/>
                <a:gd name="T55" fmla="*/ 551 h 628"/>
                <a:gd name="T56" fmla="*/ 68 w 551"/>
                <a:gd name="T57" fmla="*/ 520 h 628"/>
                <a:gd name="T58" fmla="*/ 44 w 551"/>
                <a:gd name="T59" fmla="*/ 485 h 628"/>
                <a:gd name="T60" fmla="*/ 26 w 551"/>
                <a:gd name="T61" fmla="*/ 447 h 628"/>
                <a:gd name="T62" fmla="*/ 12 w 551"/>
                <a:gd name="T63" fmla="*/ 405 h 628"/>
                <a:gd name="T64" fmla="*/ 3 w 551"/>
                <a:gd name="T65" fmla="*/ 361 h 628"/>
                <a:gd name="T66" fmla="*/ 0 w 551"/>
                <a:gd name="T67" fmla="*/ 314 h 628"/>
                <a:gd name="T68" fmla="*/ 3 w 551"/>
                <a:gd name="T69" fmla="*/ 267 h 628"/>
                <a:gd name="T70" fmla="*/ 12 w 551"/>
                <a:gd name="T71" fmla="*/ 223 h 628"/>
                <a:gd name="T72" fmla="*/ 26 w 551"/>
                <a:gd name="T73" fmla="*/ 181 h 628"/>
                <a:gd name="T74" fmla="*/ 44 w 551"/>
                <a:gd name="T75" fmla="*/ 143 h 628"/>
                <a:gd name="T76" fmla="*/ 68 w 551"/>
                <a:gd name="T77" fmla="*/ 108 h 628"/>
                <a:gd name="T78" fmla="*/ 94 w 551"/>
                <a:gd name="T79" fmla="*/ 76 h 628"/>
                <a:gd name="T80" fmla="*/ 126 w 551"/>
                <a:gd name="T81" fmla="*/ 51 h 628"/>
                <a:gd name="T82" fmla="*/ 159 w 551"/>
                <a:gd name="T83" fmla="*/ 29 h 628"/>
                <a:gd name="T84" fmla="*/ 196 w 551"/>
                <a:gd name="T85" fmla="*/ 13 h 628"/>
                <a:gd name="T86" fmla="*/ 235 w 551"/>
                <a:gd name="T87" fmla="*/ 3 h 628"/>
                <a:gd name="T88" fmla="*/ 275 w 551"/>
                <a:gd name="T89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1" h="628">
                  <a:moveTo>
                    <a:pt x="275" y="0"/>
                  </a:moveTo>
                  <a:lnTo>
                    <a:pt x="316" y="3"/>
                  </a:lnTo>
                  <a:lnTo>
                    <a:pt x="355" y="13"/>
                  </a:lnTo>
                  <a:lnTo>
                    <a:pt x="392" y="29"/>
                  </a:lnTo>
                  <a:lnTo>
                    <a:pt x="426" y="51"/>
                  </a:lnTo>
                  <a:lnTo>
                    <a:pt x="456" y="76"/>
                  </a:lnTo>
                  <a:lnTo>
                    <a:pt x="483" y="108"/>
                  </a:lnTo>
                  <a:lnTo>
                    <a:pt x="507" y="143"/>
                  </a:lnTo>
                  <a:lnTo>
                    <a:pt x="525" y="181"/>
                  </a:lnTo>
                  <a:lnTo>
                    <a:pt x="539" y="223"/>
                  </a:lnTo>
                  <a:lnTo>
                    <a:pt x="548" y="267"/>
                  </a:lnTo>
                  <a:lnTo>
                    <a:pt x="551" y="314"/>
                  </a:lnTo>
                  <a:lnTo>
                    <a:pt x="548" y="361"/>
                  </a:lnTo>
                  <a:lnTo>
                    <a:pt x="539" y="405"/>
                  </a:lnTo>
                  <a:lnTo>
                    <a:pt x="525" y="447"/>
                  </a:lnTo>
                  <a:lnTo>
                    <a:pt x="507" y="485"/>
                  </a:lnTo>
                  <a:lnTo>
                    <a:pt x="483" y="520"/>
                  </a:lnTo>
                  <a:lnTo>
                    <a:pt x="456" y="551"/>
                  </a:lnTo>
                  <a:lnTo>
                    <a:pt x="426" y="577"/>
                  </a:lnTo>
                  <a:lnTo>
                    <a:pt x="392" y="599"/>
                  </a:lnTo>
                  <a:lnTo>
                    <a:pt x="355" y="615"/>
                  </a:lnTo>
                  <a:lnTo>
                    <a:pt x="316" y="624"/>
                  </a:lnTo>
                  <a:lnTo>
                    <a:pt x="275" y="628"/>
                  </a:lnTo>
                  <a:lnTo>
                    <a:pt x="235" y="624"/>
                  </a:lnTo>
                  <a:lnTo>
                    <a:pt x="196" y="615"/>
                  </a:lnTo>
                  <a:lnTo>
                    <a:pt x="159" y="599"/>
                  </a:lnTo>
                  <a:lnTo>
                    <a:pt x="126" y="577"/>
                  </a:lnTo>
                  <a:lnTo>
                    <a:pt x="94" y="551"/>
                  </a:lnTo>
                  <a:lnTo>
                    <a:pt x="68" y="520"/>
                  </a:lnTo>
                  <a:lnTo>
                    <a:pt x="44" y="485"/>
                  </a:lnTo>
                  <a:lnTo>
                    <a:pt x="26" y="447"/>
                  </a:lnTo>
                  <a:lnTo>
                    <a:pt x="12" y="405"/>
                  </a:lnTo>
                  <a:lnTo>
                    <a:pt x="3" y="361"/>
                  </a:lnTo>
                  <a:lnTo>
                    <a:pt x="0" y="314"/>
                  </a:lnTo>
                  <a:lnTo>
                    <a:pt x="3" y="267"/>
                  </a:lnTo>
                  <a:lnTo>
                    <a:pt x="12" y="223"/>
                  </a:lnTo>
                  <a:lnTo>
                    <a:pt x="26" y="181"/>
                  </a:lnTo>
                  <a:lnTo>
                    <a:pt x="44" y="143"/>
                  </a:lnTo>
                  <a:lnTo>
                    <a:pt x="68" y="108"/>
                  </a:lnTo>
                  <a:lnTo>
                    <a:pt x="94" y="76"/>
                  </a:lnTo>
                  <a:lnTo>
                    <a:pt x="126" y="51"/>
                  </a:lnTo>
                  <a:lnTo>
                    <a:pt x="159" y="29"/>
                  </a:lnTo>
                  <a:lnTo>
                    <a:pt x="196" y="13"/>
                  </a:lnTo>
                  <a:lnTo>
                    <a:pt x="235" y="3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" name="Freeform 66">
              <a:extLst>
                <a:ext uri="{FF2B5EF4-FFF2-40B4-BE49-F238E27FC236}">
                  <a16:creationId xmlns:a16="http://schemas.microsoft.com/office/drawing/2014/main" id="{4CAD9D2F-9443-5898-9C61-FF2F319BE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" y="1226"/>
              <a:ext cx="731" cy="828"/>
            </a:xfrm>
            <a:custGeom>
              <a:avLst/>
              <a:gdLst>
                <a:gd name="T0" fmla="*/ 1196 w 2192"/>
                <a:gd name="T1" fmla="*/ 2 h 2484"/>
                <a:gd name="T2" fmla="*/ 1382 w 2192"/>
                <a:gd name="T3" fmla="*/ 19 h 2484"/>
                <a:gd name="T4" fmla="*/ 1548 w 2192"/>
                <a:gd name="T5" fmla="*/ 50 h 2484"/>
                <a:gd name="T6" fmla="*/ 1694 w 2192"/>
                <a:gd name="T7" fmla="*/ 96 h 2484"/>
                <a:gd name="T8" fmla="*/ 1820 w 2192"/>
                <a:gd name="T9" fmla="*/ 155 h 2484"/>
                <a:gd name="T10" fmla="*/ 1928 w 2192"/>
                <a:gd name="T11" fmla="*/ 228 h 2484"/>
                <a:gd name="T12" fmla="*/ 2017 w 2192"/>
                <a:gd name="T13" fmla="*/ 311 h 2484"/>
                <a:gd name="T14" fmla="*/ 2086 w 2192"/>
                <a:gd name="T15" fmla="*/ 405 h 2484"/>
                <a:gd name="T16" fmla="*/ 2138 w 2192"/>
                <a:gd name="T17" fmla="*/ 507 h 2484"/>
                <a:gd name="T18" fmla="*/ 2172 w 2192"/>
                <a:gd name="T19" fmla="*/ 620 h 2484"/>
                <a:gd name="T20" fmla="*/ 2190 w 2192"/>
                <a:gd name="T21" fmla="*/ 739 h 2484"/>
                <a:gd name="T22" fmla="*/ 2191 w 2192"/>
                <a:gd name="T23" fmla="*/ 839 h 2484"/>
                <a:gd name="T24" fmla="*/ 2192 w 2192"/>
                <a:gd name="T25" fmla="*/ 921 h 2484"/>
                <a:gd name="T26" fmla="*/ 2192 w 2192"/>
                <a:gd name="T27" fmla="*/ 1012 h 2484"/>
                <a:gd name="T28" fmla="*/ 2191 w 2192"/>
                <a:gd name="T29" fmla="*/ 1112 h 2484"/>
                <a:gd name="T30" fmla="*/ 2187 w 2192"/>
                <a:gd name="T31" fmla="*/ 1218 h 2484"/>
                <a:gd name="T32" fmla="*/ 2180 w 2192"/>
                <a:gd name="T33" fmla="*/ 1330 h 2484"/>
                <a:gd name="T34" fmla="*/ 2168 w 2192"/>
                <a:gd name="T35" fmla="*/ 1444 h 2484"/>
                <a:gd name="T36" fmla="*/ 2151 w 2192"/>
                <a:gd name="T37" fmla="*/ 1559 h 2484"/>
                <a:gd name="T38" fmla="*/ 2127 w 2192"/>
                <a:gd name="T39" fmla="*/ 1674 h 2484"/>
                <a:gd name="T40" fmla="*/ 2094 w 2192"/>
                <a:gd name="T41" fmla="*/ 1788 h 2484"/>
                <a:gd name="T42" fmla="*/ 2052 w 2192"/>
                <a:gd name="T43" fmla="*/ 1899 h 2484"/>
                <a:gd name="T44" fmla="*/ 2000 w 2192"/>
                <a:gd name="T45" fmla="*/ 2004 h 2484"/>
                <a:gd name="T46" fmla="*/ 1938 w 2192"/>
                <a:gd name="T47" fmla="*/ 2103 h 2484"/>
                <a:gd name="T48" fmla="*/ 1863 w 2192"/>
                <a:gd name="T49" fmla="*/ 2195 h 2484"/>
                <a:gd name="T50" fmla="*/ 1775 w 2192"/>
                <a:gd name="T51" fmla="*/ 2276 h 2484"/>
                <a:gd name="T52" fmla="*/ 1672 w 2192"/>
                <a:gd name="T53" fmla="*/ 2347 h 2484"/>
                <a:gd name="T54" fmla="*/ 1555 w 2192"/>
                <a:gd name="T55" fmla="*/ 2404 h 2484"/>
                <a:gd name="T56" fmla="*/ 1419 w 2192"/>
                <a:gd name="T57" fmla="*/ 2447 h 2484"/>
                <a:gd name="T58" fmla="*/ 1267 w 2192"/>
                <a:gd name="T59" fmla="*/ 2474 h 2484"/>
                <a:gd name="T60" fmla="*/ 1096 w 2192"/>
                <a:gd name="T61" fmla="*/ 2484 h 2484"/>
                <a:gd name="T62" fmla="*/ 926 w 2192"/>
                <a:gd name="T63" fmla="*/ 2474 h 2484"/>
                <a:gd name="T64" fmla="*/ 774 w 2192"/>
                <a:gd name="T65" fmla="*/ 2447 h 2484"/>
                <a:gd name="T66" fmla="*/ 638 w 2192"/>
                <a:gd name="T67" fmla="*/ 2404 h 2484"/>
                <a:gd name="T68" fmla="*/ 521 w 2192"/>
                <a:gd name="T69" fmla="*/ 2347 h 2484"/>
                <a:gd name="T70" fmla="*/ 418 w 2192"/>
                <a:gd name="T71" fmla="*/ 2276 h 2484"/>
                <a:gd name="T72" fmla="*/ 329 w 2192"/>
                <a:gd name="T73" fmla="*/ 2195 h 2484"/>
                <a:gd name="T74" fmla="*/ 255 w 2192"/>
                <a:gd name="T75" fmla="*/ 2103 h 2484"/>
                <a:gd name="T76" fmla="*/ 191 w 2192"/>
                <a:gd name="T77" fmla="*/ 2004 h 2484"/>
                <a:gd name="T78" fmla="*/ 141 w 2192"/>
                <a:gd name="T79" fmla="*/ 1899 h 2484"/>
                <a:gd name="T80" fmla="*/ 99 w 2192"/>
                <a:gd name="T81" fmla="*/ 1788 h 2484"/>
                <a:gd name="T82" fmla="*/ 66 w 2192"/>
                <a:gd name="T83" fmla="*/ 1674 h 2484"/>
                <a:gd name="T84" fmla="*/ 42 w 2192"/>
                <a:gd name="T85" fmla="*/ 1559 h 2484"/>
                <a:gd name="T86" fmla="*/ 24 w 2192"/>
                <a:gd name="T87" fmla="*/ 1444 h 2484"/>
                <a:gd name="T88" fmla="*/ 12 w 2192"/>
                <a:gd name="T89" fmla="*/ 1330 h 2484"/>
                <a:gd name="T90" fmla="*/ 5 w 2192"/>
                <a:gd name="T91" fmla="*/ 1218 h 2484"/>
                <a:gd name="T92" fmla="*/ 2 w 2192"/>
                <a:gd name="T93" fmla="*/ 1112 h 2484"/>
                <a:gd name="T94" fmla="*/ 0 w 2192"/>
                <a:gd name="T95" fmla="*/ 1012 h 2484"/>
                <a:gd name="T96" fmla="*/ 0 w 2192"/>
                <a:gd name="T97" fmla="*/ 921 h 2484"/>
                <a:gd name="T98" fmla="*/ 2 w 2192"/>
                <a:gd name="T99" fmla="*/ 839 h 2484"/>
                <a:gd name="T100" fmla="*/ 3 w 2192"/>
                <a:gd name="T101" fmla="*/ 739 h 2484"/>
                <a:gd name="T102" fmla="*/ 21 w 2192"/>
                <a:gd name="T103" fmla="*/ 620 h 2484"/>
                <a:gd name="T104" fmla="*/ 55 w 2192"/>
                <a:gd name="T105" fmla="*/ 507 h 2484"/>
                <a:gd name="T106" fmla="*/ 107 w 2192"/>
                <a:gd name="T107" fmla="*/ 405 h 2484"/>
                <a:gd name="T108" fmla="*/ 176 w 2192"/>
                <a:gd name="T109" fmla="*/ 311 h 2484"/>
                <a:gd name="T110" fmla="*/ 265 w 2192"/>
                <a:gd name="T111" fmla="*/ 228 h 2484"/>
                <a:gd name="T112" fmla="*/ 372 w 2192"/>
                <a:gd name="T113" fmla="*/ 155 h 2484"/>
                <a:gd name="T114" fmla="*/ 499 w 2192"/>
                <a:gd name="T115" fmla="*/ 96 h 2484"/>
                <a:gd name="T116" fmla="*/ 645 w 2192"/>
                <a:gd name="T117" fmla="*/ 50 h 2484"/>
                <a:gd name="T118" fmla="*/ 810 w 2192"/>
                <a:gd name="T119" fmla="*/ 19 h 2484"/>
                <a:gd name="T120" fmla="*/ 996 w 2192"/>
                <a:gd name="T121" fmla="*/ 2 h 2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92" h="2484">
                  <a:moveTo>
                    <a:pt x="1096" y="0"/>
                  </a:moveTo>
                  <a:lnTo>
                    <a:pt x="1196" y="2"/>
                  </a:lnTo>
                  <a:lnTo>
                    <a:pt x="1293" y="9"/>
                  </a:lnTo>
                  <a:lnTo>
                    <a:pt x="1382" y="19"/>
                  </a:lnTo>
                  <a:lnTo>
                    <a:pt x="1468" y="33"/>
                  </a:lnTo>
                  <a:lnTo>
                    <a:pt x="1548" y="50"/>
                  </a:lnTo>
                  <a:lnTo>
                    <a:pt x="1624" y="72"/>
                  </a:lnTo>
                  <a:lnTo>
                    <a:pt x="1694" y="96"/>
                  </a:lnTo>
                  <a:lnTo>
                    <a:pt x="1760" y="124"/>
                  </a:lnTo>
                  <a:lnTo>
                    <a:pt x="1820" y="155"/>
                  </a:lnTo>
                  <a:lnTo>
                    <a:pt x="1876" y="190"/>
                  </a:lnTo>
                  <a:lnTo>
                    <a:pt x="1928" y="228"/>
                  </a:lnTo>
                  <a:lnTo>
                    <a:pt x="1973" y="268"/>
                  </a:lnTo>
                  <a:lnTo>
                    <a:pt x="2017" y="311"/>
                  </a:lnTo>
                  <a:lnTo>
                    <a:pt x="2053" y="357"/>
                  </a:lnTo>
                  <a:lnTo>
                    <a:pt x="2086" y="405"/>
                  </a:lnTo>
                  <a:lnTo>
                    <a:pt x="2114" y="455"/>
                  </a:lnTo>
                  <a:lnTo>
                    <a:pt x="2138" y="507"/>
                  </a:lnTo>
                  <a:lnTo>
                    <a:pt x="2157" y="563"/>
                  </a:lnTo>
                  <a:lnTo>
                    <a:pt x="2172" y="620"/>
                  </a:lnTo>
                  <a:lnTo>
                    <a:pt x="2184" y="678"/>
                  </a:lnTo>
                  <a:lnTo>
                    <a:pt x="2190" y="739"/>
                  </a:lnTo>
                  <a:lnTo>
                    <a:pt x="2191" y="802"/>
                  </a:lnTo>
                  <a:lnTo>
                    <a:pt x="2191" y="839"/>
                  </a:lnTo>
                  <a:lnTo>
                    <a:pt x="2192" y="878"/>
                  </a:lnTo>
                  <a:lnTo>
                    <a:pt x="2192" y="921"/>
                  </a:lnTo>
                  <a:lnTo>
                    <a:pt x="2192" y="965"/>
                  </a:lnTo>
                  <a:lnTo>
                    <a:pt x="2192" y="1012"/>
                  </a:lnTo>
                  <a:lnTo>
                    <a:pt x="2192" y="1062"/>
                  </a:lnTo>
                  <a:lnTo>
                    <a:pt x="2191" y="1112"/>
                  </a:lnTo>
                  <a:lnTo>
                    <a:pt x="2190" y="1165"/>
                  </a:lnTo>
                  <a:lnTo>
                    <a:pt x="2187" y="1218"/>
                  </a:lnTo>
                  <a:lnTo>
                    <a:pt x="2185" y="1273"/>
                  </a:lnTo>
                  <a:lnTo>
                    <a:pt x="2180" y="1330"/>
                  </a:lnTo>
                  <a:lnTo>
                    <a:pt x="2175" y="1386"/>
                  </a:lnTo>
                  <a:lnTo>
                    <a:pt x="2168" y="1444"/>
                  </a:lnTo>
                  <a:lnTo>
                    <a:pt x="2161" y="1501"/>
                  </a:lnTo>
                  <a:lnTo>
                    <a:pt x="2151" y="1559"/>
                  </a:lnTo>
                  <a:lnTo>
                    <a:pt x="2139" y="1617"/>
                  </a:lnTo>
                  <a:lnTo>
                    <a:pt x="2127" y="1674"/>
                  </a:lnTo>
                  <a:lnTo>
                    <a:pt x="2111" y="1731"/>
                  </a:lnTo>
                  <a:lnTo>
                    <a:pt x="2094" y="1788"/>
                  </a:lnTo>
                  <a:lnTo>
                    <a:pt x="2075" y="1844"/>
                  </a:lnTo>
                  <a:lnTo>
                    <a:pt x="2052" y="1899"/>
                  </a:lnTo>
                  <a:lnTo>
                    <a:pt x="2028" y="1952"/>
                  </a:lnTo>
                  <a:lnTo>
                    <a:pt x="2000" y="2004"/>
                  </a:lnTo>
                  <a:lnTo>
                    <a:pt x="1971" y="2055"/>
                  </a:lnTo>
                  <a:lnTo>
                    <a:pt x="1938" y="2103"/>
                  </a:lnTo>
                  <a:lnTo>
                    <a:pt x="1903" y="2150"/>
                  </a:lnTo>
                  <a:lnTo>
                    <a:pt x="1863" y="2195"/>
                  </a:lnTo>
                  <a:lnTo>
                    <a:pt x="1820" y="2237"/>
                  </a:lnTo>
                  <a:lnTo>
                    <a:pt x="1775" y="2276"/>
                  </a:lnTo>
                  <a:lnTo>
                    <a:pt x="1725" y="2313"/>
                  </a:lnTo>
                  <a:lnTo>
                    <a:pt x="1672" y="2347"/>
                  </a:lnTo>
                  <a:lnTo>
                    <a:pt x="1615" y="2378"/>
                  </a:lnTo>
                  <a:lnTo>
                    <a:pt x="1555" y="2404"/>
                  </a:lnTo>
                  <a:lnTo>
                    <a:pt x="1489" y="2427"/>
                  </a:lnTo>
                  <a:lnTo>
                    <a:pt x="1419" y="2447"/>
                  </a:lnTo>
                  <a:lnTo>
                    <a:pt x="1346" y="2462"/>
                  </a:lnTo>
                  <a:lnTo>
                    <a:pt x="1267" y="2474"/>
                  </a:lnTo>
                  <a:lnTo>
                    <a:pt x="1184" y="2481"/>
                  </a:lnTo>
                  <a:lnTo>
                    <a:pt x="1096" y="2484"/>
                  </a:lnTo>
                  <a:lnTo>
                    <a:pt x="1009" y="2481"/>
                  </a:lnTo>
                  <a:lnTo>
                    <a:pt x="926" y="2474"/>
                  </a:lnTo>
                  <a:lnTo>
                    <a:pt x="847" y="2462"/>
                  </a:lnTo>
                  <a:lnTo>
                    <a:pt x="774" y="2447"/>
                  </a:lnTo>
                  <a:lnTo>
                    <a:pt x="704" y="2427"/>
                  </a:lnTo>
                  <a:lnTo>
                    <a:pt x="638" y="2404"/>
                  </a:lnTo>
                  <a:lnTo>
                    <a:pt x="577" y="2378"/>
                  </a:lnTo>
                  <a:lnTo>
                    <a:pt x="521" y="2347"/>
                  </a:lnTo>
                  <a:lnTo>
                    <a:pt x="467" y="2313"/>
                  </a:lnTo>
                  <a:lnTo>
                    <a:pt x="418" y="2276"/>
                  </a:lnTo>
                  <a:lnTo>
                    <a:pt x="372" y="2237"/>
                  </a:lnTo>
                  <a:lnTo>
                    <a:pt x="329" y="2195"/>
                  </a:lnTo>
                  <a:lnTo>
                    <a:pt x="290" y="2150"/>
                  </a:lnTo>
                  <a:lnTo>
                    <a:pt x="255" y="2103"/>
                  </a:lnTo>
                  <a:lnTo>
                    <a:pt x="222" y="2055"/>
                  </a:lnTo>
                  <a:lnTo>
                    <a:pt x="191" y="2004"/>
                  </a:lnTo>
                  <a:lnTo>
                    <a:pt x="165" y="1952"/>
                  </a:lnTo>
                  <a:lnTo>
                    <a:pt x="141" y="1899"/>
                  </a:lnTo>
                  <a:lnTo>
                    <a:pt x="118" y="1844"/>
                  </a:lnTo>
                  <a:lnTo>
                    <a:pt x="99" y="1788"/>
                  </a:lnTo>
                  <a:lnTo>
                    <a:pt x="81" y="1731"/>
                  </a:lnTo>
                  <a:lnTo>
                    <a:pt x="66" y="1674"/>
                  </a:lnTo>
                  <a:lnTo>
                    <a:pt x="54" y="1617"/>
                  </a:lnTo>
                  <a:lnTo>
                    <a:pt x="42" y="1559"/>
                  </a:lnTo>
                  <a:lnTo>
                    <a:pt x="32" y="1501"/>
                  </a:lnTo>
                  <a:lnTo>
                    <a:pt x="24" y="1444"/>
                  </a:lnTo>
                  <a:lnTo>
                    <a:pt x="18" y="1386"/>
                  </a:lnTo>
                  <a:lnTo>
                    <a:pt x="12" y="1330"/>
                  </a:lnTo>
                  <a:lnTo>
                    <a:pt x="8" y="1273"/>
                  </a:lnTo>
                  <a:lnTo>
                    <a:pt x="5" y="1218"/>
                  </a:lnTo>
                  <a:lnTo>
                    <a:pt x="3" y="1165"/>
                  </a:lnTo>
                  <a:lnTo>
                    <a:pt x="2" y="1112"/>
                  </a:lnTo>
                  <a:lnTo>
                    <a:pt x="0" y="1062"/>
                  </a:lnTo>
                  <a:lnTo>
                    <a:pt x="0" y="1012"/>
                  </a:lnTo>
                  <a:lnTo>
                    <a:pt x="0" y="965"/>
                  </a:lnTo>
                  <a:lnTo>
                    <a:pt x="0" y="921"/>
                  </a:lnTo>
                  <a:lnTo>
                    <a:pt x="0" y="878"/>
                  </a:lnTo>
                  <a:lnTo>
                    <a:pt x="2" y="839"/>
                  </a:lnTo>
                  <a:lnTo>
                    <a:pt x="2" y="802"/>
                  </a:lnTo>
                  <a:lnTo>
                    <a:pt x="3" y="739"/>
                  </a:lnTo>
                  <a:lnTo>
                    <a:pt x="9" y="678"/>
                  </a:lnTo>
                  <a:lnTo>
                    <a:pt x="21" y="620"/>
                  </a:lnTo>
                  <a:lnTo>
                    <a:pt x="36" y="563"/>
                  </a:lnTo>
                  <a:lnTo>
                    <a:pt x="55" y="507"/>
                  </a:lnTo>
                  <a:lnTo>
                    <a:pt x="79" y="455"/>
                  </a:lnTo>
                  <a:lnTo>
                    <a:pt x="107" y="405"/>
                  </a:lnTo>
                  <a:lnTo>
                    <a:pt x="140" y="357"/>
                  </a:lnTo>
                  <a:lnTo>
                    <a:pt x="176" y="311"/>
                  </a:lnTo>
                  <a:lnTo>
                    <a:pt x="218" y="268"/>
                  </a:lnTo>
                  <a:lnTo>
                    <a:pt x="265" y="228"/>
                  </a:lnTo>
                  <a:lnTo>
                    <a:pt x="317" y="190"/>
                  </a:lnTo>
                  <a:lnTo>
                    <a:pt x="372" y="155"/>
                  </a:lnTo>
                  <a:lnTo>
                    <a:pt x="433" y="124"/>
                  </a:lnTo>
                  <a:lnTo>
                    <a:pt x="499" y="96"/>
                  </a:lnTo>
                  <a:lnTo>
                    <a:pt x="569" y="72"/>
                  </a:lnTo>
                  <a:lnTo>
                    <a:pt x="645" y="50"/>
                  </a:lnTo>
                  <a:lnTo>
                    <a:pt x="724" y="33"/>
                  </a:lnTo>
                  <a:lnTo>
                    <a:pt x="810" y="19"/>
                  </a:lnTo>
                  <a:lnTo>
                    <a:pt x="900" y="9"/>
                  </a:lnTo>
                  <a:lnTo>
                    <a:pt x="996" y="2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6" name="Freeform 67">
              <a:extLst>
                <a:ext uri="{FF2B5EF4-FFF2-40B4-BE49-F238E27FC236}">
                  <a16:creationId xmlns:a16="http://schemas.microsoft.com/office/drawing/2014/main" id="{B4D4D1C5-11A2-CA28-E60D-56C236091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1625"/>
              <a:ext cx="78" cy="87"/>
            </a:xfrm>
            <a:custGeom>
              <a:avLst/>
              <a:gdLst>
                <a:gd name="T0" fmla="*/ 119 w 236"/>
                <a:gd name="T1" fmla="*/ 0 h 259"/>
                <a:gd name="T2" fmla="*/ 145 w 236"/>
                <a:gd name="T3" fmla="*/ 4 h 259"/>
                <a:gd name="T4" fmla="*/ 170 w 236"/>
                <a:gd name="T5" fmla="*/ 13 h 259"/>
                <a:gd name="T6" fmla="*/ 192 w 236"/>
                <a:gd name="T7" fmla="*/ 28 h 259"/>
                <a:gd name="T8" fmla="*/ 211 w 236"/>
                <a:gd name="T9" fmla="*/ 48 h 259"/>
                <a:gd name="T10" fmla="*/ 225 w 236"/>
                <a:gd name="T11" fmla="*/ 72 h 259"/>
                <a:gd name="T12" fmla="*/ 234 w 236"/>
                <a:gd name="T13" fmla="*/ 100 h 259"/>
                <a:gd name="T14" fmla="*/ 236 w 236"/>
                <a:gd name="T15" fmla="*/ 129 h 259"/>
                <a:gd name="T16" fmla="*/ 234 w 236"/>
                <a:gd name="T17" fmla="*/ 159 h 259"/>
                <a:gd name="T18" fmla="*/ 225 w 236"/>
                <a:gd name="T19" fmla="*/ 187 h 259"/>
                <a:gd name="T20" fmla="*/ 211 w 236"/>
                <a:gd name="T21" fmla="*/ 211 h 259"/>
                <a:gd name="T22" fmla="*/ 192 w 236"/>
                <a:gd name="T23" fmla="*/ 230 h 259"/>
                <a:gd name="T24" fmla="*/ 170 w 236"/>
                <a:gd name="T25" fmla="*/ 247 h 259"/>
                <a:gd name="T26" fmla="*/ 145 w 236"/>
                <a:gd name="T27" fmla="*/ 256 h 259"/>
                <a:gd name="T28" fmla="*/ 119 w 236"/>
                <a:gd name="T29" fmla="*/ 259 h 259"/>
                <a:gd name="T30" fmla="*/ 91 w 236"/>
                <a:gd name="T31" fmla="*/ 256 h 259"/>
                <a:gd name="T32" fmla="*/ 65 w 236"/>
                <a:gd name="T33" fmla="*/ 247 h 259"/>
                <a:gd name="T34" fmla="*/ 44 w 236"/>
                <a:gd name="T35" fmla="*/ 230 h 259"/>
                <a:gd name="T36" fmla="*/ 25 w 236"/>
                <a:gd name="T37" fmla="*/ 211 h 259"/>
                <a:gd name="T38" fmla="*/ 11 w 236"/>
                <a:gd name="T39" fmla="*/ 187 h 259"/>
                <a:gd name="T40" fmla="*/ 2 w 236"/>
                <a:gd name="T41" fmla="*/ 159 h 259"/>
                <a:gd name="T42" fmla="*/ 0 w 236"/>
                <a:gd name="T43" fmla="*/ 129 h 259"/>
                <a:gd name="T44" fmla="*/ 2 w 236"/>
                <a:gd name="T45" fmla="*/ 100 h 259"/>
                <a:gd name="T46" fmla="*/ 11 w 236"/>
                <a:gd name="T47" fmla="*/ 72 h 259"/>
                <a:gd name="T48" fmla="*/ 25 w 236"/>
                <a:gd name="T49" fmla="*/ 48 h 259"/>
                <a:gd name="T50" fmla="*/ 44 w 236"/>
                <a:gd name="T51" fmla="*/ 28 h 259"/>
                <a:gd name="T52" fmla="*/ 65 w 236"/>
                <a:gd name="T53" fmla="*/ 13 h 259"/>
                <a:gd name="T54" fmla="*/ 91 w 236"/>
                <a:gd name="T55" fmla="*/ 4 h 259"/>
                <a:gd name="T56" fmla="*/ 119 w 236"/>
                <a:gd name="T57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59">
                  <a:moveTo>
                    <a:pt x="119" y="0"/>
                  </a:moveTo>
                  <a:lnTo>
                    <a:pt x="145" y="4"/>
                  </a:lnTo>
                  <a:lnTo>
                    <a:pt x="170" y="13"/>
                  </a:lnTo>
                  <a:lnTo>
                    <a:pt x="192" y="28"/>
                  </a:lnTo>
                  <a:lnTo>
                    <a:pt x="211" y="48"/>
                  </a:lnTo>
                  <a:lnTo>
                    <a:pt x="225" y="72"/>
                  </a:lnTo>
                  <a:lnTo>
                    <a:pt x="234" y="100"/>
                  </a:lnTo>
                  <a:lnTo>
                    <a:pt x="236" y="129"/>
                  </a:lnTo>
                  <a:lnTo>
                    <a:pt x="234" y="159"/>
                  </a:lnTo>
                  <a:lnTo>
                    <a:pt x="225" y="187"/>
                  </a:lnTo>
                  <a:lnTo>
                    <a:pt x="211" y="211"/>
                  </a:lnTo>
                  <a:lnTo>
                    <a:pt x="192" y="230"/>
                  </a:lnTo>
                  <a:lnTo>
                    <a:pt x="170" y="247"/>
                  </a:lnTo>
                  <a:lnTo>
                    <a:pt x="145" y="256"/>
                  </a:lnTo>
                  <a:lnTo>
                    <a:pt x="119" y="259"/>
                  </a:lnTo>
                  <a:lnTo>
                    <a:pt x="91" y="256"/>
                  </a:lnTo>
                  <a:lnTo>
                    <a:pt x="65" y="247"/>
                  </a:lnTo>
                  <a:lnTo>
                    <a:pt x="44" y="230"/>
                  </a:lnTo>
                  <a:lnTo>
                    <a:pt x="25" y="211"/>
                  </a:lnTo>
                  <a:lnTo>
                    <a:pt x="11" y="187"/>
                  </a:lnTo>
                  <a:lnTo>
                    <a:pt x="2" y="159"/>
                  </a:lnTo>
                  <a:lnTo>
                    <a:pt x="0" y="129"/>
                  </a:lnTo>
                  <a:lnTo>
                    <a:pt x="2" y="100"/>
                  </a:lnTo>
                  <a:lnTo>
                    <a:pt x="11" y="72"/>
                  </a:lnTo>
                  <a:lnTo>
                    <a:pt x="25" y="48"/>
                  </a:lnTo>
                  <a:lnTo>
                    <a:pt x="44" y="28"/>
                  </a:lnTo>
                  <a:lnTo>
                    <a:pt x="65" y="13"/>
                  </a:lnTo>
                  <a:lnTo>
                    <a:pt x="91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B25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Freeform 68">
              <a:extLst>
                <a:ext uri="{FF2B5EF4-FFF2-40B4-BE49-F238E27FC236}">
                  <a16:creationId xmlns:a16="http://schemas.microsoft.com/office/drawing/2014/main" id="{34B6BBB9-3D44-2B8B-B703-6870873CF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" y="1638"/>
              <a:ext cx="24" cy="23"/>
            </a:xfrm>
            <a:custGeom>
              <a:avLst/>
              <a:gdLst>
                <a:gd name="T0" fmla="*/ 36 w 71"/>
                <a:gd name="T1" fmla="*/ 0 h 71"/>
                <a:gd name="T2" fmla="*/ 50 w 71"/>
                <a:gd name="T3" fmla="*/ 2 h 71"/>
                <a:gd name="T4" fmla="*/ 60 w 71"/>
                <a:gd name="T5" fmla="*/ 10 h 71"/>
                <a:gd name="T6" fmla="*/ 67 w 71"/>
                <a:gd name="T7" fmla="*/ 21 h 71"/>
                <a:gd name="T8" fmla="*/ 71 w 71"/>
                <a:gd name="T9" fmla="*/ 35 h 71"/>
                <a:gd name="T10" fmla="*/ 67 w 71"/>
                <a:gd name="T11" fmla="*/ 48 h 71"/>
                <a:gd name="T12" fmla="*/ 60 w 71"/>
                <a:gd name="T13" fmla="*/ 60 h 71"/>
                <a:gd name="T14" fmla="*/ 50 w 71"/>
                <a:gd name="T15" fmla="*/ 68 h 71"/>
                <a:gd name="T16" fmla="*/ 36 w 71"/>
                <a:gd name="T17" fmla="*/ 71 h 71"/>
                <a:gd name="T18" fmla="*/ 22 w 71"/>
                <a:gd name="T19" fmla="*/ 68 h 71"/>
                <a:gd name="T20" fmla="*/ 10 w 71"/>
                <a:gd name="T21" fmla="*/ 60 h 71"/>
                <a:gd name="T22" fmla="*/ 3 w 71"/>
                <a:gd name="T23" fmla="*/ 48 h 71"/>
                <a:gd name="T24" fmla="*/ 0 w 71"/>
                <a:gd name="T25" fmla="*/ 35 h 71"/>
                <a:gd name="T26" fmla="*/ 3 w 71"/>
                <a:gd name="T27" fmla="*/ 21 h 71"/>
                <a:gd name="T28" fmla="*/ 10 w 71"/>
                <a:gd name="T29" fmla="*/ 10 h 71"/>
                <a:gd name="T30" fmla="*/ 22 w 71"/>
                <a:gd name="T31" fmla="*/ 2 h 71"/>
                <a:gd name="T32" fmla="*/ 36 w 71"/>
                <a:gd name="T3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1" h="71">
                  <a:moveTo>
                    <a:pt x="36" y="0"/>
                  </a:moveTo>
                  <a:lnTo>
                    <a:pt x="50" y="2"/>
                  </a:lnTo>
                  <a:lnTo>
                    <a:pt x="60" y="10"/>
                  </a:lnTo>
                  <a:lnTo>
                    <a:pt x="67" y="21"/>
                  </a:lnTo>
                  <a:lnTo>
                    <a:pt x="71" y="35"/>
                  </a:lnTo>
                  <a:lnTo>
                    <a:pt x="67" y="48"/>
                  </a:lnTo>
                  <a:lnTo>
                    <a:pt x="60" y="60"/>
                  </a:lnTo>
                  <a:lnTo>
                    <a:pt x="50" y="68"/>
                  </a:lnTo>
                  <a:lnTo>
                    <a:pt x="36" y="71"/>
                  </a:lnTo>
                  <a:lnTo>
                    <a:pt x="22" y="68"/>
                  </a:lnTo>
                  <a:lnTo>
                    <a:pt x="10" y="60"/>
                  </a:lnTo>
                  <a:lnTo>
                    <a:pt x="3" y="48"/>
                  </a:lnTo>
                  <a:lnTo>
                    <a:pt x="0" y="35"/>
                  </a:lnTo>
                  <a:lnTo>
                    <a:pt x="3" y="21"/>
                  </a:lnTo>
                  <a:lnTo>
                    <a:pt x="10" y="10"/>
                  </a:lnTo>
                  <a:lnTo>
                    <a:pt x="22" y="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8" name="Freeform 69">
              <a:extLst>
                <a:ext uri="{FF2B5EF4-FFF2-40B4-BE49-F238E27FC236}">
                  <a16:creationId xmlns:a16="http://schemas.microsoft.com/office/drawing/2014/main" id="{7B87B553-9BBF-7200-211A-1B59DF78F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" y="1510"/>
              <a:ext cx="129" cy="56"/>
            </a:xfrm>
            <a:custGeom>
              <a:avLst/>
              <a:gdLst>
                <a:gd name="T0" fmla="*/ 203 w 388"/>
                <a:gd name="T1" fmla="*/ 0 h 169"/>
                <a:gd name="T2" fmla="*/ 241 w 388"/>
                <a:gd name="T3" fmla="*/ 1 h 169"/>
                <a:gd name="T4" fmla="*/ 275 w 388"/>
                <a:gd name="T5" fmla="*/ 8 h 169"/>
                <a:gd name="T6" fmla="*/ 303 w 388"/>
                <a:gd name="T7" fmla="*/ 17 h 169"/>
                <a:gd name="T8" fmla="*/ 326 w 388"/>
                <a:gd name="T9" fmla="*/ 28 h 169"/>
                <a:gd name="T10" fmla="*/ 346 w 388"/>
                <a:gd name="T11" fmla="*/ 42 h 169"/>
                <a:gd name="T12" fmla="*/ 361 w 388"/>
                <a:gd name="T13" fmla="*/ 57 h 169"/>
                <a:gd name="T14" fmla="*/ 372 w 388"/>
                <a:gd name="T15" fmla="*/ 74 h 169"/>
                <a:gd name="T16" fmla="*/ 380 w 388"/>
                <a:gd name="T17" fmla="*/ 90 h 169"/>
                <a:gd name="T18" fmla="*/ 385 w 388"/>
                <a:gd name="T19" fmla="*/ 107 h 169"/>
                <a:gd name="T20" fmla="*/ 388 w 388"/>
                <a:gd name="T21" fmla="*/ 123 h 169"/>
                <a:gd name="T22" fmla="*/ 388 w 388"/>
                <a:gd name="T23" fmla="*/ 137 h 169"/>
                <a:gd name="T24" fmla="*/ 385 w 388"/>
                <a:gd name="T25" fmla="*/ 150 h 169"/>
                <a:gd name="T26" fmla="*/ 381 w 388"/>
                <a:gd name="T27" fmla="*/ 158 h 169"/>
                <a:gd name="T28" fmla="*/ 376 w 388"/>
                <a:gd name="T29" fmla="*/ 165 h 169"/>
                <a:gd name="T30" fmla="*/ 370 w 388"/>
                <a:gd name="T31" fmla="*/ 169 h 169"/>
                <a:gd name="T32" fmla="*/ 364 w 388"/>
                <a:gd name="T33" fmla="*/ 167 h 169"/>
                <a:gd name="T34" fmla="*/ 324 w 388"/>
                <a:gd name="T35" fmla="*/ 148 h 169"/>
                <a:gd name="T36" fmla="*/ 288 w 388"/>
                <a:gd name="T37" fmla="*/ 136 h 169"/>
                <a:gd name="T38" fmla="*/ 253 w 388"/>
                <a:gd name="T39" fmla="*/ 127 h 169"/>
                <a:gd name="T40" fmla="*/ 222 w 388"/>
                <a:gd name="T41" fmla="*/ 123 h 169"/>
                <a:gd name="T42" fmla="*/ 193 w 388"/>
                <a:gd name="T43" fmla="*/ 122 h 169"/>
                <a:gd name="T44" fmla="*/ 166 w 388"/>
                <a:gd name="T45" fmla="*/ 124 h 169"/>
                <a:gd name="T46" fmla="*/ 142 w 388"/>
                <a:gd name="T47" fmla="*/ 128 h 169"/>
                <a:gd name="T48" fmla="*/ 121 w 388"/>
                <a:gd name="T49" fmla="*/ 134 h 169"/>
                <a:gd name="T50" fmla="*/ 100 w 388"/>
                <a:gd name="T51" fmla="*/ 141 h 169"/>
                <a:gd name="T52" fmla="*/ 81 w 388"/>
                <a:gd name="T53" fmla="*/ 147 h 169"/>
                <a:gd name="T54" fmla="*/ 65 w 388"/>
                <a:gd name="T55" fmla="*/ 152 h 169"/>
                <a:gd name="T56" fmla="*/ 50 w 388"/>
                <a:gd name="T57" fmla="*/ 157 h 169"/>
                <a:gd name="T58" fmla="*/ 36 w 388"/>
                <a:gd name="T59" fmla="*/ 158 h 169"/>
                <a:gd name="T60" fmla="*/ 23 w 388"/>
                <a:gd name="T61" fmla="*/ 158 h 169"/>
                <a:gd name="T62" fmla="*/ 12 w 388"/>
                <a:gd name="T63" fmla="*/ 155 h 169"/>
                <a:gd name="T64" fmla="*/ 5 w 388"/>
                <a:gd name="T65" fmla="*/ 150 h 169"/>
                <a:gd name="T66" fmla="*/ 2 w 388"/>
                <a:gd name="T67" fmla="*/ 141 h 169"/>
                <a:gd name="T68" fmla="*/ 0 w 388"/>
                <a:gd name="T69" fmla="*/ 129 h 169"/>
                <a:gd name="T70" fmla="*/ 2 w 388"/>
                <a:gd name="T71" fmla="*/ 117 h 169"/>
                <a:gd name="T72" fmla="*/ 5 w 388"/>
                <a:gd name="T73" fmla="*/ 103 h 169"/>
                <a:gd name="T74" fmla="*/ 12 w 388"/>
                <a:gd name="T75" fmla="*/ 86 h 169"/>
                <a:gd name="T76" fmla="*/ 23 w 388"/>
                <a:gd name="T77" fmla="*/ 71 h 169"/>
                <a:gd name="T78" fmla="*/ 36 w 388"/>
                <a:gd name="T79" fmla="*/ 56 h 169"/>
                <a:gd name="T80" fmla="*/ 53 w 388"/>
                <a:gd name="T81" fmla="*/ 41 h 169"/>
                <a:gd name="T82" fmla="*/ 75 w 388"/>
                <a:gd name="T83" fmla="*/ 28 h 169"/>
                <a:gd name="T84" fmla="*/ 100 w 388"/>
                <a:gd name="T85" fmla="*/ 17 h 169"/>
                <a:gd name="T86" fmla="*/ 129 w 388"/>
                <a:gd name="T87" fmla="*/ 8 h 169"/>
                <a:gd name="T88" fmla="*/ 164 w 388"/>
                <a:gd name="T89" fmla="*/ 1 h 169"/>
                <a:gd name="T90" fmla="*/ 203 w 388"/>
                <a:gd name="T9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8" h="169">
                  <a:moveTo>
                    <a:pt x="203" y="0"/>
                  </a:moveTo>
                  <a:lnTo>
                    <a:pt x="241" y="1"/>
                  </a:lnTo>
                  <a:lnTo>
                    <a:pt x="275" y="8"/>
                  </a:lnTo>
                  <a:lnTo>
                    <a:pt x="303" y="17"/>
                  </a:lnTo>
                  <a:lnTo>
                    <a:pt x="326" y="28"/>
                  </a:lnTo>
                  <a:lnTo>
                    <a:pt x="346" y="42"/>
                  </a:lnTo>
                  <a:lnTo>
                    <a:pt x="361" y="57"/>
                  </a:lnTo>
                  <a:lnTo>
                    <a:pt x="372" y="74"/>
                  </a:lnTo>
                  <a:lnTo>
                    <a:pt x="380" y="90"/>
                  </a:lnTo>
                  <a:lnTo>
                    <a:pt x="385" y="107"/>
                  </a:lnTo>
                  <a:lnTo>
                    <a:pt x="388" y="123"/>
                  </a:lnTo>
                  <a:lnTo>
                    <a:pt x="388" y="137"/>
                  </a:lnTo>
                  <a:lnTo>
                    <a:pt x="385" y="150"/>
                  </a:lnTo>
                  <a:lnTo>
                    <a:pt x="381" y="158"/>
                  </a:lnTo>
                  <a:lnTo>
                    <a:pt x="376" y="165"/>
                  </a:lnTo>
                  <a:lnTo>
                    <a:pt x="370" y="169"/>
                  </a:lnTo>
                  <a:lnTo>
                    <a:pt x="364" y="167"/>
                  </a:lnTo>
                  <a:lnTo>
                    <a:pt x="324" y="148"/>
                  </a:lnTo>
                  <a:lnTo>
                    <a:pt x="288" y="136"/>
                  </a:lnTo>
                  <a:lnTo>
                    <a:pt x="253" y="127"/>
                  </a:lnTo>
                  <a:lnTo>
                    <a:pt x="222" y="123"/>
                  </a:lnTo>
                  <a:lnTo>
                    <a:pt x="193" y="122"/>
                  </a:lnTo>
                  <a:lnTo>
                    <a:pt x="166" y="124"/>
                  </a:lnTo>
                  <a:lnTo>
                    <a:pt x="142" y="128"/>
                  </a:lnTo>
                  <a:lnTo>
                    <a:pt x="121" y="134"/>
                  </a:lnTo>
                  <a:lnTo>
                    <a:pt x="100" y="141"/>
                  </a:lnTo>
                  <a:lnTo>
                    <a:pt x="81" y="147"/>
                  </a:lnTo>
                  <a:lnTo>
                    <a:pt x="65" y="152"/>
                  </a:lnTo>
                  <a:lnTo>
                    <a:pt x="50" y="157"/>
                  </a:lnTo>
                  <a:lnTo>
                    <a:pt x="36" y="158"/>
                  </a:lnTo>
                  <a:lnTo>
                    <a:pt x="23" y="158"/>
                  </a:lnTo>
                  <a:lnTo>
                    <a:pt x="12" y="155"/>
                  </a:lnTo>
                  <a:lnTo>
                    <a:pt x="5" y="150"/>
                  </a:lnTo>
                  <a:lnTo>
                    <a:pt x="2" y="141"/>
                  </a:lnTo>
                  <a:lnTo>
                    <a:pt x="0" y="129"/>
                  </a:lnTo>
                  <a:lnTo>
                    <a:pt x="2" y="117"/>
                  </a:lnTo>
                  <a:lnTo>
                    <a:pt x="5" y="103"/>
                  </a:lnTo>
                  <a:lnTo>
                    <a:pt x="12" y="86"/>
                  </a:lnTo>
                  <a:lnTo>
                    <a:pt x="23" y="71"/>
                  </a:lnTo>
                  <a:lnTo>
                    <a:pt x="36" y="56"/>
                  </a:lnTo>
                  <a:lnTo>
                    <a:pt x="53" y="41"/>
                  </a:lnTo>
                  <a:lnTo>
                    <a:pt x="75" y="28"/>
                  </a:lnTo>
                  <a:lnTo>
                    <a:pt x="100" y="17"/>
                  </a:lnTo>
                  <a:lnTo>
                    <a:pt x="129" y="8"/>
                  </a:lnTo>
                  <a:lnTo>
                    <a:pt x="164" y="1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" name="Freeform 70">
              <a:extLst>
                <a:ext uri="{FF2B5EF4-FFF2-40B4-BE49-F238E27FC236}">
                  <a16:creationId xmlns:a16="http://schemas.microsoft.com/office/drawing/2014/main" id="{95A6F1F3-5903-A8A8-4C82-8945BCC05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" y="1625"/>
              <a:ext cx="79" cy="87"/>
            </a:xfrm>
            <a:custGeom>
              <a:avLst/>
              <a:gdLst>
                <a:gd name="T0" fmla="*/ 119 w 238"/>
                <a:gd name="T1" fmla="*/ 0 h 259"/>
                <a:gd name="T2" fmla="*/ 146 w 238"/>
                <a:gd name="T3" fmla="*/ 4 h 259"/>
                <a:gd name="T4" fmla="*/ 171 w 238"/>
                <a:gd name="T5" fmla="*/ 13 h 259"/>
                <a:gd name="T6" fmla="*/ 194 w 238"/>
                <a:gd name="T7" fmla="*/ 28 h 259"/>
                <a:gd name="T8" fmla="*/ 212 w 238"/>
                <a:gd name="T9" fmla="*/ 48 h 259"/>
                <a:gd name="T10" fmla="*/ 226 w 238"/>
                <a:gd name="T11" fmla="*/ 72 h 259"/>
                <a:gd name="T12" fmla="*/ 235 w 238"/>
                <a:gd name="T13" fmla="*/ 100 h 259"/>
                <a:gd name="T14" fmla="*/ 238 w 238"/>
                <a:gd name="T15" fmla="*/ 129 h 259"/>
                <a:gd name="T16" fmla="*/ 235 w 238"/>
                <a:gd name="T17" fmla="*/ 159 h 259"/>
                <a:gd name="T18" fmla="*/ 226 w 238"/>
                <a:gd name="T19" fmla="*/ 187 h 259"/>
                <a:gd name="T20" fmla="*/ 212 w 238"/>
                <a:gd name="T21" fmla="*/ 211 h 259"/>
                <a:gd name="T22" fmla="*/ 194 w 238"/>
                <a:gd name="T23" fmla="*/ 230 h 259"/>
                <a:gd name="T24" fmla="*/ 171 w 238"/>
                <a:gd name="T25" fmla="*/ 247 h 259"/>
                <a:gd name="T26" fmla="*/ 146 w 238"/>
                <a:gd name="T27" fmla="*/ 256 h 259"/>
                <a:gd name="T28" fmla="*/ 119 w 238"/>
                <a:gd name="T29" fmla="*/ 259 h 259"/>
                <a:gd name="T30" fmla="*/ 92 w 238"/>
                <a:gd name="T31" fmla="*/ 256 h 259"/>
                <a:gd name="T32" fmla="*/ 68 w 238"/>
                <a:gd name="T33" fmla="*/ 247 h 259"/>
                <a:gd name="T34" fmla="*/ 45 w 238"/>
                <a:gd name="T35" fmla="*/ 230 h 259"/>
                <a:gd name="T36" fmla="*/ 27 w 238"/>
                <a:gd name="T37" fmla="*/ 211 h 259"/>
                <a:gd name="T38" fmla="*/ 13 w 238"/>
                <a:gd name="T39" fmla="*/ 187 h 259"/>
                <a:gd name="T40" fmla="*/ 4 w 238"/>
                <a:gd name="T41" fmla="*/ 159 h 259"/>
                <a:gd name="T42" fmla="*/ 0 w 238"/>
                <a:gd name="T43" fmla="*/ 129 h 259"/>
                <a:gd name="T44" fmla="*/ 4 w 238"/>
                <a:gd name="T45" fmla="*/ 100 h 259"/>
                <a:gd name="T46" fmla="*/ 13 w 238"/>
                <a:gd name="T47" fmla="*/ 72 h 259"/>
                <a:gd name="T48" fmla="*/ 27 w 238"/>
                <a:gd name="T49" fmla="*/ 48 h 259"/>
                <a:gd name="T50" fmla="*/ 45 w 238"/>
                <a:gd name="T51" fmla="*/ 28 h 259"/>
                <a:gd name="T52" fmla="*/ 68 w 238"/>
                <a:gd name="T53" fmla="*/ 13 h 259"/>
                <a:gd name="T54" fmla="*/ 92 w 238"/>
                <a:gd name="T55" fmla="*/ 4 h 259"/>
                <a:gd name="T56" fmla="*/ 119 w 238"/>
                <a:gd name="T57" fmla="*/ 0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8" h="259">
                  <a:moveTo>
                    <a:pt x="119" y="0"/>
                  </a:moveTo>
                  <a:lnTo>
                    <a:pt x="146" y="4"/>
                  </a:lnTo>
                  <a:lnTo>
                    <a:pt x="171" y="13"/>
                  </a:lnTo>
                  <a:lnTo>
                    <a:pt x="194" y="28"/>
                  </a:lnTo>
                  <a:lnTo>
                    <a:pt x="212" y="48"/>
                  </a:lnTo>
                  <a:lnTo>
                    <a:pt x="226" y="72"/>
                  </a:lnTo>
                  <a:lnTo>
                    <a:pt x="235" y="100"/>
                  </a:lnTo>
                  <a:lnTo>
                    <a:pt x="238" y="129"/>
                  </a:lnTo>
                  <a:lnTo>
                    <a:pt x="235" y="159"/>
                  </a:lnTo>
                  <a:lnTo>
                    <a:pt x="226" y="187"/>
                  </a:lnTo>
                  <a:lnTo>
                    <a:pt x="212" y="211"/>
                  </a:lnTo>
                  <a:lnTo>
                    <a:pt x="194" y="230"/>
                  </a:lnTo>
                  <a:lnTo>
                    <a:pt x="171" y="247"/>
                  </a:lnTo>
                  <a:lnTo>
                    <a:pt x="146" y="256"/>
                  </a:lnTo>
                  <a:lnTo>
                    <a:pt x="119" y="259"/>
                  </a:lnTo>
                  <a:lnTo>
                    <a:pt x="92" y="256"/>
                  </a:lnTo>
                  <a:lnTo>
                    <a:pt x="68" y="247"/>
                  </a:lnTo>
                  <a:lnTo>
                    <a:pt x="45" y="230"/>
                  </a:lnTo>
                  <a:lnTo>
                    <a:pt x="27" y="211"/>
                  </a:lnTo>
                  <a:lnTo>
                    <a:pt x="13" y="187"/>
                  </a:lnTo>
                  <a:lnTo>
                    <a:pt x="4" y="159"/>
                  </a:lnTo>
                  <a:lnTo>
                    <a:pt x="0" y="129"/>
                  </a:lnTo>
                  <a:lnTo>
                    <a:pt x="4" y="100"/>
                  </a:lnTo>
                  <a:lnTo>
                    <a:pt x="13" y="72"/>
                  </a:lnTo>
                  <a:lnTo>
                    <a:pt x="27" y="48"/>
                  </a:lnTo>
                  <a:lnTo>
                    <a:pt x="45" y="28"/>
                  </a:lnTo>
                  <a:lnTo>
                    <a:pt x="68" y="13"/>
                  </a:lnTo>
                  <a:lnTo>
                    <a:pt x="92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3B25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Freeform 71">
              <a:extLst>
                <a:ext uri="{FF2B5EF4-FFF2-40B4-BE49-F238E27FC236}">
                  <a16:creationId xmlns:a16="http://schemas.microsoft.com/office/drawing/2014/main" id="{180FA618-C243-DB0E-B7D1-D89365CE2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1638"/>
              <a:ext cx="24" cy="23"/>
            </a:xfrm>
            <a:custGeom>
              <a:avLst/>
              <a:gdLst>
                <a:gd name="T0" fmla="*/ 36 w 71"/>
                <a:gd name="T1" fmla="*/ 0 h 71"/>
                <a:gd name="T2" fmla="*/ 49 w 71"/>
                <a:gd name="T3" fmla="*/ 2 h 71"/>
                <a:gd name="T4" fmla="*/ 61 w 71"/>
                <a:gd name="T5" fmla="*/ 10 h 71"/>
                <a:gd name="T6" fmla="*/ 68 w 71"/>
                <a:gd name="T7" fmla="*/ 21 h 71"/>
                <a:gd name="T8" fmla="*/ 71 w 71"/>
                <a:gd name="T9" fmla="*/ 35 h 71"/>
                <a:gd name="T10" fmla="*/ 68 w 71"/>
                <a:gd name="T11" fmla="*/ 48 h 71"/>
                <a:gd name="T12" fmla="*/ 61 w 71"/>
                <a:gd name="T13" fmla="*/ 60 h 71"/>
                <a:gd name="T14" fmla="*/ 49 w 71"/>
                <a:gd name="T15" fmla="*/ 68 h 71"/>
                <a:gd name="T16" fmla="*/ 36 w 71"/>
                <a:gd name="T17" fmla="*/ 71 h 71"/>
                <a:gd name="T18" fmla="*/ 22 w 71"/>
                <a:gd name="T19" fmla="*/ 68 h 71"/>
                <a:gd name="T20" fmla="*/ 10 w 71"/>
                <a:gd name="T21" fmla="*/ 60 h 71"/>
                <a:gd name="T22" fmla="*/ 3 w 71"/>
                <a:gd name="T23" fmla="*/ 48 h 71"/>
                <a:gd name="T24" fmla="*/ 0 w 71"/>
                <a:gd name="T25" fmla="*/ 35 h 71"/>
                <a:gd name="T26" fmla="*/ 3 w 71"/>
                <a:gd name="T27" fmla="*/ 21 h 71"/>
                <a:gd name="T28" fmla="*/ 10 w 71"/>
                <a:gd name="T29" fmla="*/ 10 h 71"/>
                <a:gd name="T30" fmla="*/ 22 w 71"/>
                <a:gd name="T31" fmla="*/ 2 h 71"/>
                <a:gd name="T32" fmla="*/ 36 w 71"/>
                <a:gd name="T3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1" h="71">
                  <a:moveTo>
                    <a:pt x="36" y="0"/>
                  </a:moveTo>
                  <a:lnTo>
                    <a:pt x="49" y="2"/>
                  </a:lnTo>
                  <a:lnTo>
                    <a:pt x="61" y="10"/>
                  </a:lnTo>
                  <a:lnTo>
                    <a:pt x="68" y="21"/>
                  </a:lnTo>
                  <a:lnTo>
                    <a:pt x="71" y="35"/>
                  </a:lnTo>
                  <a:lnTo>
                    <a:pt x="68" y="48"/>
                  </a:lnTo>
                  <a:lnTo>
                    <a:pt x="61" y="60"/>
                  </a:lnTo>
                  <a:lnTo>
                    <a:pt x="49" y="68"/>
                  </a:lnTo>
                  <a:lnTo>
                    <a:pt x="36" y="71"/>
                  </a:lnTo>
                  <a:lnTo>
                    <a:pt x="22" y="68"/>
                  </a:lnTo>
                  <a:lnTo>
                    <a:pt x="10" y="60"/>
                  </a:lnTo>
                  <a:lnTo>
                    <a:pt x="3" y="48"/>
                  </a:lnTo>
                  <a:lnTo>
                    <a:pt x="0" y="35"/>
                  </a:lnTo>
                  <a:lnTo>
                    <a:pt x="3" y="21"/>
                  </a:lnTo>
                  <a:lnTo>
                    <a:pt x="10" y="10"/>
                  </a:lnTo>
                  <a:lnTo>
                    <a:pt x="22" y="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Freeform 72">
              <a:extLst>
                <a:ext uri="{FF2B5EF4-FFF2-40B4-BE49-F238E27FC236}">
                  <a16:creationId xmlns:a16="http://schemas.microsoft.com/office/drawing/2014/main" id="{01803C1F-433B-86DC-7087-41BA675C9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1510"/>
              <a:ext cx="129" cy="56"/>
            </a:xfrm>
            <a:custGeom>
              <a:avLst/>
              <a:gdLst>
                <a:gd name="T0" fmla="*/ 185 w 387"/>
                <a:gd name="T1" fmla="*/ 0 h 169"/>
                <a:gd name="T2" fmla="*/ 224 w 387"/>
                <a:gd name="T3" fmla="*/ 1 h 169"/>
                <a:gd name="T4" fmla="*/ 258 w 387"/>
                <a:gd name="T5" fmla="*/ 8 h 169"/>
                <a:gd name="T6" fmla="*/ 287 w 387"/>
                <a:gd name="T7" fmla="*/ 17 h 169"/>
                <a:gd name="T8" fmla="*/ 313 w 387"/>
                <a:gd name="T9" fmla="*/ 28 h 169"/>
                <a:gd name="T10" fmla="*/ 334 w 387"/>
                <a:gd name="T11" fmla="*/ 41 h 169"/>
                <a:gd name="T12" fmla="*/ 351 w 387"/>
                <a:gd name="T13" fmla="*/ 56 h 169"/>
                <a:gd name="T14" fmla="*/ 365 w 387"/>
                <a:gd name="T15" fmla="*/ 71 h 169"/>
                <a:gd name="T16" fmla="*/ 376 w 387"/>
                <a:gd name="T17" fmla="*/ 86 h 169"/>
                <a:gd name="T18" fmla="*/ 382 w 387"/>
                <a:gd name="T19" fmla="*/ 103 h 169"/>
                <a:gd name="T20" fmla="*/ 386 w 387"/>
                <a:gd name="T21" fmla="*/ 117 h 169"/>
                <a:gd name="T22" fmla="*/ 387 w 387"/>
                <a:gd name="T23" fmla="*/ 129 h 169"/>
                <a:gd name="T24" fmla="*/ 386 w 387"/>
                <a:gd name="T25" fmla="*/ 141 h 169"/>
                <a:gd name="T26" fmla="*/ 382 w 387"/>
                <a:gd name="T27" fmla="*/ 150 h 169"/>
                <a:gd name="T28" fmla="*/ 376 w 387"/>
                <a:gd name="T29" fmla="*/ 155 h 169"/>
                <a:gd name="T30" fmla="*/ 365 w 387"/>
                <a:gd name="T31" fmla="*/ 158 h 169"/>
                <a:gd name="T32" fmla="*/ 352 w 387"/>
                <a:gd name="T33" fmla="*/ 158 h 169"/>
                <a:gd name="T34" fmla="*/ 338 w 387"/>
                <a:gd name="T35" fmla="*/ 157 h 169"/>
                <a:gd name="T36" fmla="*/ 323 w 387"/>
                <a:gd name="T37" fmla="*/ 152 h 169"/>
                <a:gd name="T38" fmla="*/ 306 w 387"/>
                <a:gd name="T39" fmla="*/ 147 h 169"/>
                <a:gd name="T40" fmla="*/ 287 w 387"/>
                <a:gd name="T41" fmla="*/ 141 h 169"/>
                <a:gd name="T42" fmla="*/ 267 w 387"/>
                <a:gd name="T43" fmla="*/ 134 h 169"/>
                <a:gd name="T44" fmla="*/ 246 w 387"/>
                <a:gd name="T45" fmla="*/ 128 h 169"/>
                <a:gd name="T46" fmla="*/ 222 w 387"/>
                <a:gd name="T47" fmla="*/ 124 h 169"/>
                <a:gd name="T48" fmla="*/ 195 w 387"/>
                <a:gd name="T49" fmla="*/ 122 h 169"/>
                <a:gd name="T50" fmla="*/ 166 w 387"/>
                <a:gd name="T51" fmla="*/ 123 h 169"/>
                <a:gd name="T52" fmla="*/ 134 w 387"/>
                <a:gd name="T53" fmla="*/ 127 h 169"/>
                <a:gd name="T54" fmla="*/ 100 w 387"/>
                <a:gd name="T55" fmla="*/ 136 h 169"/>
                <a:gd name="T56" fmla="*/ 63 w 387"/>
                <a:gd name="T57" fmla="*/ 148 h 169"/>
                <a:gd name="T58" fmla="*/ 24 w 387"/>
                <a:gd name="T59" fmla="*/ 167 h 169"/>
                <a:gd name="T60" fmla="*/ 18 w 387"/>
                <a:gd name="T61" fmla="*/ 169 h 169"/>
                <a:gd name="T62" fmla="*/ 12 w 387"/>
                <a:gd name="T63" fmla="*/ 165 h 169"/>
                <a:gd name="T64" fmla="*/ 7 w 387"/>
                <a:gd name="T65" fmla="*/ 158 h 169"/>
                <a:gd name="T66" fmla="*/ 3 w 387"/>
                <a:gd name="T67" fmla="*/ 150 h 169"/>
                <a:gd name="T68" fmla="*/ 0 w 387"/>
                <a:gd name="T69" fmla="*/ 137 h 169"/>
                <a:gd name="T70" fmla="*/ 0 w 387"/>
                <a:gd name="T71" fmla="*/ 123 h 169"/>
                <a:gd name="T72" fmla="*/ 3 w 387"/>
                <a:gd name="T73" fmla="*/ 107 h 169"/>
                <a:gd name="T74" fmla="*/ 8 w 387"/>
                <a:gd name="T75" fmla="*/ 90 h 169"/>
                <a:gd name="T76" fmla="*/ 15 w 387"/>
                <a:gd name="T77" fmla="*/ 74 h 169"/>
                <a:gd name="T78" fmla="*/ 27 w 387"/>
                <a:gd name="T79" fmla="*/ 57 h 169"/>
                <a:gd name="T80" fmla="*/ 42 w 387"/>
                <a:gd name="T81" fmla="*/ 42 h 169"/>
                <a:gd name="T82" fmla="*/ 61 w 387"/>
                <a:gd name="T83" fmla="*/ 28 h 169"/>
                <a:gd name="T84" fmla="*/ 85 w 387"/>
                <a:gd name="T85" fmla="*/ 17 h 169"/>
                <a:gd name="T86" fmla="*/ 113 w 387"/>
                <a:gd name="T87" fmla="*/ 8 h 169"/>
                <a:gd name="T88" fmla="*/ 147 w 387"/>
                <a:gd name="T89" fmla="*/ 1 h 169"/>
                <a:gd name="T90" fmla="*/ 185 w 387"/>
                <a:gd name="T91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7" h="169">
                  <a:moveTo>
                    <a:pt x="185" y="0"/>
                  </a:moveTo>
                  <a:lnTo>
                    <a:pt x="224" y="1"/>
                  </a:lnTo>
                  <a:lnTo>
                    <a:pt x="258" y="8"/>
                  </a:lnTo>
                  <a:lnTo>
                    <a:pt x="287" y="17"/>
                  </a:lnTo>
                  <a:lnTo>
                    <a:pt x="313" y="28"/>
                  </a:lnTo>
                  <a:lnTo>
                    <a:pt x="334" y="41"/>
                  </a:lnTo>
                  <a:lnTo>
                    <a:pt x="351" y="56"/>
                  </a:lnTo>
                  <a:lnTo>
                    <a:pt x="365" y="71"/>
                  </a:lnTo>
                  <a:lnTo>
                    <a:pt x="376" y="86"/>
                  </a:lnTo>
                  <a:lnTo>
                    <a:pt x="382" y="103"/>
                  </a:lnTo>
                  <a:lnTo>
                    <a:pt x="386" y="117"/>
                  </a:lnTo>
                  <a:lnTo>
                    <a:pt x="387" y="129"/>
                  </a:lnTo>
                  <a:lnTo>
                    <a:pt x="386" y="141"/>
                  </a:lnTo>
                  <a:lnTo>
                    <a:pt x="382" y="150"/>
                  </a:lnTo>
                  <a:lnTo>
                    <a:pt x="376" y="155"/>
                  </a:lnTo>
                  <a:lnTo>
                    <a:pt x="365" y="158"/>
                  </a:lnTo>
                  <a:lnTo>
                    <a:pt x="352" y="158"/>
                  </a:lnTo>
                  <a:lnTo>
                    <a:pt x="338" y="157"/>
                  </a:lnTo>
                  <a:lnTo>
                    <a:pt x="323" y="152"/>
                  </a:lnTo>
                  <a:lnTo>
                    <a:pt x="306" y="147"/>
                  </a:lnTo>
                  <a:lnTo>
                    <a:pt x="287" y="141"/>
                  </a:lnTo>
                  <a:lnTo>
                    <a:pt x="267" y="134"/>
                  </a:lnTo>
                  <a:lnTo>
                    <a:pt x="246" y="128"/>
                  </a:lnTo>
                  <a:lnTo>
                    <a:pt x="222" y="124"/>
                  </a:lnTo>
                  <a:lnTo>
                    <a:pt x="195" y="122"/>
                  </a:lnTo>
                  <a:lnTo>
                    <a:pt x="166" y="123"/>
                  </a:lnTo>
                  <a:lnTo>
                    <a:pt x="134" y="127"/>
                  </a:lnTo>
                  <a:lnTo>
                    <a:pt x="100" y="136"/>
                  </a:lnTo>
                  <a:lnTo>
                    <a:pt x="63" y="148"/>
                  </a:lnTo>
                  <a:lnTo>
                    <a:pt x="24" y="167"/>
                  </a:lnTo>
                  <a:lnTo>
                    <a:pt x="18" y="169"/>
                  </a:lnTo>
                  <a:lnTo>
                    <a:pt x="12" y="165"/>
                  </a:lnTo>
                  <a:lnTo>
                    <a:pt x="7" y="158"/>
                  </a:lnTo>
                  <a:lnTo>
                    <a:pt x="3" y="150"/>
                  </a:lnTo>
                  <a:lnTo>
                    <a:pt x="0" y="137"/>
                  </a:lnTo>
                  <a:lnTo>
                    <a:pt x="0" y="123"/>
                  </a:lnTo>
                  <a:lnTo>
                    <a:pt x="3" y="107"/>
                  </a:lnTo>
                  <a:lnTo>
                    <a:pt x="8" y="90"/>
                  </a:lnTo>
                  <a:lnTo>
                    <a:pt x="15" y="74"/>
                  </a:lnTo>
                  <a:lnTo>
                    <a:pt x="27" y="57"/>
                  </a:lnTo>
                  <a:lnTo>
                    <a:pt x="42" y="42"/>
                  </a:lnTo>
                  <a:lnTo>
                    <a:pt x="61" y="28"/>
                  </a:lnTo>
                  <a:lnTo>
                    <a:pt x="85" y="17"/>
                  </a:lnTo>
                  <a:lnTo>
                    <a:pt x="113" y="8"/>
                  </a:lnTo>
                  <a:lnTo>
                    <a:pt x="147" y="1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2" name="Freeform 73">
              <a:extLst>
                <a:ext uri="{FF2B5EF4-FFF2-40B4-BE49-F238E27FC236}">
                  <a16:creationId xmlns:a16="http://schemas.microsoft.com/office/drawing/2014/main" id="{CA686141-56D3-6514-8A56-F98F02E20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1802"/>
              <a:ext cx="125" cy="45"/>
            </a:xfrm>
            <a:custGeom>
              <a:avLst/>
              <a:gdLst>
                <a:gd name="T0" fmla="*/ 6 w 375"/>
                <a:gd name="T1" fmla="*/ 0 h 135"/>
                <a:gd name="T2" fmla="*/ 15 w 375"/>
                <a:gd name="T3" fmla="*/ 2 h 135"/>
                <a:gd name="T4" fmla="*/ 27 w 375"/>
                <a:gd name="T5" fmla="*/ 6 h 135"/>
                <a:gd name="T6" fmla="*/ 41 w 375"/>
                <a:gd name="T7" fmla="*/ 14 h 135"/>
                <a:gd name="T8" fmla="*/ 58 w 375"/>
                <a:gd name="T9" fmla="*/ 23 h 135"/>
                <a:gd name="T10" fmla="*/ 80 w 375"/>
                <a:gd name="T11" fmla="*/ 33 h 135"/>
                <a:gd name="T12" fmla="*/ 103 w 375"/>
                <a:gd name="T13" fmla="*/ 42 h 135"/>
                <a:gd name="T14" fmla="*/ 128 w 375"/>
                <a:gd name="T15" fmla="*/ 49 h 135"/>
                <a:gd name="T16" fmla="*/ 157 w 375"/>
                <a:gd name="T17" fmla="*/ 56 h 135"/>
                <a:gd name="T18" fmla="*/ 187 w 375"/>
                <a:gd name="T19" fmla="*/ 57 h 135"/>
                <a:gd name="T20" fmla="*/ 218 w 375"/>
                <a:gd name="T21" fmla="*/ 56 h 135"/>
                <a:gd name="T22" fmla="*/ 247 w 375"/>
                <a:gd name="T23" fmla="*/ 49 h 135"/>
                <a:gd name="T24" fmla="*/ 272 w 375"/>
                <a:gd name="T25" fmla="*/ 42 h 135"/>
                <a:gd name="T26" fmla="*/ 295 w 375"/>
                <a:gd name="T27" fmla="*/ 33 h 135"/>
                <a:gd name="T28" fmla="*/ 316 w 375"/>
                <a:gd name="T29" fmla="*/ 23 h 135"/>
                <a:gd name="T30" fmla="*/ 333 w 375"/>
                <a:gd name="T31" fmla="*/ 14 h 135"/>
                <a:gd name="T32" fmla="*/ 348 w 375"/>
                <a:gd name="T33" fmla="*/ 6 h 135"/>
                <a:gd name="T34" fmla="*/ 360 w 375"/>
                <a:gd name="T35" fmla="*/ 2 h 135"/>
                <a:gd name="T36" fmla="*/ 368 w 375"/>
                <a:gd name="T37" fmla="*/ 0 h 135"/>
                <a:gd name="T38" fmla="*/ 373 w 375"/>
                <a:gd name="T39" fmla="*/ 4 h 135"/>
                <a:gd name="T40" fmla="*/ 375 w 375"/>
                <a:gd name="T41" fmla="*/ 13 h 135"/>
                <a:gd name="T42" fmla="*/ 375 w 375"/>
                <a:gd name="T43" fmla="*/ 24 h 135"/>
                <a:gd name="T44" fmla="*/ 371 w 375"/>
                <a:gd name="T45" fmla="*/ 38 h 135"/>
                <a:gd name="T46" fmla="*/ 366 w 375"/>
                <a:gd name="T47" fmla="*/ 53 h 135"/>
                <a:gd name="T48" fmla="*/ 357 w 375"/>
                <a:gd name="T49" fmla="*/ 67 h 135"/>
                <a:gd name="T50" fmla="*/ 346 w 375"/>
                <a:gd name="T51" fmla="*/ 82 h 135"/>
                <a:gd name="T52" fmla="*/ 330 w 375"/>
                <a:gd name="T53" fmla="*/ 96 h 135"/>
                <a:gd name="T54" fmla="*/ 311 w 375"/>
                <a:gd name="T55" fmla="*/ 109 h 135"/>
                <a:gd name="T56" fmla="*/ 289 w 375"/>
                <a:gd name="T57" fmla="*/ 119 h 135"/>
                <a:gd name="T58" fmla="*/ 260 w 375"/>
                <a:gd name="T59" fmla="*/ 128 h 135"/>
                <a:gd name="T60" fmla="*/ 227 w 375"/>
                <a:gd name="T61" fmla="*/ 133 h 135"/>
                <a:gd name="T62" fmla="*/ 187 w 375"/>
                <a:gd name="T63" fmla="*/ 135 h 135"/>
                <a:gd name="T64" fmla="*/ 148 w 375"/>
                <a:gd name="T65" fmla="*/ 133 h 135"/>
                <a:gd name="T66" fmla="*/ 115 w 375"/>
                <a:gd name="T67" fmla="*/ 128 h 135"/>
                <a:gd name="T68" fmla="*/ 86 w 375"/>
                <a:gd name="T69" fmla="*/ 119 h 135"/>
                <a:gd name="T70" fmla="*/ 63 w 375"/>
                <a:gd name="T71" fmla="*/ 109 h 135"/>
                <a:gd name="T72" fmla="*/ 44 w 375"/>
                <a:gd name="T73" fmla="*/ 96 h 135"/>
                <a:gd name="T74" fmla="*/ 29 w 375"/>
                <a:gd name="T75" fmla="*/ 82 h 135"/>
                <a:gd name="T76" fmla="*/ 18 w 375"/>
                <a:gd name="T77" fmla="*/ 67 h 135"/>
                <a:gd name="T78" fmla="*/ 9 w 375"/>
                <a:gd name="T79" fmla="*/ 53 h 135"/>
                <a:gd name="T80" fmla="*/ 4 w 375"/>
                <a:gd name="T81" fmla="*/ 38 h 135"/>
                <a:gd name="T82" fmla="*/ 0 w 375"/>
                <a:gd name="T83" fmla="*/ 24 h 135"/>
                <a:gd name="T84" fmla="*/ 0 w 375"/>
                <a:gd name="T85" fmla="*/ 13 h 135"/>
                <a:gd name="T86" fmla="*/ 1 w 375"/>
                <a:gd name="T87" fmla="*/ 4 h 135"/>
                <a:gd name="T88" fmla="*/ 6 w 375"/>
                <a:gd name="T89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75" h="135">
                  <a:moveTo>
                    <a:pt x="6" y="0"/>
                  </a:moveTo>
                  <a:lnTo>
                    <a:pt x="15" y="2"/>
                  </a:lnTo>
                  <a:lnTo>
                    <a:pt x="27" y="6"/>
                  </a:lnTo>
                  <a:lnTo>
                    <a:pt x="41" y="14"/>
                  </a:lnTo>
                  <a:lnTo>
                    <a:pt x="58" y="23"/>
                  </a:lnTo>
                  <a:lnTo>
                    <a:pt x="80" y="33"/>
                  </a:lnTo>
                  <a:lnTo>
                    <a:pt x="103" y="42"/>
                  </a:lnTo>
                  <a:lnTo>
                    <a:pt x="128" y="49"/>
                  </a:lnTo>
                  <a:lnTo>
                    <a:pt x="157" y="56"/>
                  </a:lnTo>
                  <a:lnTo>
                    <a:pt x="187" y="57"/>
                  </a:lnTo>
                  <a:lnTo>
                    <a:pt x="218" y="56"/>
                  </a:lnTo>
                  <a:lnTo>
                    <a:pt x="247" y="49"/>
                  </a:lnTo>
                  <a:lnTo>
                    <a:pt x="272" y="42"/>
                  </a:lnTo>
                  <a:lnTo>
                    <a:pt x="295" y="33"/>
                  </a:lnTo>
                  <a:lnTo>
                    <a:pt x="316" y="23"/>
                  </a:lnTo>
                  <a:lnTo>
                    <a:pt x="333" y="14"/>
                  </a:lnTo>
                  <a:lnTo>
                    <a:pt x="348" y="6"/>
                  </a:lnTo>
                  <a:lnTo>
                    <a:pt x="360" y="2"/>
                  </a:lnTo>
                  <a:lnTo>
                    <a:pt x="368" y="0"/>
                  </a:lnTo>
                  <a:lnTo>
                    <a:pt x="373" y="4"/>
                  </a:lnTo>
                  <a:lnTo>
                    <a:pt x="375" y="13"/>
                  </a:lnTo>
                  <a:lnTo>
                    <a:pt x="375" y="24"/>
                  </a:lnTo>
                  <a:lnTo>
                    <a:pt x="371" y="38"/>
                  </a:lnTo>
                  <a:lnTo>
                    <a:pt x="366" y="53"/>
                  </a:lnTo>
                  <a:lnTo>
                    <a:pt x="357" y="67"/>
                  </a:lnTo>
                  <a:lnTo>
                    <a:pt x="346" y="82"/>
                  </a:lnTo>
                  <a:lnTo>
                    <a:pt x="330" y="96"/>
                  </a:lnTo>
                  <a:lnTo>
                    <a:pt x="311" y="109"/>
                  </a:lnTo>
                  <a:lnTo>
                    <a:pt x="289" y="119"/>
                  </a:lnTo>
                  <a:lnTo>
                    <a:pt x="260" y="128"/>
                  </a:lnTo>
                  <a:lnTo>
                    <a:pt x="227" y="133"/>
                  </a:lnTo>
                  <a:lnTo>
                    <a:pt x="187" y="135"/>
                  </a:lnTo>
                  <a:lnTo>
                    <a:pt x="148" y="133"/>
                  </a:lnTo>
                  <a:lnTo>
                    <a:pt x="115" y="128"/>
                  </a:lnTo>
                  <a:lnTo>
                    <a:pt x="86" y="119"/>
                  </a:lnTo>
                  <a:lnTo>
                    <a:pt x="63" y="109"/>
                  </a:lnTo>
                  <a:lnTo>
                    <a:pt x="44" y="96"/>
                  </a:lnTo>
                  <a:lnTo>
                    <a:pt x="29" y="82"/>
                  </a:lnTo>
                  <a:lnTo>
                    <a:pt x="18" y="67"/>
                  </a:lnTo>
                  <a:lnTo>
                    <a:pt x="9" y="53"/>
                  </a:lnTo>
                  <a:lnTo>
                    <a:pt x="4" y="38"/>
                  </a:lnTo>
                  <a:lnTo>
                    <a:pt x="0" y="24"/>
                  </a:lnTo>
                  <a:lnTo>
                    <a:pt x="0" y="13"/>
                  </a:lnTo>
                  <a:lnTo>
                    <a:pt x="1" y="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Freeform 74">
              <a:extLst>
                <a:ext uri="{FF2B5EF4-FFF2-40B4-BE49-F238E27FC236}">
                  <a16:creationId xmlns:a16="http://schemas.microsoft.com/office/drawing/2014/main" id="{DC758074-AB8F-A0A0-29FF-3075F767B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1944"/>
              <a:ext cx="43" cy="15"/>
            </a:xfrm>
            <a:custGeom>
              <a:avLst/>
              <a:gdLst>
                <a:gd name="T0" fmla="*/ 128 w 129"/>
                <a:gd name="T1" fmla="*/ 0 h 47"/>
                <a:gd name="T2" fmla="*/ 129 w 129"/>
                <a:gd name="T3" fmla="*/ 4 h 47"/>
                <a:gd name="T4" fmla="*/ 129 w 129"/>
                <a:gd name="T5" fmla="*/ 12 h 47"/>
                <a:gd name="T6" fmla="*/ 125 w 129"/>
                <a:gd name="T7" fmla="*/ 19 h 47"/>
                <a:gd name="T8" fmla="*/ 120 w 129"/>
                <a:gd name="T9" fmla="*/ 28 h 47"/>
                <a:gd name="T10" fmla="*/ 112 w 129"/>
                <a:gd name="T11" fmla="*/ 35 h 47"/>
                <a:gd name="T12" fmla="*/ 101 w 129"/>
                <a:gd name="T13" fmla="*/ 41 h 47"/>
                <a:gd name="T14" fmla="*/ 85 w 129"/>
                <a:gd name="T15" fmla="*/ 46 h 47"/>
                <a:gd name="T16" fmla="*/ 64 w 129"/>
                <a:gd name="T17" fmla="*/ 47 h 47"/>
                <a:gd name="T18" fmla="*/ 44 w 129"/>
                <a:gd name="T19" fmla="*/ 46 h 47"/>
                <a:gd name="T20" fmla="*/ 28 w 129"/>
                <a:gd name="T21" fmla="*/ 41 h 47"/>
                <a:gd name="T22" fmla="*/ 16 w 129"/>
                <a:gd name="T23" fmla="*/ 35 h 47"/>
                <a:gd name="T24" fmla="*/ 9 w 129"/>
                <a:gd name="T25" fmla="*/ 28 h 47"/>
                <a:gd name="T26" fmla="*/ 4 w 129"/>
                <a:gd name="T27" fmla="*/ 19 h 47"/>
                <a:gd name="T28" fmla="*/ 0 w 129"/>
                <a:gd name="T29" fmla="*/ 12 h 47"/>
                <a:gd name="T30" fmla="*/ 0 w 129"/>
                <a:gd name="T31" fmla="*/ 4 h 47"/>
                <a:gd name="T32" fmla="*/ 1 w 129"/>
                <a:gd name="T33" fmla="*/ 0 h 47"/>
                <a:gd name="T34" fmla="*/ 5 w 129"/>
                <a:gd name="T35" fmla="*/ 2 h 47"/>
                <a:gd name="T36" fmla="*/ 13 w 129"/>
                <a:gd name="T37" fmla="*/ 4 h 47"/>
                <a:gd name="T38" fmla="*/ 21 w 129"/>
                <a:gd name="T39" fmla="*/ 9 h 47"/>
                <a:gd name="T40" fmla="*/ 34 w 129"/>
                <a:gd name="T41" fmla="*/ 14 h 47"/>
                <a:gd name="T42" fmla="*/ 48 w 129"/>
                <a:gd name="T43" fmla="*/ 18 h 47"/>
                <a:gd name="T44" fmla="*/ 64 w 129"/>
                <a:gd name="T45" fmla="*/ 21 h 47"/>
                <a:gd name="T46" fmla="*/ 81 w 129"/>
                <a:gd name="T47" fmla="*/ 18 h 47"/>
                <a:gd name="T48" fmla="*/ 95 w 129"/>
                <a:gd name="T49" fmla="*/ 14 h 47"/>
                <a:gd name="T50" fmla="*/ 107 w 129"/>
                <a:gd name="T51" fmla="*/ 9 h 47"/>
                <a:gd name="T52" fmla="*/ 116 w 129"/>
                <a:gd name="T53" fmla="*/ 4 h 47"/>
                <a:gd name="T54" fmla="*/ 124 w 129"/>
                <a:gd name="T55" fmla="*/ 2 h 47"/>
                <a:gd name="T56" fmla="*/ 128 w 129"/>
                <a:gd name="T5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47">
                  <a:moveTo>
                    <a:pt x="128" y="0"/>
                  </a:moveTo>
                  <a:lnTo>
                    <a:pt x="129" y="4"/>
                  </a:lnTo>
                  <a:lnTo>
                    <a:pt x="129" y="12"/>
                  </a:lnTo>
                  <a:lnTo>
                    <a:pt x="125" y="19"/>
                  </a:lnTo>
                  <a:lnTo>
                    <a:pt x="120" y="28"/>
                  </a:lnTo>
                  <a:lnTo>
                    <a:pt x="112" y="35"/>
                  </a:lnTo>
                  <a:lnTo>
                    <a:pt x="101" y="41"/>
                  </a:lnTo>
                  <a:lnTo>
                    <a:pt x="85" y="46"/>
                  </a:lnTo>
                  <a:lnTo>
                    <a:pt x="64" y="47"/>
                  </a:lnTo>
                  <a:lnTo>
                    <a:pt x="44" y="46"/>
                  </a:lnTo>
                  <a:lnTo>
                    <a:pt x="28" y="41"/>
                  </a:lnTo>
                  <a:lnTo>
                    <a:pt x="16" y="35"/>
                  </a:lnTo>
                  <a:lnTo>
                    <a:pt x="9" y="28"/>
                  </a:lnTo>
                  <a:lnTo>
                    <a:pt x="4" y="19"/>
                  </a:lnTo>
                  <a:lnTo>
                    <a:pt x="0" y="12"/>
                  </a:lnTo>
                  <a:lnTo>
                    <a:pt x="0" y="4"/>
                  </a:lnTo>
                  <a:lnTo>
                    <a:pt x="1" y="0"/>
                  </a:lnTo>
                  <a:lnTo>
                    <a:pt x="5" y="2"/>
                  </a:lnTo>
                  <a:lnTo>
                    <a:pt x="13" y="4"/>
                  </a:lnTo>
                  <a:lnTo>
                    <a:pt x="21" y="9"/>
                  </a:lnTo>
                  <a:lnTo>
                    <a:pt x="34" y="14"/>
                  </a:lnTo>
                  <a:lnTo>
                    <a:pt x="48" y="18"/>
                  </a:lnTo>
                  <a:lnTo>
                    <a:pt x="64" y="21"/>
                  </a:lnTo>
                  <a:lnTo>
                    <a:pt x="81" y="18"/>
                  </a:lnTo>
                  <a:lnTo>
                    <a:pt x="95" y="14"/>
                  </a:lnTo>
                  <a:lnTo>
                    <a:pt x="107" y="9"/>
                  </a:lnTo>
                  <a:lnTo>
                    <a:pt x="116" y="4"/>
                  </a:lnTo>
                  <a:lnTo>
                    <a:pt x="124" y="2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FCBC8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4" name="Freeform 75">
              <a:extLst>
                <a:ext uri="{FF2B5EF4-FFF2-40B4-BE49-F238E27FC236}">
                  <a16:creationId xmlns:a16="http://schemas.microsoft.com/office/drawing/2014/main" id="{19D38761-AC78-102C-4AD3-0EB202E84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" y="1895"/>
              <a:ext cx="198" cy="32"/>
            </a:xfrm>
            <a:custGeom>
              <a:avLst/>
              <a:gdLst>
                <a:gd name="T0" fmla="*/ 3 w 595"/>
                <a:gd name="T1" fmla="*/ 0 h 97"/>
                <a:gd name="T2" fmla="*/ 9 w 595"/>
                <a:gd name="T3" fmla="*/ 0 h 97"/>
                <a:gd name="T4" fmla="*/ 20 w 595"/>
                <a:gd name="T5" fmla="*/ 3 h 97"/>
                <a:gd name="T6" fmla="*/ 35 w 595"/>
                <a:gd name="T7" fmla="*/ 8 h 97"/>
                <a:gd name="T8" fmla="*/ 56 w 595"/>
                <a:gd name="T9" fmla="*/ 15 h 97"/>
                <a:gd name="T10" fmla="*/ 78 w 595"/>
                <a:gd name="T11" fmla="*/ 24 h 97"/>
                <a:gd name="T12" fmla="*/ 106 w 595"/>
                <a:gd name="T13" fmla="*/ 31 h 97"/>
                <a:gd name="T14" fmla="*/ 138 w 595"/>
                <a:gd name="T15" fmla="*/ 40 h 97"/>
                <a:gd name="T16" fmla="*/ 172 w 595"/>
                <a:gd name="T17" fmla="*/ 46 h 97"/>
                <a:gd name="T18" fmla="*/ 211 w 595"/>
                <a:gd name="T19" fmla="*/ 53 h 97"/>
                <a:gd name="T20" fmla="*/ 253 w 595"/>
                <a:gd name="T21" fmla="*/ 57 h 97"/>
                <a:gd name="T22" fmla="*/ 297 w 595"/>
                <a:gd name="T23" fmla="*/ 59 h 97"/>
                <a:gd name="T24" fmla="*/ 342 w 595"/>
                <a:gd name="T25" fmla="*/ 57 h 97"/>
                <a:gd name="T26" fmla="*/ 383 w 595"/>
                <a:gd name="T27" fmla="*/ 53 h 97"/>
                <a:gd name="T28" fmla="*/ 423 w 595"/>
                <a:gd name="T29" fmla="*/ 46 h 97"/>
                <a:gd name="T30" fmla="*/ 457 w 595"/>
                <a:gd name="T31" fmla="*/ 40 h 97"/>
                <a:gd name="T32" fmla="*/ 489 w 595"/>
                <a:gd name="T33" fmla="*/ 31 h 97"/>
                <a:gd name="T34" fmla="*/ 516 w 595"/>
                <a:gd name="T35" fmla="*/ 24 h 97"/>
                <a:gd name="T36" fmla="*/ 539 w 595"/>
                <a:gd name="T37" fmla="*/ 15 h 97"/>
                <a:gd name="T38" fmla="*/ 559 w 595"/>
                <a:gd name="T39" fmla="*/ 8 h 97"/>
                <a:gd name="T40" fmla="*/ 575 w 595"/>
                <a:gd name="T41" fmla="*/ 3 h 97"/>
                <a:gd name="T42" fmla="*/ 586 w 595"/>
                <a:gd name="T43" fmla="*/ 0 h 97"/>
                <a:gd name="T44" fmla="*/ 592 w 595"/>
                <a:gd name="T45" fmla="*/ 0 h 97"/>
                <a:gd name="T46" fmla="*/ 595 w 595"/>
                <a:gd name="T47" fmla="*/ 2 h 97"/>
                <a:gd name="T48" fmla="*/ 594 w 595"/>
                <a:gd name="T49" fmla="*/ 7 h 97"/>
                <a:gd name="T50" fmla="*/ 591 w 595"/>
                <a:gd name="T51" fmla="*/ 15 h 97"/>
                <a:gd name="T52" fmla="*/ 585 w 595"/>
                <a:gd name="T53" fmla="*/ 22 h 97"/>
                <a:gd name="T54" fmla="*/ 576 w 595"/>
                <a:gd name="T55" fmla="*/ 31 h 97"/>
                <a:gd name="T56" fmla="*/ 563 w 595"/>
                <a:gd name="T57" fmla="*/ 41 h 97"/>
                <a:gd name="T58" fmla="*/ 547 w 595"/>
                <a:gd name="T59" fmla="*/ 51 h 97"/>
                <a:gd name="T60" fmla="*/ 526 w 595"/>
                <a:gd name="T61" fmla="*/ 62 h 97"/>
                <a:gd name="T62" fmla="*/ 502 w 595"/>
                <a:gd name="T63" fmla="*/ 70 h 97"/>
                <a:gd name="T64" fmla="*/ 472 w 595"/>
                <a:gd name="T65" fmla="*/ 79 h 97"/>
                <a:gd name="T66" fmla="*/ 438 w 595"/>
                <a:gd name="T67" fmla="*/ 86 h 97"/>
                <a:gd name="T68" fmla="*/ 397 w 595"/>
                <a:gd name="T69" fmla="*/ 92 h 97"/>
                <a:gd name="T70" fmla="*/ 351 w 595"/>
                <a:gd name="T71" fmla="*/ 96 h 97"/>
                <a:gd name="T72" fmla="*/ 297 w 595"/>
                <a:gd name="T73" fmla="*/ 97 h 97"/>
                <a:gd name="T74" fmla="*/ 244 w 595"/>
                <a:gd name="T75" fmla="*/ 96 h 97"/>
                <a:gd name="T76" fmla="*/ 197 w 595"/>
                <a:gd name="T77" fmla="*/ 92 h 97"/>
                <a:gd name="T78" fmla="*/ 157 w 595"/>
                <a:gd name="T79" fmla="*/ 86 h 97"/>
                <a:gd name="T80" fmla="*/ 123 w 595"/>
                <a:gd name="T81" fmla="*/ 79 h 97"/>
                <a:gd name="T82" fmla="*/ 92 w 595"/>
                <a:gd name="T83" fmla="*/ 70 h 97"/>
                <a:gd name="T84" fmla="*/ 68 w 595"/>
                <a:gd name="T85" fmla="*/ 62 h 97"/>
                <a:gd name="T86" fmla="*/ 48 w 595"/>
                <a:gd name="T87" fmla="*/ 51 h 97"/>
                <a:gd name="T88" fmla="*/ 32 w 595"/>
                <a:gd name="T89" fmla="*/ 41 h 97"/>
                <a:gd name="T90" fmla="*/ 19 w 595"/>
                <a:gd name="T91" fmla="*/ 31 h 97"/>
                <a:gd name="T92" fmla="*/ 10 w 595"/>
                <a:gd name="T93" fmla="*/ 22 h 97"/>
                <a:gd name="T94" fmla="*/ 4 w 595"/>
                <a:gd name="T95" fmla="*/ 15 h 97"/>
                <a:gd name="T96" fmla="*/ 1 w 595"/>
                <a:gd name="T97" fmla="*/ 7 h 97"/>
                <a:gd name="T98" fmla="*/ 0 w 595"/>
                <a:gd name="T99" fmla="*/ 2 h 97"/>
                <a:gd name="T100" fmla="*/ 3 w 595"/>
                <a:gd name="T101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95" h="97">
                  <a:moveTo>
                    <a:pt x="3" y="0"/>
                  </a:moveTo>
                  <a:lnTo>
                    <a:pt x="9" y="0"/>
                  </a:lnTo>
                  <a:lnTo>
                    <a:pt x="20" y="3"/>
                  </a:lnTo>
                  <a:lnTo>
                    <a:pt x="35" y="8"/>
                  </a:lnTo>
                  <a:lnTo>
                    <a:pt x="56" y="15"/>
                  </a:lnTo>
                  <a:lnTo>
                    <a:pt x="78" y="24"/>
                  </a:lnTo>
                  <a:lnTo>
                    <a:pt x="106" y="31"/>
                  </a:lnTo>
                  <a:lnTo>
                    <a:pt x="138" y="40"/>
                  </a:lnTo>
                  <a:lnTo>
                    <a:pt x="172" y="46"/>
                  </a:lnTo>
                  <a:lnTo>
                    <a:pt x="211" y="53"/>
                  </a:lnTo>
                  <a:lnTo>
                    <a:pt x="253" y="57"/>
                  </a:lnTo>
                  <a:lnTo>
                    <a:pt x="297" y="59"/>
                  </a:lnTo>
                  <a:lnTo>
                    <a:pt x="342" y="57"/>
                  </a:lnTo>
                  <a:lnTo>
                    <a:pt x="383" y="53"/>
                  </a:lnTo>
                  <a:lnTo>
                    <a:pt x="423" y="46"/>
                  </a:lnTo>
                  <a:lnTo>
                    <a:pt x="457" y="40"/>
                  </a:lnTo>
                  <a:lnTo>
                    <a:pt x="489" y="31"/>
                  </a:lnTo>
                  <a:lnTo>
                    <a:pt x="516" y="24"/>
                  </a:lnTo>
                  <a:lnTo>
                    <a:pt x="539" y="15"/>
                  </a:lnTo>
                  <a:lnTo>
                    <a:pt x="559" y="8"/>
                  </a:lnTo>
                  <a:lnTo>
                    <a:pt x="575" y="3"/>
                  </a:lnTo>
                  <a:lnTo>
                    <a:pt x="586" y="0"/>
                  </a:lnTo>
                  <a:lnTo>
                    <a:pt x="592" y="0"/>
                  </a:lnTo>
                  <a:lnTo>
                    <a:pt x="595" y="2"/>
                  </a:lnTo>
                  <a:lnTo>
                    <a:pt x="594" y="7"/>
                  </a:lnTo>
                  <a:lnTo>
                    <a:pt x="591" y="15"/>
                  </a:lnTo>
                  <a:lnTo>
                    <a:pt x="585" y="22"/>
                  </a:lnTo>
                  <a:lnTo>
                    <a:pt x="576" y="31"/>
                  </a:lnTo>
                  <a:lnTo>
                    <a:pt x="563" y="41"/>
                  </a:lnTo>
                  <a:lnTo>
                    <a:pt x="547" y="51"/>
                  </a:lnTo>
                  <a:lnTo>
                    <a:pt x="526" y="62"/>
                  </a:lnTo>
                  <a:lnTo>
                    <a:pt x="502" y="70"/>
                  </a:lnTo>
                  <a:lnTo>
                    <a:pt x="472" y="79"/>
                  </a:lnTo>
                  <a:lnTo>
                    <a:pt x="438" y="86"/>
                  </a:lnTo>
                  <a:lnTo>
                    <a:pt x="397" y="92"/>
                  </a:lnTo>
                  <a:lnTo>
                    <a:pt x="351" y="96"/>
                  </a:lnTo>
                  <a:lnTo>
                    <a:pt x="297" y="97"/>
                  </a:lnTo>
                  <a:lnTo>
                    <a:pt x="244" y="96"/>
                  </a:lnTo>
                  <a:lnTo>
                    <a:pt x="197" y="92"/>
                  </a:lnTo>
                  <a:lnTo>
                    <a:pt x="157" y="86"/>
                  </a:lnTo>
                  <a:lnTo>
                    <a:pt x="123" y="79"/>
                  </a:lnTo>
                  <a:lnTo>
                    <a:pt x="92" y="70"/>
                  </a:lnTo>
                  <a:lnTo>
                    <a:pt x="68" y="62"/>
                  </a:lnTo>
                  <a:lnTo>
                    <a:pt x="48" y="51"/>
                  </a:lnTo>
                  <a:lnTo>
                    <a:pt x="32" y="41"/>
                  </a:lnTo>
                  <a:lnTo>
                    <a:pt x="19" y="31"/>
                  </a:lnTo>
                  <a:lnTo>
                    <a:pt x="10" y="22"/>
                  </a:lnTo>
                  <a:lnTo>
                    <a:pt x="4" y="15"/>
                  </a:lnTo>
                  <a:lnTo>
                    <a:pt x="1" y="7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7945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5" name="Freeform 76">
              <a:extLst>
                <a:ext uri="{FF2B5EF4-FFF2-40B4-BE49-F238E27FC236}">
                  <a16:creationId xmlns:a16="http://schemas.microsoft.com/office/drawing/2014/main" id="{A703D4FA-EB6D-C667-54D2-C2BDA12A6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" y="2105"/>
              <a:ext cx="458" cy="237"/>
            </a:xfrm>
            <a:custGeom>
              <a:avLst/>
              <a:gdLst>
                <a:gd name="T0" fmla="*/ 1372 w 1372"/>
                <a:gd name="T1" fmla="*/ 0 h 711"/>
                <a:gd name="T2" fmla="*/ 1372 w 1372"/>
                <a:gd name="T3" fmla="*/ 711 h 711"/>
                <a:gd name="T4" fmla="*/ 0 w 1372"/>
                <a:gd name="T5" fmla="*/ 711 h 711"/>
                <a:gd name="T6" fmla="*/ 4 w 1372"/>
                <a:gd name="T7" fmla="*/ 673 h 711"/>
                <a:gd name="T8" fmla="*/ 17 w 1372"/>
                <a:gd name="T9" fmla="*/ 634 h 711"/>
                <a:gd name="T10" fmla="*/ 36 w 1372"/>
                <a:gd name="T11" fmla="*/ 593 h 711"/>
                <a:gd name="T12" fmla="*/ 62 w 1372"/>
                <a:gd name="T13" fmla="*/ 552 h 711"/>
                <a:gd name="T14" fmla="*/ 95 w 1372"/>
                <a:gd name="T15" fmla="*/ 510 h 711"/>
                <a:gd name="T16" fmla="*/ 135 w 1372"/>
                <a:gd name="T17" fmla="*/ 468 h 711"/>
                <a:gd name="T18" fmla="*/ 179 w 1372"/>
                <a:gd name="T19" fmla="*/ 426 h 711"/>
                <a:gd name="T20" fmla="*/ 230 w 1372"/>
                <a:gd name="T21" fmla="*/ 384 h 711"/>
                <a:gd name="T22" fmla="*/ 285 w 1372"/>
                <a:gd name="T23" fmla="*/ 344 h 711"/>
                <a:gd name="T24" fmla="*/ 345 w 1372"/>
                <a:gd name="T25" fmla="*/ 305 h 711"/>
                <a:gd name="T26" fmla="*/ 409 w 1372"/>
                <a:gd name="T27" fmla="*/ 267 h 711"/>
                <a:gd name="T28" fmla="*/ 478 w 1372"/>
                <a:gd name="T29" fmla="*/ 229 h 711"/>
                <a:gd name="T30" fmla="*/ 550 w 1372"/>
                <a:gd name="T31" fmla="*/ 193 h 711"/>
                <a:gd name="T32" fmla="*/ 624 w 1372"/>
                <a:gd name="T33" fmla="*/ 160 h 711"/>
                <a:gd name="T34" fmla="*/ 702 w 1372"/>
                <a:gd name="T35" fmla="*/ 130 h 711"/>
                <a:gd name="T36" fmla="*/ 781 w 1372"/>
                <a:gd name="T37" fmla="*/ 102 h 711"/>
                <a:gd name="T38" fmla="*/ 864 w 1372"/>
                <a:gd name="T39" fmla="*/ 77 h 711"/>
                <a:gd name="T40" fmla="*/ 947 w 1372"/>
                <a:gd name="T41" fmla="*/ 54 h 711"/>
                <a:gd name="T42" fmla="*/ 1031 w 1372"/>
                <a:gd name="T43" fmla="*/ 35 h 711"/>
                <a:gd name="T44" fmla="*/ 1117 w 1372"/>
                <a:gd name="T45" fmla="*/ 20 h 711"/>
                <a:gd name="T46" fmla="*/ 1202 w 1372"/>
                <a:gd name="T47" fmla="*/ 9 h 711"/>
                <a:gd name="T48" fmla="*/ 1288 w 1372"/>
                <a:gd name="T49" fmla="*/ 2 h 711"/>
                <a:gd name="T50" fmla="*/ 1372 w 1372"/>
                <a:gd name="T51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72" h="711">
                  <a:moveTo>
                    <a:pt x="1372" y="0"/>
                  </a:moveTo>
                  <a:lnTo>
                    <a:pt x="1372" y="711"/>
                  </a:lnTo>
                  <a:lnTo>
                    <a:pt x="0" y="711"/>
                  </a:lnTo>
                  <a:lnTo>
                    <a:pt x="4" y="673"/>
                  </a:lnTo>
                  <a:lnTo>
                    <a:pt x="17" y="634"/>
                  </a:lnTo>
                  <a:lnTo>
                    <a:pt x="36" y="593"/>
                  </a:lnTo>
                  <a:lnTo>
                    <a:pt x="62" y="552"/>
                  </a:lnTo>
                  <a:lnTo>
                    <a:pt x="95" y="510"/>
                  </a:lnTo>
                  <a:lnTo>
                    <a:pt x="135" y="468"/>
                  </a:lnTo>
                  <a:lnTo>
                    <a:pt x="179" y="426"/>
                  </a:lnTo>
                  <a:lnTo>
                    <a:pt x="230" y="384"/>
                  </a:lnTo>
                  <a:lnTo>
                    <a:pt x="285" y="344"/>
                  </a:lnTo>
                  <a:lnTo>
                    <a:pt x="345" y="305"/>
                  </a:lnTo>
                  <a:lnTo>
                    <a:pt x="409" y="267"/>
                  </a:lnTo>
                  <a:lnTo>
                    <a:pt x="478" y="229"/>
                  </a:lnTo>
                  <a:lnTo>
                    <a:pt x="550" y="193"/>
                  </a:lnTo>
                  <a:lnTo>
                    <a:pt x="624" y="160"/>
                  </a:lnTo>
                  <a:lnTo>
                    <a:pt x="702" y="130"/>
                  </a:lnTo>
                  <a:lnTo>
                    <a:pt x="781" y="102"/>
                  </a:lnTo>
                  <a:lnTo>
                    <a:pt x="864" y="77"/>
                  </a:lnTo>
                  <a:lnTo>
                    <a:pt x="947" y="54"/>
                  </a:lnTo>
                  <a:lnTo>
                    <a:pt x="1031" y="35"/>
                  </a:lnTo>
                  <a:lnTo>
                    <a:pt x="1117" y="20"/>
                  </a:lnTo>
                  <a:lnTo>
                    <a:pt x="1202" y="9"/>
                  </a:lnTo>
                  <a:lnTo>
                    <a:pt x="1288" y="2"/>
                  </a:lnTo>
                  <a:lnTo>
                    <a:pt x="1372" y="0"/>
                  </a:lnTo>
                  <a:close/>
                </a:path>
              </a:pathLst>
            </a:custGeom>
            <a:solidFill>
              <a:srgbClr val="C1B3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Freeform 77">
              <a:extLst>
                <a:ext uri="{FF2B5EF4-FFF2-40B4-BE49-F238E27FC236}">
                  <a16:creationId xmlns:a16="http://schemas.microsoft.com/office/drawing/2014/main" id="{F3AC7512-44CA-D5E5-C420-5DE7932C8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2105"/>
              <a:ext cx="457" cy="237"/>
            </a:xfrm>
            <a:custGeom>
              <a:avLst/>
              <a:gdLst>
                <a:gd name="T0" fmla="*/ 0 w 1372"/>
                <a:gd name="T1" fmla="*/ 0 h 711"/>
                <a:gd name="T2" fmla="*/ 85 w 1372"/>
                <a:gd name="T3" fmla="*/ 2 h 711"/>
                <a:gd name="T4" fmla="*/ 171 w 1372"/>
                <a:gd name="T5" fmla="*/ 9 h 711"/>
                <a:gd name="T6" fmla="*/ 256 w 1372"/>
                <a:gd name="T7" fmla="*/ 20 h 711"/>
                <a:gd name="T8" fmla="*/ 342 w 1372"/>
                <a:gd name="T9" fmla="*/ 35 h 711"/>
                <a:gd name="T10" fmla="*/ 426 w 1372"/>
                <a:gd name="T11" fmla="*/ 54 h 711"/>
                <a:gd name="T12" fmla="*/ 509 w 1372"/>
                <a:gd name="T13" fmla="*/ 77 h 711"/>
                <a:gd name="T14" fmla="*/ 591 w 1372"/>
                <a:gd name="T15" fmla="*/ 102 h 711"/>
                <a:gd name="T16" fmla="*/ 671 w 1372"/>
                <a:gd name="T17" fmla="*/ 130 h 711"/>
                <a:gd name="T18" fmla="*/ 748 w 1372"/>
                <a:gd name="T19" fmla="*/ 160 h 711"/>
                <a:gd name="T20" fmla="*/ 823 w 1372"/>
                <a:gd name="T21" fmla="*/ 193 h 711"/>
                <a:gd name="T22" fmla="*/ 895 w 1372"/>
                <a:gd name="T23" fmla="*/ 229 h 711"/>
                <a:gd name="T24" fmla="*/ 964 w 1372"/>
                <a:gd name="T25" fmla="*/ 267 h 711"/>
                <a:gd name="T26" fmla="*/ 1028 w 1372"/>
                <a:gd name="T27" fmla="*/ 305 h 711"/>
                <a:gd name="T28" fmla="*/ 1088 w 1372"/>
                <a:gd name="T29" fmla="*/ 344 h 711"/>
                <a:gd name="T30" fmla="*/ 1143 w 1372"/>
                <a:gd name="T31" fmla="*/ 384 h 711"/>
                <a:gd name="T32" fmla="*/ 1194 w 1372"/>
                <a:gd name="T33" fmla="*/ 426 h 711"/>
                <a:gd name="T34" fmla="*/ 1238 w 1372"/>
                <a:gd name="T35" fmla="*/ 468 h 711"/>
                <a:gd name="T36" fmla="*/ 1277 w 1372"/>
                <a:gd name="T37" fmla="*/ 510 h 711"/>
                <a:gd name="T38" fmla="*/ 1310 w 1372"/>
                <a:gd name="T39" fmla="*/ 552 h 711"/>
                <a:gd name="T40" fmla="*/ 1337 w 1372"/>
                <a:gd name="T41" fmla="*/ 593 h 711"/>
                <a:gd name="T42" fmla="*/ 1356 w 1372"/>
                <a:gd name="T43" fmla="*/ 634 h 711"/>
                <a:gd name="T44" fmla="*/ 1367 w 1372"/>
                <a:gd name="T45" fmla="*/ 673 h 711"/>
                <a:gd name="T46" fmla="*/ 1372 w 1372"/>
                <a:gd name="T47" fmla="*/ 711 h 711"/>
                <a:gd name="T48" fmla="*/ 0 w 1372"/>
                <a:gd name="T49" fmla="*/ 711 h 711"/>
                <a:gd name="T50" fmla="*/ 0 w 1372"/>
                <a:gd name="T51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72" h="711">
                  <a:moveTo>
                    <a:pt x="0" y="0"/>
                  </a:moveTo>
                  <a:lnTo>
                    <a:pt x="85" y="2"/>
                  </a:lnTo>
                  <a:lnTo>
                    <a:pt x="171" y="9"/>
                  </a:lnTo>
                  <a:lnTo>
                    <a:pt x="256" y="20"/>
                  </a:lnTo>
                  <a:lnTo>
                    <a:pt x="342" y="35"/>
                  </a:lnTo>
                  <a:lnTo>
                    <a:pt x="426" y="54"/>
                  </a:lnTo>
                  <a:lnTo>
                    <a:pt x="509" y="77"/>
                  </a:lnTo>
                  <a:lnTo>
                    <a:pt x="591" y="102"/>
                  </a:lnTo>
                  <a:lnTo>
                    <a:pt x="671" y="130"/>
                  </a:lnTo>
                  <a:lnTo>
                    <a:pt x="748" y="160"/>
                  </a:lnTo>
                  <a:lnTo>
                    <a:pt x="823" y="193"/>
                  </a:lnTo>
                  <a:lnTo>
                    <a:pt x="895" y="229"/>
                  </a:lnTo>
                  <a:lnTo>
                    <a:pt x="964" y="267"/>
                  </a:lnTo>
                  <a:lnTo>
                    <a:pt x="1028" y="305"/>
                  </a:lnTo>
                  <a:lnTo>
                    <a:pt x="1088" y="344"/>
                  </a:lnTo>
                  <a:lnTo>
                    <a:pt x="1143" y="384"/>
                  </a:lnTo>
                  <a:lnTo>
                    <a:pt x="1194" y="426"/>
                  </a:lnTo>
                  <a:lnTo>
                    <a:pt x="1238" y="468"/>
                  </a:lnTo>
                  <a:lnTo>
                    <a:pt x="1277" y="510"/>
                  </a:lnTo>
                  <a:lnTo>
                    <a:pt x="1310" y="552"/>
                  </a:lnTo>
                  <a:lnTo>
                    <a:pt x="1337" y="593"/>
                  </a:lnTo>
                  <a:lnTo>
                    <a:pt x="1356" y="634"/>
                  </a:lnTo>
                  <a:lnTo>
                    <a:pt x="1367" y="673"/>
                  </a:lnTo>
                  <a:lnTo>
                    <a:pt x="1372" y="711"/>
                  </a:lnTo>
                  <a:lnTo>
                    <a:pt x="0" y="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B3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7" name="Freeform 78">
              <a:extLst>
                <a:ext uri="{FF2B5EF4-FFF2-40B4-BE49-F238E27FC236}">
                  <a16:creationId xmlns:a16="http://schemas.microsoft.com/office/drawing/2014/main" id="{43313A02-E784-72CB-6455-CB23BB35F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" y="958"/>
              <a:ext cx="1078" cy="947"/>
            </a:xfrm>
            <a:custGeom>
              <a:avLst/>
              <a:gdLst>
                <a:gd name="T0" fmla="*/ 1953 w 3235"/>
                <a:gd name="T1" fmla="*/ 64 h 2839"/>
                <a:gd name="T2" fmla="*/ 2411 w 3235"/>
                <a:gd name="T3" fmla="*/ 263 h 2839"/>
                <a:gd name="T4" fmla="*/ 2748 w 3235"/>
                <a:gd name="T5" fmla="*/ 522 h 2839"/>
                <a:gd name="T6" fmla="*/ 2921 w 3235"/>
                <a:gd name="T7" fmla="*/ 792 h 2839"/>
                <a:gd name="T8" fmla="*/ 3107 w 3235"/>
                <a:gd name="T9" fmla="*/ 1167 h 2839"/>
                <a:gd name="T10" fmla="*/ 3229 w 3235"/>
                <a:gd name="T11" fmla="*/ 1397 h 2839"/>
                <a:gd name="T12" fmla="*/ 3153 w 3235"/>
                <a:gd name="T13" fmla="*/ 1439 h 2839"/>
                <a:gd name="T14" fmla="*/ 3024 w 3235"/>
                <a:gd name="T15" fmla="*/ 1313 h 2839"/>
                <a:gd name="T16" fmla="*/ 3012 w 3235"/>
                <a:gd name="T17" fmla="*/ 1302 h 2839"/>
                <a:gd name="T18" fmla="*/ 3068 w 3235"/>
                <a:gd name="T19" fmla="*/ 1587 h 2839"/>
                <a:gd name="T20" fmla="*/ 3065 w 3235"/>
                <a:gd name="T21" fmla="*/ 2109 h 2839"/>
                <a:gd name="T22" fmla="*/ 2927 w 3235"/>
                <a:gd name="T23" fmla="*/ 2475 h 2839"/>
                <a:gd name="T24" fmla="*/ 2711 w 3235"/>
                <a:gd name="T25" fmla="*/ 2718 h 2839"/>
                <a:gd name="T26" fmla="*/ 2557 w 3235"/>
                <a:gd name="T27" fmla="*/ 2807 h 2839"/>
                <a:gd name="T28" fmla="*/ 2607 w 3235"/>
                <a:gd name="T29" fmla="*/ 2643 h 2839"/>
                <a:gd name="T30" fmla="*/ 2633 w 3235"/>
                <a:gd name="T31" fmla="*/ 2288 h 2839"/>
                <a:gd name="T32" fmla="*/ 2598 w 3235"/>
                <a:gd name="T33" fmla="*/ 2033 h 2839"/>
                <a:gd name="T34" fmla="*/ 2565 w 3235"/>
                <a:gd name="T35" fmla="*/ 2049 h 2839"/>
                <a:gd name="T36" fmla="*/ 2502 w 3235"/>
                <a:gd name="T37" fmla="*/ 2068 h 2839"/>
                <a:gd name="T38" fmla="*/ 2441 w 3235"/>
                <a:gd name="T39" fmla="*/ 1743 h 2839"/>
                <a:gd name="T40" fmla="*/ 2300 w 3235"/>
                <a:gd name="T41" fmla="*/ 1514 h 2839"/>
                <a:gd name="T42" fmla="*/ 2219 w 3235"/>
                <a:gd name="T43" fmla="*/ 1450 h 2839"/>
                <a:gd name="T44" fmla="*/ 2246 w 3235"/>
                <a:gd name="T45" fmla="*/ 1514 h 2839"/>
                <a:gd name="T46" fmla="*/ 2203 w 3235"/>
                <a:gd name="T47" fmla="*/ 1585 h 2839"/>
                <a:gd name="T48" fmla="*/ 1798 w 3235"/>
                <a:gd name="T49" fmla="*/ 1515 h 2839"/>
                <a:gd name="T50" fmla="*/ 1550 w 3235"/>
                <a:gd name="T51" fmla="*/ 1414 h 2839"/>
                <a:gd name="T52" fmla="*/ 1539 w 3235"/>
                <a:gd name="T53" fmla="*/ 1431 h 2839"/>
                <a:gd name="T54" fmla="*/ 1564 w 3235"/>
                <a:gd name="T55" fmla="*/ 1553 h 2839"/>
                <a:gd name="T56" fmla="*/ 1368 w 3235"/>
                <a:gd name="T57" fmla="*/ 1572 h 2839"/>
                <a:gd name="T58" fmla="*/ 1056 w 3235"/>
                <a:gd name="T59" fmla="*/ 1477 h 2839"/>
                <a:gd name="T60" fmla="*/ 900 w 3235"/>
                <a:gd name="T61" fmla="*/ 1401 h 2839"/>
                <a:gd name="T62" fmla="*/ 852 w 3235"/>
                <a:gd name="T63" fmla="*/ 1504 h 2839"/>
                <a:gd name="T64" fmla="*/ 763 w 3235"/>
                <a:gd name="T65" fmla="*/ 1801 h 2839"/>
                <a:gd name="T66" fmla="*/ 733 w 3235"/>
                <a:gd name="T67" fmla="*/ 2039 h 2839"/>
                <a:gd name="T68" fmla="*/ 663 w 3235"/>
                <a:gd name="T69" fmla="*/ 1983 h 2839"/>
                <a:gd name="T70" fmla="*/ 638 w 3235"/>
                <a:gd name="T71" fmla="*/ 1949 h 2839"/>
                <a:gd name="T72" fmla="*/ 613 w 3235"/>
                <a:gd name="T73" fmla="*/ 2225 h 2839"/>
                <a:gd name="T74" fmla="*/ 647 w 3235"/>
                <a:gd name="T75" fmla="*/ 2612 h 2839"/>
                <a:gd name="T76" fmla="*/ 734 w 3235"/>
                <a:gd name="T77" fmla="*/ 2836 h 2839"/>
                <a:gd name="T78" fmla="*/ 611 w 3235"/>
                <a:gd name="T79" fmla="*/ 2779 h 2839"/>
                <a:gd name="T80" fmla="*/ 400 w 3235"/>
                <a:gd name="T81" fmla="*/ 2574 h 2839"/>
                <a:gd name="T82" fmla="*/ 233 w 3235"/>
                <a:gd name="T83" fmla="*/ 2258 h 2839"/>
                <a:gd name="T84" fmla="*/ 163 w 3235"/>
                <a:gd name="T85" fmla="*/ 1654 h 2839"/>
                <a:gd name="T86" fmla="*/ 189 w 3235"/>
                <a:gd name="T87" fmla="*/ 1170 h 2839"/>
                <a:gd name="T88" fmla="*/ 195 w 3235"/>
                <a:gd name="T89" fmla="*/ 914 h 2839"/>
                <a:gd name="T90" fmla="*/ 80 w 3235"/>
                <a:gd name="T91" fmla="*/ 875 h 2839"/>
                <a:gd name="T92" fmla="*/ 0 w 3235"/>
                <a:gd name="T93" fmla="*/ 866 h 2839"/>
                <a:gd name="T94" fmla="*/ 125 w 3235"/>
                <a:gd name="T95" fmla="*/ 734 h 2839"/>
                <a:gd name="T96" fmla="*/ 285 w 3235"/>
                <a:gd name="T97" fmla="*/ 580 h 2839"/>
                <a:gd name="T98" fmla="*/ 334 w 3235"/>
                <a:gd name="T99" fmla="*/ 393 h 2839"/>
                <a:gd name="T100" fmla="*/ 386 w 3235"/>
                <a:gd name="T101" fmla="*/ 313 h 2839"/>
                <a:gd name="T102" fmla="*/ 429 w 3235"/>
                <a:gd name="T103" fmla="*/ 481 h 2839"/>
                <a:gd name="T104" fmla="*/ 397 w 3235"/>
                <a:gd name="T105" fmla="*/ 604 h 2839"/>
                <a:gd name="T106" fmla="*/ 890 w 3235"/>
                <a:gd name="T107" fmla="*/ 156 h 2839"/>
                <a:gd name="T108" fmla="*/ 1426 w 3235"/>
                <a:gd name="T109" fmla="*/ 3 h 2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35" h="2839">
                  <a:moveTo>
                    <a:pt x="1504" y="0"/>
                  </a:moveTo>
                  <a:lnTo>
                    <a:pt x="1581" y="2"/>
                  </a:lnTo>
                  <a:lnTo>
                    <a:pt x="1657" y="7"/>
                  </a:lnTo>
                  <a:lnTo>
                    <a:pt x="1733" y="17"/>
                  </a:lnTo>
                  <a:lnTo>
                    <a:pt x="1807" y="29"/>
                  </a:lnTo>
                  <a:lnTo>
                    <a:pt x="1881" y="45"/>
                  </a:lnTo>
                  <a:lnTo>
                    <a:pt x="1953" y="64"/>
                  </a:lnTo>
                  <a:lnTo>
                    <a:pt x="2024" y="86"/>
                  </a:lnTo>
                  <a:lnTo>
                    <a:pt x="2093" y="110"/>
                  </a:lnTo>
                  <a:lnTo>
                    <a:pt x="2160" y="137"/>
                  </a:lnTo>
                  <a:lnTo>
                    <a:pt x="2226" y="166"/>
                  </a:lnTo>
                  <a:lnTo>
                    <a:pt x="2291" y="196"/>
                  </a:lnTo>
                  <a:lnTo>
                    <a:pt x="2353" y="229"/>
                  </a:lnTo>
                  <a:lnTo>
                    <a:pt x="2411" y="263"/>
                  </a:lnTo>
                  <a:lnTo>
                    <a:pt x="2468" y="298"/>
                  </a:lnTo>
                  <a:lnTo>
                    <a:pt x="2522" y="334"/>
                  </a:lnTo>
                  <a:lnTo>
                    <a:pt x="2574" y="371"/>
                  </a:lnTo>
                  <a:lnTo>
                    <a:pt x="2622" y="408"/>
                  </a:lnTo>
                  <a:lnTo>
                    <a:pt x="2668" y="446"/>
                  </a:lnTo>
                  <a:lnTo>
                    <a:pt x="2710" y="484"/>
                  </a:lnTo>
                  <a:lnTo>
                    <a:pt x="2748" y="522"/>
                  </a:lnTo>
                  <a:lnTo>
                    <a:pt x="2782" y="558"/>
                  </a:lnTo>
                  <a:lnTo>
                    <a:pt x="2813" y="595"/>
                  </a:lnTo>
                  <a:lnTo>
                    <a:pt x="2840" y="630"/>
                  </a:lnTo>
                  <a:lnTo>
                    <a:pt x="2863" y="665"/>
                  </a:lnTo>
                  <a:lnTo>
                    <a:pt x="2882" y="699"/>
                  </a:lnTo>
                  <a:lnTo>
                    <a:pt x="2896" y="730"/>
                  </a:lnTo>
                  <a:lnTo>
                    <a:pt x="2921" y="792"/>
                  </a:lnTo>
                  <a:lnTo>
                    <a:pt x="2946" y="853"/>
                  </a:lnTo>
                  <a:lnTo>
                    <a:pt x="2973" y="911"/>
                  </a:lnTo>
                  <a:lnTo>
                    <a:pt x="3001" y="967"/>
                  </a:lnTo>
                  <a:lnTo>
                    <a:pt x="3027" y="1021"/>
                  </a:lnTo>
                  <a:lnTo>
                    <a:pt x="3055" y="1072"/>
                  </a:lnTo>
                  <a:lnTo>
                    <a:pt x="3082" y="1120"/>
                  </a:lnTo>
                  <a:lnTo>
                    <a:pt x="3107" y="1167"/>
                  </a:lnTo>
                  <a:lnTo>
                    <a:pt x="3131" y="1209"/>
                  </a:lnTo>
                  <a:lnTo>
                    <a:pt x="3154" y="1249"/>
                  </a:lnTo>
                  <a:lnTo>
                    <a:pt x="3174" y="1285"/>
                  </a:lnTo>
                  <a:lnTo>
                    <a:pt x="3193" y="1319"/>
                  </a:lnTo>
                  <a:lnTo>
                    <a:pt x="3208" y="1348"/>
                  </a:lnTo>
                  <a:lnTo>
                    <a:pt x="3220" y="1375"/>
                  </a:lnTo>
                  <a:lnTo>
                    <a:pt x="3229" y="1397"/>
                  </a:lnTo>
                  <a:lnTo>
                    <a:pt x="3234" y="1415"/>
                  </a:lnTo>
                  <a:lnTo>
                    <a:pt x="3235" y="1430"/>
                  </a:lnTo>
                  <a:lnTo>
                    <a:pt x="3231" y="1442"/>
                  </a:lnTo>
                  <a:lnTo>
                    <a:pt x="3222" y="1448"/>
                  </a:lnTo>
                  <a:lnTo>
                    <a:pt x="3208" y="1450"/>
                  </a:lnTo>
                  <a:lnTo>
                    <a:pt x="3181" y="1447"/>
                  </a:lnTo>
                  <a:lnTo>
                    <a:pt x="3153" y="1439"/>
                  </a:lnTo>
                  <a:lnTo>
                    <a:pt x="3129" y="1426"/>
                  </a:lnTo>
                  <a:lnTo>
                    <a:pt x="3106" y="1410"/>
                  </a:lnTo>
                  <a:lnTo>
                    <a:pt x="3084" y="1391"/>
                  </a:lnTo>
                  <a:lnTo>
                    <a:pt x="3067" y="1371"/>
                  </a:lnTo>
                  <a:lnTo>
                    <a:pt x="3050" y="1351"/>
                  </a:lnTo>
                  <a:lnTo>
                    <a:pt x="3036" y="1330"/>
                  </a:lnTo>
                  <a:lnTo>
                    <a:pt x="3024" y="1313"/>
                  </a:lnTo>
                  <a:lnTo>
                    <a:pt x="3015" y="1296"/>
                  </a:lnTo>
                  <a:lnTo>
                    <a:pt x="3008" y="1283"/>
                  </a:lnTo>
                  <a:lnTo>
                    <a:pt x="3005" y="1275"/>
                  </a:lnTo>
                  <a:lnTo>
                    <a:pt x="3003" y="1272"/>
                  </a:lnTo>
                  <a:lnTo>
                    <a:pt x="3005" y="1276"/>
                  </a:lnTo>
                  <a:lnTo>
                    <a:pt x="3007" y="1286"/>
                  </a:lnTo>
                  <a:lnTo>
                    <a:pt x="3012" y="1302"/>
                  </a:lnTo>
                  <a:lnTo>
                    <a:pt x="3019" y="1326"/>
                  </a:lnTo>
                  <a:lnTo>
                    <a:pt x="3026" y="1356"/>
                  </a:lnTo>
                  <a:lnTo>
                    <a:pt x="3035" y="1391"/>
                  </a:lnTo>
                  <a:lnTo>
                    <a:pt x="3044" y="1431"/>
                  </a:lnTo>
                  <a:lnTo>
                    <a:pt x="3053" y="1478"/>
                  </a:lnTo>
                  <a:lnTo>
                    <a:pt x="3060" y="1530"/>
                  </a:lnTo>
                  <a:lnTo>
                    <a:pt x="3068" y="1587"/>
                  </a:lnTo>
                  <a:lnTo>
                    <a:pt x="3074" y="1649"/>
                  </a:lnTo>
                  <a:lnTo>
                    <a:pt x="3078" y="1715"/>
                  </a:lnTo>
                  <a:lnTo>
                    <a:pt x="3081" y="1786"/>
                  </a:lnTo>
                  <a:lnTo>
                    <a:pt x="3082" y="1860"/>
                  </a:lnTo>
                  <a:lnTo>
                    <a:pt x="3079" y="1940"/>
                  </a:lnTo>
                  <a:lnTo>
                    <a:pt x="3074" y="2022"/>
                  </a:lnTo>
                  <a:lnTo>
                    <a:pt x="3065" y="2109"/>
                  </a:lnTo>
                  <a:lnTo>
                    <a:pt x="3055" y="2168"/>
                  </a:lnTo>
                  <a:lnTo>
                    <a:pt x="3043" y="2224"/>
                  </a:lnTo>
                  <a:lnTo>
                    <a:pt x="3025" y="2279"/>
                  </a:lnTo>
                  <a:lnTo>
                    <a:pt x="3005" y="2331"/>
                  </a:lnTo>
                  <a:lnTo>
                    <a:pt x="2982" y="2382"/>
                  </a:lnTo>
                  <a:lnTo>
                    <a:pt x="2955" y="2430"/>
                  </a:lnTo>
                  <a:lnTo>
                    <a:pt x="2927" y="2475"/>
                  </a:lnTo>
                  <a:lnTo>
                    <a:pt x="2898" y="2519"/>
                  </a:lnTo>
                  <a:lnTo>
                    <a:pt x="2868" y="2559"/>
                  </a:lnTo>
                  <a:lnTo>
                    <a:pt x="2836" y="2597"/>
                  </a:lnTo>
                  <a:lnTo>
                    <a:pt x="2805" y="2631"/>
                  </a:lnTo>
                  <a:lnTo>
                    <a:pt x="2772" y="2664"/>
                  </a:lnTo>
                  <a:lnTo>
                    <a:pt x="2741" y="2693"/>
                  </a:lnTo>
                  <a:lnTo>
                    <a:pt x="2711" y="2718"/>
                  </a:lnTo>
                  <a:lnTo>
                    <a:pt x="2681" y="2741"/>
                  </a:lnTo>
                  <a:lnTo>
                    <a:pt x="2654" y="2761"/>
                  </a:lnTo>
                  <a:lnTo>
                    <a:pt x="2629" y="2778"/>
                  </a:lnTo>
                  <a:lnTo>
                    <a:pt x="2606" y="2791"/>
                  </a:lnTo>
                  <a:lnTo>
                    <a:pt x="2586" y="2799"/>
                  </a:lnTo>
                  <a:lnTo>
                    <a:pt x="2569" y="2806"/>
                  </a:lnTo>
                  <a:lnTo>
                    <a:pt x="2557" y="2807"/>
                  </a:lnTo>
                  <a:lnTo>
                    <a:pt x="2548" y="2806"/>
                  </a:lnTo>
                  <a:lnTo>
                    <a:pt x="2544" y="2799"/>
                  </a:lnTo>
                  <a:lnTo>
                    <a:pt x="2545" y="2791"/>
                  </a:lnTo>
                  <a:lnTo>
                    <a:pt x="2552" y="2777"/>
                  </a:lnTo>
                  <a:lnTo>
                    <a:pt x="2574" y="2735"/>
                  </a:lnTo>
                  <a:lnTo>
                    <a:pt x="2593" y="2689"/>
                  </a:lnTo>
                  <a:lnTo>
                    <a:pt x="2607" y="2643"/>
                  </a:lnTo>
                  <a:lnTo>
                    <a:pt x="2619" y="2593"/>
                  </a:lnTo>
                  <a:lnTo>
                    <a:pt x="2627" y="2541"/>
                  </a:lnTo>
                  <a:lnTo>
                    <a:pt x="2633" y="2491"/>
                  </a:lnTo>
                  <a:lnTo>
                    <a:pt x="2635" y="2439"/>
                  </a:lnTo>
                  <a:lnTo>
                    <a:pt x="2636" y="2387"/>
                  </a:lnTo>
                  <a:lnTo>
                    <a:pt x="2635" y="2336"/>
                  </a:lnTo>
                  <a:lnTo>
                    <a:pt x="2633" y="2288"/>
                  </a:lnTo>
                  <a:lnTo>
                    <a:pt x="2629" y="2240"/>
                  </a:lnTo>
                  <a:lnTo>
                    <a:pt x="2624" y="2196"/>
                  </a:lnTo>
                  <a:lnTo>
                    <a:pt x="2619" y="2155"/>
                  </a:lnTo>
                  <a:lnTo>
                    <a:pt x="2614" y="2117"/>
                  </a:lnTo>
                  <a:lnTo>
                    <a:pt x="2607" y="2084"/>
                  </a:lnTo>
                  <a:lnTo>
                    <a:pt x="2602" y="2055"/>
                  </a:lnTo>
                  <a:lnTo>
                    <a:pt x="2598" y="2033"/>
                  </a:lnTo>
                  <a:lnTo>
                    <a:pt x="2595" y="2015"/>
                  </a:lnTo>
                  <a:lnTo>
                    <a:pt x="2592" y="2005"/>
                  </a:lnTo>
                  <a:lnTo>
                    <a:pt x="2591" y="2001"/>
                  </a:lnTo>
                  <a:lnTo>
                    <a:pt x="2588" y="2012"/>
                  </a:lnTo>
                  <a:lnTo>
                    <a:pt x="2582" y="2025"/>
                  </a:lnTo>
                  <a:lnTo>
                    <a:pt x="2574" y="2038"/>
                  </a:lnTo>
                  <a:lnTo>
                    <a:pt x="2565" y="2049"/>
                  </a:lnTo>
                  <a:lnTo>
                    <a:pt x="2557" y="2060"/>
                  </a:lnTo>
                  <a:lnTo>
                    <a:pt x="2546" y="2068"/>
                  </a:lnTo>
                  <a:lnTo>
                    <a:pt x="2535" y="2074"/>
                  </a:lnTo>
                  <a:lnTo>
                    <a:pt x="2525" y="2078"/>
                  </a:lnTo>
                  <a:lnTo>
                    <a:pt x="2516" y="2079"/>
                  </a:lnTo>
                  <a:lnTo>
                    <a:pt x="2508" y="2076"/>
                  </a:lnTo>
                  <a:lnTo>
                    <a:pt x="2502" y="2068"/>
                  </a:lnTo>
                  <a:lnTo>
                    <a:pt x="2497" y="2055"/>
                  </a:lnTo>
                  <a:lnTo>
                    <a:pt x="2495" y="2038"/>
                  </a:lnTo>
                  <a:lnTo>
                    <a:pt x="2491" y="1969"/>
                  </a:lnTo>
                  <a:lnTo>
                    <a:pt x="2483" y="1905"/>
                  </a:lnTo>
                  <a:lnTo>
                    <a:pt x="2472" y="1847"/>
                  </a:lnTo>
                  <a:lnTo>
                    <a:pt x="2458" y="1792"/>
                  </a:lnTo>
                  <a:lnTo>
                    <a:pt x="2441" y="1743"/>
                  </a:lnTo>
                  <a:lnTo>
                    <a:pt x="2424" y="1697"/>
                  </a:lnTo>
                  <a:lnTo>
                    <a:pt x="2403" y="1657"/>
                  </a:lnTo>
                  <a:lnTo>
                    <a:pt x="2383" y="1621"/>
                  </a:lnTo>
                  <a:lnTo>
                    <a:pt x="2362" y="1588"/>
                  </a:lnTo>
                  <a:lnTo>
                    <a:pt x="2341" y="1559"/>
                  </a:lnTo>
                  <a:lnTo>
                    <a:pt x="2320" y="1535"/>
                  </a:lnTo>
                  <a:lnTo>
                    <a:pt x="2300" y="1514"/>
                  </a:lnTo>
                  <a:lnTo>
                    <a:pt x="2281" y="1496"/>
                  </a:lnTo>
                  <a:lnTo>
                    <a:pt x="2263" y="1481"/>
                  </a:lnTo>
                  <a:lnTo>
                    <a:pt x="2249" y="1469"/>
                  </a:lnTo>
                  <a:lnTo>
                    <a:pt x="2236" y="1461"/>
                  </a:lnTo>
                  <a:lnTo>
                    <a:pt x="2226" y="1454"/>
                  </a:lnTo>
                  <a:lnTo>
                    <a:pt x="2220" y="1450"/>
                  </a:lnTo>
                  <a:lnTo>
                    <a:pt x="2219" y="1450"/>
                  </a:lnTo>
                  <a:lnTo>
                    <a:pt x="2220" y="1452"/>
                  </a:lnTo>
                  <a:lnTo>
                    <a:pt x="2222" y="1457"/>
                  </a:lnTo>
                  <a:lnTo>
                    <a:pt x="2228" y="1464"/>
                  </a:lnTo>
                  <a:lnTo>
                    <a:pt x="2233" y="1475"/>
                  </a:lnTo>
                  <a:lnTo>
                    <a:pt x="2238" y="1487"/>
                  </a:lnTo>
                  <a:lnTo>
                    <a:pt x="2243" y="1500"/>
                  </a:lnTo>
                  <a:lnTo>
                    <a:pt x="2246" y="1514"/>
                  </a:lnTo>
                  <a:lnTo>
                    <a:pt x="2249" y="1528"/>
                  </a:lnTo>
                  <a:lnTo>
                    <a:pt x="2250" y="1542"/>
                  </a:lnTo>
                  <a:lnTo>
                    <a:pt x="2248" y="1554"/>
                  </a:lnTo>
                  <a:lnTo>
                    <a:pt x="2243" y="1566"/>
                  </a:lnTo>
                  <a:lnTo>
                    <a:pt x="2234" y="1574"/>
                  </a:lnTo>
                  <a:lnTo>
                    <a:pt x="2221" y="1581"/>
                  </a:lnTo>
                  <a:lnTo>
                    <a:pt x="2203" y="1585"/>
                  </a:lnTo>
                  <a:lnTo>
                    <a:pt x="2179" y="1586"/>
                  </a:lnTo>
                  <a:lnTo>
                    <a:pt x="2107" y="1580"/>
                  </a:lnTo>
                  <a:lnTo>
                    <a:pt x="2038" y="1569"/>
                  </a:lnTo>
                  <a:lnTo>
                    <a:pt x="1972" y="1559"/>
                  </a:lnTo>
                  <a:lnTo>
                    <a:pt x="1910" y="1545"/>
                  </a:lnTo>
                  <a:lnTo>
                    <a:pt x="1852" y="1531"/>
                  </a:lnTo>
                  <a:lnTo>
                    <a:pt x="1798" y="1515"/>
                  </a:lnTo>
                  <a:lnTo>
                    <a:pt x="1748" y="1499"/>
                  </a:lnTo>
                  <a:lnTo>
                    <a:pt x="1704" y="1482"/>
                  </a:lnTo>
                  <a:lnTo>
                    <a:pt x="1663" y="1467"/>
                  </a:lnTo>
                  <a:lnTo>
                    <a:pt x="1628" y="1452"/>
                  </a:lnTo>
                  <a:lnTo>
                    <a:pt x="1596" y="1438"/>
                  </a:lnTo>
                  <a:lnTo>
                    <a:pt x="1571" y="1425"/>
                  </a:lnTo>
                  <a:lnTo>
                    <a:pt x="1550" y="1414"/>
                  </a:lnTo>
                  <a:lnTo>
                    <a:pt x="1536" y="1406"/>
                  </a:lnTo>
                  <a:lnTo>
                    <a:pt x="1528" y="1401"/>
                  </a:lnTo>
                  <a:lnTo>
                    <a:pt x="1524" y="1399"/>
                  </a:lnTo>
                  <a:lnTo>
                    <a:pt x="1525" y="1401"/>
                  </a:lnTo>
                  <a:lnTo>
                    <a:pt x="1529" y="1409"/>
                  </a:lnTo>
                  <a:lnTo>
                    <a:pt x="1533" y="1419"/>
                  </a:lnTo>
                  <a:lnTo>
                    <a:pt x="1539" y="1431"/>
                  </a:lnTo>
                  <a:lnTo>
                    <a:pt x="1545" y="1448"/>
                  </a:lnTo>
                  <a:lnTo>
                    <a:pt x="1550" y="1464"/>
                  </a:lnTo>
                  <a:lnTo>
                    <a:pt x="1557" y="1483"/>
                  </a:lnTo>
                  <a:lnTo>
                    <a:pt x="1562" y="1501"/>
                  </a:lnTo>
                  <a:lnTo>
                    <a:pt x="1564" y="1520"/>
                  </a:lnTo>
                  <a:lnTo>
                    <a:pt x="1566" y="1537"/>
                  </a:lnTo>
                  <a:lnTo>
                    <a:pt x="1564" y="1553"/>
                  </a:lnTo>
                  <a:lnTo>
                    <a:pt x="1559" y="1566"/>
                  </a:lnTo>
                  <a:lnTo>
                    <a:pt x="1552" y="1576"/>
                  </a:lnTo>
                  <a:lnTo>
                    <a:pt x="1540" y="1583"/>
                  </a:lnTo>
                  <a:lnTo>
                    <a:pt x="1524" y="1586"/>
                  </a:lnTo>
                  <a:lnTo>
                    <a:pt x="1472" y="1583"/>
                  </a:lnTo>
                  <a:lnTo>
                    <a:pt x="1420" y="1578"/>
                  </a:lnTo>
                  <a:lnTo>
                    <a:pt x="1368" y="1572"/>
                  </a:lnTo>
                  <a:lnTo>
                    <a:pt x="1319" y="1562"/>
                  </a:lnTo>
                  <a:lnTo>
                    <a:pt x="1269" y="1550"/>
                  </a:lnTo>
                  <a:lnTo>
                    <a:pt x="1223" y="1537"/>
                  </a:lnTo>
                  <a:lnTo>
                    <a:pt x="1177" y="1523"/>
                  </a:lnTo>
                  <a:lnTo>
                    <a:pt x="1134" y="1507"/>
                  </a:lnTo>
                  <a:lnTo>
                    <a:pt x="1092" y="1492"/>
                  </a:lnTo>
                  <a:lnTo>
                    <a:pt x="1056" y="1477"/>
                  </a:lnTo>
                  <a:lnTo>
                    <a:pt x="1020" y="1462"/>
                  </a:lnTo>
                  <a:lnTo>
                    <a:pt x="990" y="1448"/>
                  </a:lnTo>
                  <a:lnTo>
                    <a:pt x="963" y="1434"/>
                  </a:lnTo>
                  <a:lnTo>
                    <a:pt x="940" y="1423"/>
                  </a:lnTo>
                  <a:lnTo>
                    <a:pt x="921" y="1413"/>
                  </a:lnTo>
                  <a:lnTo>
                    <a:pt x="907" y="1405"/>
                  </a:lnTo>
                  <a:lnTo>
                    <a:pt x="900" y="1401"/>
                  </a:lnTo>
                  <a:lnTo>
                    <a:pt x="897" y="1399"/>
                  </a:lnTo>
                  <a:lnTo>
                    <a:pt x="895" y="1402"/>
                  </a:lnTo>
                  <a:lnTo>
                    <a:pt x="891" y="1413"/>
                  </a:lnTo>
                  <a:lnTo>
                    <a:pt x="883" y="1428"/>
                  </a:lnTo>
                  <a:lnTo>
                    <a:pt x="875" y="1448"/>
                  </a:lnTo>
                  <a:lnTo>
                    <a:pt x="864" y="1473"/>
                  </a:lnTo>
                  <a:lnTo>
                    <a:pt x="852" y="1504"/>
                  </a:lnTo>
                  <a:lnTo>
                    <a:pt x="839" y="1538"/>
                  </a:lnTo>
                  <a:lnTo>
                    <a:pt x="825" y="1574"/>
                  </a:lnTo>
                  <a:lnTo>
                    <a:pt x="811" y="1616"/>
                  </a:lnTo>
                  <a:lnTo>
                    <a:pt x="799" y="1659"/>
                  </a:lnTo>
                  <a:lnTo>
                    <a:pt x="786" y="1705"/>
                  </a:lnTo>
                  <a:lnTo>
                    <a:pt x="773" y="1752"/>
                  </a:lnTo>
                  <a:lnTo>
                    <a:pt x="763" y="1801"/>
                  </a:lnTo>
                  <a:lnTo>
                    <a:pt x="754" y="1850"/>
                  </a:lnTo>
                  <a:lnTo>
                    <a:pt x="748" y="1901"/>
                  </a:lnTo>
                  <a:lnTo>
                    <a:pt x="744" y="1950"/>
                  </a:lnTo>
                  <a:lnTo>
                    <a:pt x="744" y="2001"/>
                  </a:lnTo>
                  <a:lnTo>
                    <a:pt x="743" y="2019"/>
                  </a:lnTo>
                  <a:lnTo>
                    <a:pt x="739" y="2031"/>
                  </a:lnTo>
                  <a:lnTo>
                    <a:pt x="733" y="2039"/>
                  </a:lnTo>
                  <a:lnTo>
                    <a:pt x="724" y="2041"/>
                  </a:lnTo>
                  <a:lnTo>
                    <a:pt x="715" y="2039"/>
                  </a:lnTo>
                  <a:lnTo>
                    <a:pt x="705" y="2034"/>
                  </a:lnTo>
                  <a:lnTo>
                    <a:pt x="694" y="2025"/>
                  </a:lnTo>
                  <a:lnTo>
                    <a:pt x="683" y="2012"/>
                  </a:lnTo>
                  <a:lnTo>
                    <a:pt x="673" y="1998"/>
                  </a:lnTo>
                  <a:lnTo>
                    <a:pt x="663" y="1983"/>
                  </a:lnTo>
                  <a:lnTo>
                    <a:pt x="656" y="1967"/>
                  </a:lnTo>
                  <a:lnTo>
                    <a:pt x="649" y="1949"/>
                  </a:lnTo>
                  <a:lnTo>
                    <a:pt x="645" y="1933"/>
                  </a:lnTo>
                  <a:lnTo>
                    <a:pt x="643" y="1915"/>
                  </a:lnTo>
                  <a:lnTo>
                    <a:pt x="643" y="1920"/>
                  </a:lnTo>
                  <a:lnTo>
                    <a:pt x="640" y="1931"/>
                  </a:lnTo>
                  <a:lnTo>
                    <a:pt x="638" y="1949"/>
                  </a:lnTo>
                  <a:lnTo>
                    <a:pt x="634" y="1974"/>
                  </a:lnTo>
                  <a:lnTo>
                    <a:pt x="630" y="2005"/>
                  </a:lnTo>
                  <a:lnTo>
                    <a:pt x="626" y="2040"/>
                  </a:lnTo>
                  <a:lnTo>
                    <a:pt x="621" y="2081"/>
                  </a:lnTo>
                  <a:lnTo>
                    <a:pt x="618" y="2125"/>
                  </a:lnTo>
                  <a:lnTo>
                    <a:pt x="615" y="2173"/>
                  </a:lnTo>
                  <a:lnTo>
                    <a:pt x="613" y="2225"/>
                  </a:lnTo>
                  <a:lnTo>
                    <a:pt x="613" y="2278"/>
                  </a:lnTo>
                  <a:lnTo>
                    <a:pt x="613" y="2332"/>
                  </a:lnTo>
                  <a:lnTo>
                    <a:pt x="615" y="2388"/>
                  </a:lnTo>
                  <a:lnTo>
                    <a:pt x="619" y="2445"/>
                  </a:lnTo>
                  <a:lnTo>
                    <a:pt x="625" y="2502"/>
                  </a:lnTo>
                  <a:lnTo>
                    <a:pt x="634" y="2558"/>
                  </a:lnTo>
                  <a:lnTo>
                    <a:pt x="647" y="2612"/>
                  </a:lnTo>
                  <a:lnTo>
                    <a:pt x="661" y="2665"/>
                  </a:lnTo>
                  <a:lnTo>
                    <a:pt x="680" y="2716"/>
                  </a:lnTo>
                  <a:lnTo>
                    <a:pt x="701" y="2763"/>
                  </a:lnTo>
                  <a:lnTo>
                    <a:pt x="726" y="2807"/>
                  </a:lnTo>
                  <a:lnTo>
                    <a:pt x="734" y="2821"/>
                  </a:lnTo>
                  <a:lnTo>
                    <a:pt x="737" y="2831"/>
                  </a:lnTo>
                  <a:lnTo>
                    <a:pt x="734" y="2836"/>
                  </a:lnTo>
                  <a:lnTo>
                    <a:pt x="726" y="2839"/>
                  </a:lnTo>
                  <a:lnTo>
                    <a:pt x="715" y="2837"/>
                  </a:lnTo>
                  <a:lnTo>
                    <a:pt x="701" y="2832"/>
                  </a:lnTo>
                  <a:lnTo>
                    <a:pt x="682" y="2823"/>
                  </a:lnTo>
                  <a:lnTo>
                    <a:pt x="661" y="2812"/>
                  </a:lnTo>
                  <a:lnTo>
                    <a:pt x="637" y="2797"/>
                  </a:lnTo>
                  <a:lnTo>
                    <a:pt x="611" y="2779"/>
                  </a:lnTo>
                  <a:lnTo>
                    <a:pt x="583" y="2758"/>
                  </a:lnTo>
                  <a:lnTo>
                    <a:pt x="554" y="2734"/>
                  </a:lnTo>
                  <a:lnTo>
                    <a:pt x="524" y="2707"/>
                  </a:lnTo>
                  <a:lnTo>
                    <a:pt x="494" y="2677"/>
                  </a:lnTo>
                  <a:lnTo>
                    <a:pt x="462" y="2645"/>
                  </a:lnTo>
                  <a:lnTo>
                    <a:pt x="430" y="2611"/>
                  </a:lnTo>
                  <a:lnTo>
                    <a:pt x="400" y="2574"/>
                  </a:lnTo>
                  <a:lnTo>
                    <a:pt x="371" y="2535"/>
                  </a:lnTo>
                  <a:lnTo>
                    <a:pt x="342" y="2493"/>
                  </a:lnTo>
                  <a:lnTo>
                    <a:pt x="315" y="2450"/>
                  </a:lnTo>
                  <a:lnTo>
                    <a:pt x="291" y="2405"/>
                  </a:lnTo>
                  <a:lnTo>
                    <a:pt x="268" y="2358"/>
                  </a:lnTo>
                  <a:lnTo>
                    <a:pt x="249" y="2308"/>
                  </a:lnTo>
                  <a:lnTo>
                    <a:pt x="233" y="2258"/>
                  </a:lnTo>
                  <a:lnTo>
                    <a:pt x="220" y="2206"/>
                  </a:lnTo>
                  <a:lnTo>
                    <a:pt x="203" y="2107"/>
                  </a:lnTo>
                  <a:lnTo>
                    <a:pt x="187" y="2011"/>
                  </a:lnTo>
                  <a:lnTo>
                    <a:pt x="177" y="1917"/>
                  </a:lnTo>
                  <a:lnTo>
                    <a:pt x="170" y="1826"/>
                  </a:lnTo>
                  <a:lnTo>
                    <a:pt x="166" y="1739"/>
                  </a:lnTo>
                  <a:lnTo>
                    <a:pt x="163" y="1654"/>
                  </a:lnTo>
                  <a:lnTo>
                    <a:pt x="163" y="1573"/>
                  </a:lnTo>
                  <a:lnTo>
                    <a:pt x="166" y="1496"/>
                  </a:lnTo>
                  <a:lnTo>
                    <a:pt x="168" y="1423"/>
                  </a:lnTo>
                  <a:lnTo>
                    <a:pt x="173" y="1353"/>
                  </a:lnTo>
                  <a:lnTo>
                    <a:pt x="178" y="1287"/>
                  </a:lnTo>
                  <a:lnTo>
                    <a:pt x="184" y="1225"/>
                  </a:lnTo>
                  <a:lnTo>
                    <a:pt x="189" y="1170"/>
                  </a:lnTo>
                  <a:lnTo>
                    <a:pt x="194" y="1116"/>
                  </a:lnTo>
                  <a:lnTo>
                    <a:pt x="197" y="1070"/>
                  </a:lnTo>
                  <a:lnTo>
                    <a:pt x="201" y="1028"/>
                  </a:lnTo>
                  <a:lnTo>
                    <a:pt x="203" y="991"/>
                  </a:lnTo>
                  <a:lnTo>
                    <a:pt x="203" y="959"/>
                  </a:lnTo>
                  <a:lnTo>
                    <a:pt x="200" y="934"/>
                  </a:lnTo>
                  <a:lnTo>
                    <a:pt x="195" y="914"/>
                  </a:lnTo>
                  <a:lnTo>
                    <a:pt x="186" y="900"/>
                  </a:lnTo>
                  <a:lnTo>
                    <a:pt x="170" y="885"/>
                  </a:lnTo>
                  <a:lnTo>
                    <a:pt x="153" y="876"/>
                  </a:lnTo>
                  <a:lnTo>
                    <a:pt x="134" y="871"/>
                  </a:lnTo>
                  <a:lnTo>
                    <a:pt x="116" y="870"/>
                  </a:lnTo>
                  <a:lnTo>
                    <a:pt x="97" y="871"/>
                  </a:lnTo>
                  <a:lnTo>
                    <a:pt x="80" y="875"/>
                  </a:lnTo>
                  <a:lnTo>
                    <a:pt x="62" y="878"/>
                  </a:lnTo>
                  <a:lnTo>
                    <a:pt x="47" y="882"/>
                  </a:lnTo>
                  <a:lnTo>
                    <a:pt x="33" y="885"/>
                  </a:lnTo>
                  <a:lnTo>
                    <a:pt x="20" y="885"/>
                  </a:lnTo>
                  <a:lnTo>
                    <a:pt x="10" y="884"/>
                  </a:lnTo>
                  <a:lnTo>
                    <a:pt x="4" y="877"/>
                  </a:lnTo>
                  <a:lnTo>
                    <a:pt x="0" y="866"/>
                  </a:lnTo>
                  <a:lnTo>
                    <a:pt x="1" y="851"/>
                  </a:lnTo>
                  <a:lnTo>
                    <a:pt x="10" y="833"/>
                  </a:lnTo>
                  <a:lnTo>
                    <a:pt x="25" y="815"/>
                  </a:lnTo>
                  <a:lnTo>
                    <a:pt x="46" y="796"/>
                  </a:lnTo>
                  <a:lnTo>
                    <a:pt x="70" y="776"/>
                  </a:lnTo>
                  <a:lnTo>
                    <a:pt x="96" y="756"/>
                  </a:lnTo>
                  <a:lnTo>
                    <a:pt x="125" y="734"/>
                  </a:lnTo>
                  <a:lnTo>
                    <a:pt x="154" y="713"/>
                  </a:lnTo>
                  <a:lnTo>
                    <a:pt x="184" y="690"/>
                  </a:lnTo>
                  <a:lnTo>
                    <a:pt x="211" y="667"/>
                  </a:lnTo>
                  <a:lnTo>
                    <a:pt x="237" y="643"/>
                  </a:lnTo>
                  <a:lnTo>
                    <a:pt x="259" y="620"/>
                  </a:lnTo>
                  <a:lnTo>
                    <a:pt x="273" y="601"/>
                  </a:lnTo>
                  <a:lnTo>
                    <a:pt x="285" y="580"/>
                  </a:lnTo>
                  <a:lnTo>
                    <a:pt x="295" y="556"/>
                  </a:lnTo>
                  <a:lnTo>
                    <a:pt x="304" y="529"/>
                  </a:lnTo>
                  <a:lnTo>
                    <a:pt x="310" y="501"/>
                  </a:lnTo>
                  <a:lnTo>
                    <a:pt x="318" y="474"/>
                  </a:lnTo>
                  <a:lnTo>
                    <a:pt x="323" y="446"/>
                  </a:lnTo>
                  <a:lnTo>
                    <a:pt x="328" y="419"/>
                  </a:lnTo>
                  <a:lnTo>
                    <a:pt x="334" y="393"/>
                  </a:lnTo>
                  <a:lnTo>
                    <a:pt x="339" y="370"/>
                  </a:lnTo>
                  <a:lnTo>
                    <a:pt x="344" y="348"/>
                  </a:lnTo>
                  <a:lnTo>
                    <a:pt x="351" y="332"/>
                  </a:lnTo>
                  <a:lnTo>
                    <a:pt x="358" y="319"/>
                  </a:lnTo>
                  <a:lnTo>
                    <a:pt x="366" y="310"/>
                  </a:lnTo>
                  <a:lnTo>
                    <a:pt x="375" y="309"/>
                  </a:lnTo>
                  <a:lnTo>
                    <a:pt x="386" y="313"/>
                  </a:lnTo>
                  <a:lnTo>
                    <a:pt x="397" y="324"/>
                  </a:lnTo>
                  <a:lnTo>
                    <a:pt x="413" y="346"/>
                  </a:lnTo>
                  <a:lnTo>
                    <a:pt x="423" y="370"/>
                  </a:lnTo>
                  <a:lnTo>
                    <a:pt x="429" y="396"/>
                  </a:lnTo>
                  <a:lnTo>
                    <a:pt x="432" y="424"/>
                  </a:lnTo>
                  <a:lnTo>
                    <a:pt x="432" y="453"/>
                  </a:lnTo>
                  <a:lnTo>
                    <a:pt x="429" y="481"/>
                  </a:lnTo>
                  <a:lnTo>
                    <a:pt x="424" y="509"/>
                  </a:lnTo>
                  <a:lnTo>
                    <a:pt x="419" y="534"/>
                  </a:lnTo>
                  <a:lnTo>
                    <a:pt x="413" y="557"/>
                  </a:lnTo>
                  <a:lnTo>
                    <a:pt x="408" y="576"/>
                  </a:lnTo>
                  <a:lnTo>
                    <a:pt x="402" y="590"/>
                  </a:lnTo>
                  <a:lnTo>
                    <a:pt x="399" y="600"/>
                  </a:lnTo>
                  <a:lnTo>
                    <a:pt x="397" y="604"/>
                  </a:lnTo>
                  <a:lnTo>
                    <a:pt x="463" y="518"/>
                  </a:lnTo>
                  <a:lnTo>
                    <a:pt x="530" y="441"/>
                  </a:lnTo>
                  <a:lnTo>
                    <a:pt x="600" y="371"/>
                  </a:lnTo>
                  <a:lnTo>
                    <a:pt x="671" y="308"/>
                  </a:lnTo>
                  <a:lnTo>
                    <a:pt x="743" y="251"/>
                  </a:lnTo>
                  <a:lnTo>
                    <a:pt x="815" y="200"/>
                  </a:lnTo>
                  <a:lnTo>
                    <a:pt x="890" y="156"/>
                  </a:lnTo>
                  <a:lnTo>
                    <a:pt x="966" y="118"/>
                  </a:lnTo>
                  <a:lnTo>
                    <a:pt x="1042" y="85"/>
                  </a:lnTo>
                  <a:lnTo>
                    <a:pt x="1118" y="58"/>
                  </a:lnTo>
                  <a:lnTo>
                    <a:pt x="1195" y="37"/>
                  </a:lnTo>
                  <a:lnTo>
                    <a:pt x="1272" y="21"/>
                  </a:lnTo>
                  <a:lnTo>
                    <a:pt x="1349" y="9"/>
                  </a:lnTo>
                  <a:lnTo>
                    <a:pt x="1426" y="3"/>
                  </a:lnTo>
                  <a:lnTo>
                    <a:pt x="1504" y="0"/>
                  </a:lnTo>
                  <a:close/>
                </a:path>
              </a:pathLst>
            </a:custGeom>
            <a:solidFill>
              <a:srgbClr val="684B3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8" name="Freeform 79">
              <a:extLst>
                <a:ext uri="{FF2B5EF4-FFF2-40B4-BE49-F238E27FC236}">
                  <a16:creationId xmlns:a16="http://schemas.microsoft.com/office/drawing/2014/main" id="{0100A61B-5C37-EB5A-89C8-752477C6E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4" y="2110"/>
              <a:ext cx="158" cy="232"/>
            </a:xfrm>
            <a:custGeom>
              <a:avLst/>
              <a:gdLst>
                <a:gd name="T0" fmla="*/ 261 w 472"/>
                <a:gd name="T1" fmla="*/ 0 h 697"/>
                <a:gd name="T2" fmla="*/ 472 w 472"/>
                <a:gd name="T3" fmla="*/ 341 h 697"/>
                <a:gd name="T4" fmla="*/ 472 w 472"/>
                <a:gd name="T5" fmla="*/ 697 h 697"/>
                <a:gd name="T6" fmla="*/ 0 w 472"/>
                <a:gd name="T7" fmla="*/ 52 h 697"/>
                <a:gd name="T8" fmla="*/ 86 w 472"/>
                <a:gd name="T9" fmla="*/ 31 h 697"/>
                <a:gd name="T10" fmla="*/ 174 w 472"/>
                <a:gd name="T11" fmla="*/ 14 h 697"/>
                <a:gd name="T12" fmla="*/ 261 w 472"/>
                <a:gd name="T13" fmla="*/ 0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2" h="697">
                  <a:moveTo>
                    <a:pt x="261" y="0"/>
                  </a:moveTo>
                  <a:lnTo>
                    <a:pt x="472" y="341"/>
                  </a:lnTo>
                  <a:lnTo>
                    <a:pt x="472" y="697"/>
                  </a:lnTo>
                  <a:lnTo>
                    <a:pt x="0" y="52"/>
                  </a:lnTo>
                  <a:lnTo>
                    <a:pt x="86" y="31"/>
                  </a:lnTo>
                  <a:lnTo>
                    <a:pt x="174" y="14"/>
                  </a:lnTo>
                  <a:lnTo>
                    <a:pt x="261" y="0"/>
                  </a:lnTo>
                  <a:close/>
                </a:path>
              </a:pathLst>
            </a:custGeom>
            <a:solidFill>
              <a:srgbClr val="9D937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Freeform 80">
              <a:extLst>
                <a:ext uri="{FF2B5EF4-FFF2-40B4-BE49-F238E27FC236}">
                  <a16:creationId xmlns:a16="http://schemas.microsoft.com/office/drawing/2014/main" id="{CABF675A-4E1E-0FA9-061F-7E4D95709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2110"/>
              <a:ext cx="157" cy="232"/>
            </a:xfrm>
            <a:custGeom>
              <a:avLst/>
              <a:gdLst>
                <a:gd name="T0" fmla="*/ 212 w 472"/>
                <a:gd name="T1" fmla="*/ 0 h 697"/>
                <a:gd name="T2" fmla="*/ 299 w 472"/>
                <a:gd name="T3" fmla="*/ 14 h 697"/>
                <a:gd name="T4" fmla="*/ 386 w 472"/>
                <a:gd name="T5" fmla="*/ 31 h 697"/>
                <a:gd name="T6" fmla="*/ 472 w 472"/>
                <a:gd name="T7" fmla="*/ 52 h 697"/>
                <a:gd name="T8" fmla="*/ 0 w 472"/>
                <a:gd name="T9" fmla="*/ 697 h 697"/>
                <a:gd name="T10" fmla="*/ 0 w 472"/>
                <a:gd name="T11" fmla="*/ 341 h 697"/>
                <a:gd name="T12" fmla="*/ 212 w 472"/>
                <a:gd name="T13" fmla="*/ 0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2" h="697">
                  <a:moveTo>
                    <a:pt x="212" y="0"/>
                  </a:moveTo>
                  <a:lnTo>
                    <a:pt x="299" y="14"/>
                  </a:lnTo>
                  <a:lnTo>
                    <a:pt x="386" y="31"/>
                  </a:lnTo>
                  <a:lnTo>
                    <a:pt x="472" y="52"/>
                  </a:lnTo>
                  <a:lnTo>
                    <a:pt x="0" y="697"/>
                  </a:lnTo>
                  <a:lnTo>
                    <a:pt x="0" y="341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9D937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0" name="Freeform 81">
              <a:extLst>
                <a:ext uri="{FF2B5EF4-FFF2-40B4-BE49-F238E27FC236}">
                  <a16:creationId xmlns:a16="http://schemas.microsoft.com/office/drawing/2014/main" id="{26B243F7-682A-C1AC-4B62-4E4EB1DF6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" y="2097"/>
              <a:ext cx="188" cy="161"/>
            </a:xfrm>
            <a:custGeom>
              <a:avLst/>
              <a:gdLst>
                <a:gd name="T0" fmla="*/ 252 w 565"/>
                <a:gd name="T1" fmla="*/ 0 h 483"/>
                <a:gd name="T2" fmla="*/ 298 w 565"/>
                <a:gd name="T3" fmla="*/ 1 h 483"/>
                <a:gd name="T4" fmla="*/ 342 w 565"/>
                <a:gd name="T5" fmla="*/ 4 h 483"/>
                <a:gd name="T6" fmla="*/ 384 w 565"/>
                <a:gd name="T7" fmla="*/ 8 h 483"/>
                <a:gd name="T8" fmla="*/ 423 w 565"/>
                <a:gd name="T9" fmla="*/ 13 h 483"/>
                <a:gd name="T10" fmla="*/ 457 w 565"/>
                <a:gd name="T11" fmla="*/ 19 h 483"/>
                <a:gd name="T12" fmla="*/ 489 w 565"/>
                <a:gd name="T13" fmla="*/ 27 h 483"/>
                <a:gd name="T14" fmla="*/ 514 w 565"/>
                <a:gd name="T15" fmla="*/ 33 h 483"/>
                <a:gd name="T16" fmla="*/ 536 w 565"/>
                <a:gd name="T17" fmla="*/ 38 h 483"/>
                <a:gd name="T18" fmla="*/ 552 w 565"/>
                <a:gd name="T19" fmla="*/ 43 h 483"/>
                <a:gd name="T20" fmla="*/ 561 w 565"/>
                <a:gd name="T21" fmla="*/ 47 h 483"/>
                <a:gd name="T22" fmla="*/ 565 w 565"/>
                <a:gd name="T23" fmla="*/ 47 h 483"/>
                <a:gd name="T24" fmla="*/ 282 w 565"/>
                <a:gd name="T25" fmla="*/ 483 h 483"/>
                <a:gd name="T26" fmla="*/ 0 w 565"/>
                <a:gd name="T27" fmla="*/ 48 h 483"/>
                <a:gd name="T28" fmla="*/ 51 w 565"/>
                <a:gd name="T29" fmla="*/ 30 h 483"/>
                <a:gd name="T30" fmla="*/ 103 w 565"/>
                <a:gd name="T31" fmla="*/ 16 h 483"/>
                <a:gd name="T32" fmla="*/ 153 w 565"/>
                <a:gd name="T33" fmla="*/ 8 h 483"/>
                <a:gd name="T34" fmla="*/ 203 w 565"/>
                <a:gd name="T35" fmla="*/ 3 h 483"/>
                <a:gd name="T36" fmla="*/ 252 w 565"/>
                <a:gd name="T37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5" h="483">
                  <a:moveTo>
                    <a:pt x="252" y="0"/>
                  </a:moveTo>
                  <a:lnTo>
                    <a:pt x="298" y="1"/>
                  </a:lnTo>
                  <a:lnTo>
                    <a:pt x="342" y="4"/>
                  </a:lnTo>
                  <a:lnTo>
                    <a:pt x="384" y="8"/>
                  </a:lnTo>
                  <a:lnTo>
                    <a:pt x="423" y="13"/>
                  </a:lnTo>
                  <a:lnTo>
                    <a:pt x="457" y="19"/>
                  </a:lnTo>
                  <a:lnTo>
                    <a:pt x="489" y="27"/>
                  </a:lnTo>
                  <a:lnTo>
                    <a:pt x="514" y="33"/>
                  </a:lnTo>
                  <a:lnTo>
                    <a:pt x="536" y="38"/>
                  </a:lnTo>
                  <a:lnTo>
                    <a:pt x="552" y="43"/>
                  </a:lnTo>
                  <a:lnTo>
                    <a:pt x="561" y="47"/>
                  </a:lnTo>
                  <a:lnTo>
                    <a:pt x="565" y="47"/>
                  </a:lnTo>
                  <a:lnTo>
                    <a:pt x="282" y="483"/>
                  </a:lnTo>
                  <a:lnTo>
                    <a:pt x="0" y="48"/>
                  </a:lnTo>
                  <a:lnTo>
                    <a:pt x="51" y="30"/>
                  </a:lnTo>
                  <a:lnTo>
                    <a:pt x="103" y="16"/>
                  </a:lnTo>
                  <a:lnTo>
                    <a:pt x="153" y="8"/>
                  </a:lnTo>
                  <a:lnTo>
                    <a:pt x="203" y="3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DCC9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C63A61B-FC55-7D1E-AD16-ACF7C609962C}"/>
              </a:ext>
            </a:extLst>
          </p:cNvPr>
          <p:cNvGrpSpPr/>
          <p:nvPr/>
        </p:nvGrpSpPr>
        <p:grpSpPr>
          <a:xfrm>
            <a:off x="4486115" y="4631311"/>
            <a:ext cx="1296000" cy="1296000"/>
            <a:chOff x="2547739" y="4231535"/>
            <a:chExt cx="1296000" cy="129600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FEC2F1A0-4341-E7B5-768A-B740D64F6F11}"/>
                </a:ext>
              </a:extLst>
            </p:cNvPr>
            <p:cNvSpPr/>
            <p:nvPr/>
          </p:nvSpPr>
          <p:spPr>
            <a:xfrm>
              <a:off x="2547739" y="4231535"/>
              <a:ext cx="1296000" cy="12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E514E265-BA93-80F8-4FEA-FBCFA1631194}"/>
                </a:ext>
              </a:extLst>
            </p:cNvPr>
            <p:cNvSpPr/>
            <p:nvPr/>
          </p:nvSpPr>
          <p:spPr>
            <a:xfrm>
              <a:off x="3565584" y="4308273"/>
              <a:ext cx="216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4F8DC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B70C3E28-5F26-84E2-B14E-4646C59219A1}"/>
              </a:ext>
            </a:extLst>
          </p:cNvPr>
          <p:cNvGrpSpPr/>
          <p:nvPr/>
        </p:nvGrpSpPr>
        <p:grpSpPr>
          <a:xfrm>
            <a:off x="6006444" y="4634144"/>
            <a:ext cx="1296000" cy="1296000"/>
            <a:chOff x="2547739" y="4231535"/>
            <a:chExt cx="1296000" cy="1296000"/>
          </a:xfrm>
        </p:grpSpPr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D0740516-E35F-A46A-77DC-DA97B980B23D}"/>
                </a:ext>
              </a:extLst>
            </p:cNvPr>
            <p:cNvSpPr/>
            <p:nvPr/>
          </p:nvSpPr>
          <p:spPr>
            <a:xfrm>
              <a:off x="2547739" y="4231535"/>
              <a:ext cx="1296000" cy="12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71E667AA-32F5-2E8A-390F-F7E3461F2F59}"/>
                </a:ext>
              </a:extLst>
            </p:cNvPr>
            <p:cNvSpPr/>
            <p:nvPr/>
          </p:nvSpPr>
          <p:spPr>
            <a:xfrm>
              <a:off x="3565584" y="4308273"/>
              <a:ext cx="216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v</a:t>
              </a:r>
            </a:p>
          </p:txBody>
        </p:sp>
      </p:grpSp>
      <p:pic>
        <p:nvPicPr>
          <p:cNvPr id="117" name="그림 116">
            <a:extLst>
              <a:ext uri="{FF2B5EF4-FFF2-40B4-BE49-F238E27FC236}">
                <a16:creationId xmlns:a16="http://schemas.microsoft.com/office/drawing/2014/main" id="{D9C1D89A-D082-9458-B9F8-061FD4C52B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285" y="4969289"/>
            <a:ext cx="965629" cy="965629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102AF604-5D98-3DA8-044D-FC9E0FB894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422" y="4882112"/>
            <a:ext cx="751163" cy="1045199"/>
          </a:xfrm>
          <a:prstGeom prst="rect">
            <a:avLst/>
          </a:prstGeom>
        </p:spPr>
      </p:pic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6B7E95CC-7BDF-4ABD-9A5F-22F95422CC60}"/>
              </a:ext>
            </a:extLst>
          </p:cNvPr>
          <p:cNvSpPr/>
          <p:nvPr/>
        </p:nvSpPr>
        <p:spPr>
          <a:xfrm>
            <a:off x="7671747" y="1912011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2FC14E71-3ECF-F8C7-F4F1-0F79FED9E83E}"/>
              </a:ext>
            </a:extLst>
          </p:cNvPr>
          <p:cNvSpPr/>
          <p:nvPr/>
        </p:nvSpPr>
        <p:spPr>
          <a:xfrm>
            <a:off x="7671747" y="4752572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B7D387B7-DF3A-5603-AE40-A272BF353EF3}"/>
              </a:ext>
            </a:extLst>
          </p:cNvPr>
          <p:cNvSpPr/>
          <p:nvPr/>
        </p:nvSpPr>
        <p:spPr>
          <a:xfrm>
            <a:off x="1402219" y="1913695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E6B2BCF8-99BA-34AC-0A50-FD7C9DDA998E}"/>
              </a:ext>
            </a:extLst>
          </p:cNvPr>
          <p:cNvSpPr/>
          <p:nvPr/>
        </p:nvSpPr>
        <p:spPr>
          <a:xfrm>
            <a:off x="1402219" y="4754256"/>
            <a:ext cx="257599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23" name="사각형: 둥근 모서리 13">
            <a:extLst>
              <a:ext uri="{FF2B5EF4-FFF2-40B4-BE49-F238E27FC236}">
                <a16:creationId xmlns:a16="http://schemas.microsoft.com/office/drawing/2014/main" id="{EF89E618-5D97-5A7C-863D-598078F83434}"/>
              </a:ext>
            </a:extLst>
          </p:cNvPr>
          <p:cNvSpPr/>
          <p:nvPr/>
        </p:nvSpPr>
        <p:spPr>
          <a:xfrm>
            <a:off x="5981032" y="3967656"/>
            <a:ext cx="1330134" cy="391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dist="63500" dir="4800000" algn="tl" rotWithShape="0">
              <a:schemeClr val="tx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</p:txBody>
      </p:sp>
      <p:sp>
        <p:nvSpPr>
          <p:cNvPr id="124" name="사각형: 둥근 모서리 13">
            <a:extLst>
              <a:ext uri="{FF2B5EF4-FFF2-40B4-BE49-F238E27FC236}">
                <a16:creationId xmlns:a16="http://schemas.microsoft.com/office/drawing/2014/main" id="{CFE7F0B0-0B92-62B8-F2E0-6107881BF4CE}"/>
              </a:ext>
            </a:extLst>
          </p:cNvPr>
          <p:cNvSpPr/>
          <p:nvPr/>
        </p:nvSpPr>
        <p:spPr>
          <a:xfrm>
            <a:off x="4459936" y="3972840"/>
            <a:ext cx="1330134" cy="391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dist="63500" dir="4800000" algn="tl" rotWithShape="0">
              <a:schemeClr val="tx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</p:txBody>
      </p:sp>
      <p:sp>
        <p:nvSpPr>
          <p:cNvPr id="125" name="사각형: 둥근 모서리 11">
            <a:extLst>
              <a:ext uri="{FF2B5EF4-FFF2-40B4-BE49-F238E27FC236}">
                <a16:creationId xmlns:a16="http://schemas.microsoft.com/office/drawing/2014/main" id="{9C5E9E5D-A96D-7A43-5FFF-B18C2B1A7549}"/>
              </a:ext>
            </a:extLst>
          </p:cNvPr>
          <p:cNvSpPr/>
          <p:nvPr/>
        </p:nvSpPr>
        <p:spPr>
          <a:xfrm>
            <a:off x="4469048" y="3236137"/>
            <a:ext cx="1330134" cy="391912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198B80"/>
            </a:solidFill>
          </a:ln>
          <a:effectLst>
            <a:outerShdw dist="63500" dir="4800000" algn="tl" rotWithShape="0">
              <a:schemeClr val="tx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</p:txBody>
      </p:sp>
      <p:sp>
        <p:nvSpPr>
          <p:cNvPr id="126" name="사각형: 둥근 모서리 13">
            <a:extLst>
              <a:ext uri="{FF2B5EF4-FFF2-40B4-BE49-F238E27FC236}">
                <a16:creationId xmlns:a16="http://schemas.microsoft.com/office/drawing/2014/main" id="{822DD10E-98A1-333F-8BED-7A613360253F}"/>
              </a:ext>
            </a:extLst>
          </p:cNvPr>
          <p:cNvSpPr/>
          <p:nvPr/>
        </p:nvSpPr>
        <p:spPr>
          <a:xfrm>
            <a:off x="5968935" y="3233216"/>
            <a:ext cx="1330134" cy="391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198B80"/>
            </a:solidFill>
          </a:ln>
          <a:effectLst>
            <a:outerShdw dist="63500" dir="4800000" algn="tl" rotWithShape="0">
              <a:schemeClr val="tx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98B8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70354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C8EEF9"/>
          </a:fgClr>
          <a:bgClr>
            <a:srgbClr val="8CDCDD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1E2B7-9B27-9843-694A-AACF4EA4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3E69C66-C611-231B-B23F-3F3429E4F37C}"/>
              </a:ext>
            </a:extLst>
          </p:cNvPr>
          <p:cNvSpPr/>
          <p:nvPr/>
        </p:nvSpPr>
        <p:spPr>
          <a:xfrm>
            <a:off x="-377826" y="190324"/>
            <a:ext cx="1087323" cy="6628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98B80"/>
            </a:solidFill>
          </a:ln>
          <a:effectLst>
            <a:outerShdw dist="50800" dir="3000000" algn="t" rotWithShape="0">
              <a:srgbClr val="FFCCCC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1" i="0" u="none" strike="noStrike" kern="0" cap="none" spc="0" normalizeH="0" baseline="0" noProof="0" dirty="0">
              <a:ln w="12700">
                <a:solidFill>
                  <a:srgbClr val="198B80"/>
                </a:solidFill>
              </a:ln>
              <a:solidFill>
                <a:srgbClr val="8CDCDD"/>
              </a:solidFill>
              <a:effectLst>
                <a:outerShdw dist="63500" dir="2700000" algn="tl" rotWithShape="0">
                  <a:srgbClr val="FFCCCC"/>
                </a:outerShdw>
              </a:effectLst>
              <a:uLnTx/>
              <a:uFillTx/>
              <a:latin typeface="국민연금체 ExtraBold" pitchFamily="2" charset="-127"/>
              <a:ea typeface="국민연금체 ExtraBold" pitchFamily="2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3A4B18B-ABCB-6B83-0B5A-1E112790C260}"/>
              </a:ext>
            </a:extLst>
          </p:cNvPr>
          <p:cNvSpPr/>
          <p:nvPr/>
        </p:nvSpPr>
        <p:spPr>
          <a:xfrm>
            <a:off x="-327025" y="252769"/>
            <a:ext cx="975357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198B80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FCCCC"/>
                  </a:outerShdw>
                </a:effectLst>
                <a:uLnTx/>
                <a:uFillTx/>
                <a:latin typeface="맑은 고딕" panose="020F0502020204030204"/>
                <a:ea typeface="국민연금체 ExtraBold" pitchFamily="2" charset="-127"/>
                <a:cs typeface="+mn-cs"/>
              </a:rPr>
              <a:t>１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8DE3EE9-84FA-E8F5-25B7-10B2D0109657}"/>
              </a:ext>
            </a:extLst>
          </p:cNvPr>
          <p:cNvSpPr/>
          <p:nvPr/>
        </p:nvSpPr>
        <p:spPr>
          <a:xfrm>
            <a:off x="859517" y="190324"/>
            <a:ext cx="11056258" cy="6628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98B80"/>
            </a:solidFill>
          </a:ln>
          <a:effectLst>
            <a:outerShdw dist="50800" dir="3000000" algn="t" rotWithShape="0">
              <a:srgbClr val="FFCCCC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FCCCC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rPr>
              <a:t>PPT PRESENTATION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0BB04B8-4A42-FECD-7346-98F3BECB2BA9}"/>
              </a:ext>
            </a:extLst>
          </p:cNvPr>
          <p:cNvSpPr/>
          <p:nvPr/>
        </p:nvSpPr>
        <p:spPr>
          <a:xfrm>
            <a:off x="936624" y="252769"/>
            <a:ext cx="10909007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198B80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32FCF192-82CC-0B95-F705-7B0277C71A41}"/>
              </a:ext>
            </a:extLst>
          </p:cNvPr>
          <p:cNvGrpSpPr/>
          <p:nvPr/>
        </p:nvGrpSpPr>
        <p:grpSpPr>
          <a:xfrm>
            <a:off x="376838" y="448290"/>
            <a:ext cx="808659" cy="160476"/>
            <a:chOff x="376838" y="502265"/>
            <a:chExt cx="808659" cy="160476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31A0237F-1BD5-7574-A65D-12FA7815CE6A}"/>
                </a:ext>
              </a:extLst>
            </p:cNvPr>
            <p:cNvSpPr/>
            <p:nvPr/>
          </p:nvSpPr>
          <p:spPr>
            <a:xfrm>
              <a:off x="1023915" y="502265"/>
              <a:ext cx="161582" cy="1604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805FB472-D7D5-5BC9-D0D5-BFDB8637928A}"/>
                </a:ext>
              </a:extLst>
            </p:cNvPr>
            <p:cNvSpPr/>
            <p:nvPr/>
          </p:nvSpPr>
          <p:spPr>
            <a:xfrm>
              <a:off x="376838" y="502265"/>
              <a:ext cx="161582" cy="1604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6EAC64B7-AE88-7921-8B32-DBFEAE2907ED}"/>
                </a:ext>
              </a:extLst>
            </p:cNvPr>
            <p:cNvSpPr/>
            <p:nvPr/>
          </p:nvSpPr>
          <p:spPr>
            <a:xfrm>
              <a:off x="440531" y="544313"/>
              <a:ext cx="685685" cy="76379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</p:grpSp>
      <p:sp>
        <p:nvSpPr>
          <p:cNvPr id="2" name="막힌 원호 1">
            <a:extLst>
              <a:ext uri="{FF2B5EF4-FFF2-40B4-BE49-F238E27FC236}">
                <a16:creationId xmlns:a16="http://schemas.microsoft.com/office/drawing/2014/main" id="{53C07164-B217-9064-6ECC-131C17E8D30E}"/>
              </a:ext>
            </a:extLst>
          </p:cNvPr>
          <p:cNvSpPr/>
          <p:nvPr/>
        </p:nvSpPr>
        <p:spPr>
          <a:xfrm>
            <a:off x="1392985" y="1998393"/>
            <a:ext cx="2608224" cy="2608224"/>
          </a:xfrm>
          <a:prstGeom prst="blockArc">
            <a:avLst>
              <a:gd name="adj1" fmla="val 5348068"/>
              <a:gd name="adj2" fmla="val 16200872"/>
              <a:gd name="adj3" fmla="val 21588"/>
            </a:avLst>
          </a:prstGeom>
          <a:solidFill>
            <a:schemeClr val="bg1"/>
          </a:solidFill>
          <a:ln w="25400">
            <a:solidFill>
              <a:srgbClr val="198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BCC3942-9798-17D7-325F-15DB889803E0}"/>
              </a:ext>
            </a:extLst>
          </p:cNvPr>
          <p:cNvGrpSpPr/>
          <p:nvPr/>
        </p:nvGrpSpPr>
        <p:grpSpPr>
          <a:xfrm>
            <a:off x="1392985" y="1998393"/>
            <a:ext cx="2608224" cy="2608224"/>
            <a:chOff x="3921125" y="1993900"/>
            <a:chExt cx="2608224" cy="2608224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C50E33EE-1691-1CD7-68B8-A923DAC97CAA}"/>
                </a:ext>
              </a:extLst>
            </p:cNvPr>
            <p:cNvSpPr/>
            <p:nvPr/>
          </p:nvSpPr>
          <p:spPr>
            <a:xfrm>
              <a:off x="3921125" y="1993900"/>
              <a:ext cx="2608224" cy="2608224"/>
            </a:xfrm>
            <a:prstGeom prst="ellipse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막힌 원호 4">
              <a:extLst>
                <a:ext uri="{FF2B5EF4-FFF2-40B4-BE49-F238E27FC236}">
                  <a16:creationId xmlns:a16="http://schemas.microsoft.com/office/drawing/2014/main" id="{1E7E7D9E-0E9E-27A9-8571-70A83653900C}"/>
                </a:ext>
              </a:extLst>
            </p:cNvPr>
            <p:cNvSpPr/>
            <p:nvPr/>
          </p:nvSpPr>
          <p:spPr>
            <a:xfrm>
              <a:off x="3921125" y="1993900"/>
              <a:ext cx="2608224" cy="2608224"/>
            </a:xfrm>
            <a:prstGeom prst="blockArc">
              <a:avLst>
                <a:gd name="adj1" fmla="val 15237603"/>
                <a:gd name="adj2" fmla="val 16200872"/>
                <a:gd name="adj3" fmla="val 21588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287E64-7614-E48F-54E8-7A48F09683EF}"/>
                </a:ext>
              </a:extLst>
            </p:cNvPr>
            <p:cNvSpPr/>
            <p:nvPr/>
          </p:nvSpPr>
          <p:spPr>
            <a:xfrm rot="4398931">
              <a:off x="4617206" y="2281812"/>
              <a:ext cx="564532" cy="9190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양쪽 모서리가 둥근 사각형 95">
              <a:extLst>
                <a:ext uri="{FF2B5EF4-FFF2-40B4-BE49-F238E27FC236}">
                  <a16:creationId xmlns:a16="http://schemas.microsoft.com/office/drawing/2014/main" id="{33C2AB41-F752-56AF-DD67-BE6E4127EA07}"/>
                </a:ext>
              </a:extLst>
            </p:cNvPr>
            <p:cNvSpPr/>
            <p:nvPr/>
          </p:nvSpPr>
          <p:spPr>
            <a:xfrm rot="4380000">
              <a:off x="4532632" y="2308495"/>
              <a:ext cx="564532" cy="91901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bg1"/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양쪽 모서리가 둥근 사각형 96">
              <a:extLst>
                <a:ext uri="{FF2B5EF4-FFF2-40B4-BE49-F238E27FC236}">
                  <a16:creationId xmlns:a16="http://schemas.microsoft.com/office/drawing/2014/main" id="{B1A59F68-5578-635A-DB55-472F828506CE}"/>
                </a:ext>
              </a:extLst>
            </p:cNvPr>
            <p:cNvSpPr/>
            <p:nvPr/>
          </p:nvSpPr>
          <p:spPr>
            <a:xfrm rot="4380000">
              <a:off x="4520544" y="2264504"/>
              <a:ext cx="178973" cy="346624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bg1"/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033EA7-B7E7-5763-6C0D-887B5AA279A8}"/>
              </a:ext>
            </a:extLst>
          </p:cNvPr>
          <p:cNvSpPr/>
          <p:nvPr/>
        </p:nvSpPr>
        <p:spPr>
          <a:xfrm>
            <a:off x="2160288" y="2978130"/>
            <a:ext cx="1074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Aharoni" panose="02010803020104030203" pitchFamily="2" charset="-79"/>
              </a:rPr>
              <a:t>50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Aharoni" panose="02010803020104030203" pitchFamily="2" charset="-79"/>
              </a:rPr>
              <a:t>%</a:t>
            </a: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Aharoni" panose="02010803020104030203" pitchFamily="2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CE5C2-D445-4090-8818-97D17E704167}"/>
              </a:ext>
            </a:extLst>
          </p:cNvPr>
          <p:cNvSpPr txBox="1"/>
          <p:nvPr/>
        </p:nvSpPr>
        <p:spPr>
          <a:xfrm>
            <a:off x="1332859" y="5060796"/>
            <a:ext cx="27284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PowerPoint is a computer program created by Microsoft Office</a:t>
            </a:r>
          </a:p>
        </p:txBody>
      </p:sp>
      <p:sp>
        <p:nvSpPr>
          <p:cNvPr id="15" name="막힌 원호 14">
            <a:extLst>
              <a:ext uri="{FF2B5EF4-FFF2-40B4-BE49-F238E27FC236}">
                <a16:creationId xmlns:a16="http://schemas.microsoft.com/office/drawing/2014/main" id="{482C2B72-2600-376A-2EEB-A1DA006D9B67}"/>
              </a:ext>
            </a:extLst>
          </p:cNvPr>
          <p:cNvSpPr/>
          <p:nvPr/>
        </p:nvSpPr>
        <p:spPr>
          <a:xfrm>
            <a:off x="4679477" y="1998393"/>
            <a:ext cx="2608224" cy="2608224"/>
          </a:xfrm>
          <a:prstGeom prst="blockArc">
            <a:avLst>
              <a:gd name="adj1" fmla="val 582666"/>
              <a:gd name="adj2" fmla="val 16200872"/>
              <a:gd name="adj3" fmla="val 21588"/>
            </a:avLst>
          </a:prstGeom>
          <a:solidFill>
            <a:schemeClr val="bg1"/>
          </a:solidFill>
          <a:ln w="25400">
            <a:solidFill>
              <a:srgbClr val="198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0B41338-CAD0-7F9F-92C3-0B190C663C4A}"/>
              </a:ext>
            </a:extLst>
          </p:cNvPr>
          <p:cNvGrpSpPr/>
          <p:nvPr/>
        </p:nvGrpSpPr>
        <p:grpSpPr>
          <a:xfrm>
            <a:off x="4689002" y="1998393"/>
            <a:ext cx="2608224" cy="2608224"/>
            <a:chOff x="3921125" y="1993900"/>
            <a:chExt cx="2608224" cy="260822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0385F90-7548-E7A4-A429-41DCDCBE1F26}"/>
                </a:ext>
              </a:extLst>
            </p:cNvPr>
            <p:cNvSpPr/>
            <p:nvPr/>
          </p:nvSpPr>
          <p:spPr>
            <a:xfrm>
              <a:off x="3921125" y="1993900"/>
              <a:ext cx="2608224" cy="2608224"/>
            </a:xfrm>
            <a:prstGeom prst="ellipse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막힌 원호 17">
              <a:extLst>
                <a:ext uri="{FF2B5EF4-FFF2-40B4-BE49-F238E27FC236}">
                  <a16:creationId xmlns:a16="http://schemas.microsoft.com/office/drawing/2014/main" id="{D835DC59-AAE7-D084-3433-F3C4E92E620C}"/>
                </a:ext>
              </a:extLst>
            </p:cNvPr>
            <p:cNvSpPr/>
            <p:nvPr/>
          </p:nvSpPr>
          <p:spPr>
            <a:xfrm>
              <a:off x="3921125" y="1993900"/>
              <a:ext cx="2608224" cy="2608224"/>
            </a:xfrm>
            <a:prstGeom prst="blockArc">
              <a:avLst>
                <a:gd name="adj1" fmla="val 15237603"/>
                <a:gd name="adj2" fmla="val 16200872"/>
                <a:gd name="adj3" fmla="val 21588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5700BE0-25E7-7AD9-11A0-AE5C57559923}"/>
                </a:ext>
              </a:extLst>
            </p:cNvPr>
            <p:cNvSpPr/>
            <p:nvPr/>
          </p:nvSpPr>
          <p:spPr>
            <a:xfrm rot="4398931">
              <a:off x="4617206" y="2281812"/>
              <a:ext cx="564532" cy="9190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양쪽 모서리가 둥근 사각형 104">
              <a:extLst>
                <a:ext uri="{FF2B5EF4-FFF2-40B4-BE49-F238E27FC236}">
                  <a16:creationId xmlns:a16="http://schemas.microsoft.com/office/drawing/2014/main" id="{EE2BD9A4-61DF-9732-86B2-D68D63DD7C06}"/>
                </a:ext>
              </a:extLst>
            </p:cNvPr>
            <p:cNvSpPr/>
            <p:nvPr/>
          </p:nvSpPr>
          <p:spPr>
            <a:xfrm rot="4380000">
              <a:off x="4532632" y="2308495"/>
              <a:ext cx="564532" cy="91901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bg1"/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양쪽 모서리가 둥근 사각형 105">
              <a:extLst>
                <a:ext uri="{FF2B5EF4-FFF2-40B4-BE49-F238E27FC236}">
                  <a16:creationId xmlns:a16="http://schemas.microsoft.com/office/drawing/2014/main" id="{1173B7F4-EB0B-2D67-9A67-E09C193D58E4}"/>
                </a:ext>
              </a:extLst>
            </p:cNvPr>
            <p:cNvSpPr/>
            <p:nvPr/>
          </p:nvSpPr>
          <p:spPr>
            <a:xfrm rot="4380000">
              <a:off x="4520544" y="2264504"/>
              <a:ext cx="178973" cy="346624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bg1"/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1A5ACE-E63F-0F66-A0F3-EB94C0475E33}"/>
              </a:ext>
            </a:extLst>
          </p:cNvPr>
          <p:cNvSpPr/>
          <p:nvPr/>
        </p:nvSpPr>
        <p:spPr>
          <a:xfrm>
            <a:off x="5456305" y="2978130"/>
            <a:ext cx="1074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Aharoni" panose="02010803020104030203" pitchFamily="2" charset="-79"/>
              </a:rPr>
              <a:t>70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Aharoni" panose="02010803020104030203" pitchFamily="2" charset="-79"/>
              </a:rPr>
              <a:t>%</a:t>
            </a: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Aharoni" panose="02010803020104030203" pitchFamily="2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01BBC5-4A4B-26D2-C2E5-8BDFEDCA71FC}"/>
              </a:ext>
            </a:extLst>
          </p:cNvPr>
          <p:cNvSpPr txBox="1"/>
          <p:nvPr/>
        </p:nvSpPr>
        <p:spPr>
          <a:xfrm>
            <a:off x="4628876" y="5060796"/>
            <a:ext cx="27284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PowerPoint is a computer program created by Microsoft Office</a:t>
            </a:r>
          </a:p>
        </p:txBody>
      </p:sp>
      <p:sp>
        <p:nvSpPr>
          <p:cNvPr id="24" name="막힌 원호 23">
            <a:extLst>
              <a:ext uri="{FF2B5EF4-FFF2-40B4-BE49-F238E27FC236}">
                <a16:creationId xmlns:a16="http://schemas.microsoft.com/office/drawing/2014/main" id="{E9D2DEFB-8B01-39E1-C625-79E217EA11D1}"/>
              </a:ext>
            </a:extLst>
          </p:cNvPr>
          <p:cNvSpPr/>
          <p:nvPr/>
        </p:nvSpPr>
        <p:spPr>
          <a:xfrm>
            <a:off x="8117898" y="1998393"/>
            <a:ext cx="2608224" cy="2608224"/>
          </a:xfrm>
          <a:prstGeom prst="blockArc">
            <a:avLst>
              <a:gd name="adj1" fmla="val 18695821"/>
              <a:gd name="adj2" fmla="val 16200872"/>
              <a:gd name="adj3" fmla="val 21588"/>
            </a:avLst>
          </a:prstGeom>
          <a:solidFill>
            <a:schemeClr val="bg1"/>
          </a:solidFill>
          <a:ln w="25400">
            <a:solidFill>
              <a:srgbClr val="198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B6C2DF0-021A-C0C2-31D3-85E42CAC72D1}"/>
              </a:ext>
            </a:extLst>
          </p:cNvPr>
          <p:cNvGrpSpPr/>
          <p:nvPr/>
        </p:nvGrpSpPr>
        <p:grpSpPr>
          <a:xfrm>
            <a:off x="8127423" y="1998393"/>
            <a:ext cx="2608224" cy="2608224"/>
            <a:chOff x="3921125" y="1993900"/>
            <a:chExt cx="2608224" cy="2608224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21B6CCC-0EB4-AD85-02F4-8C11340ABFCF}"/>
                </a:ext>
              </a:extLst>
            </p:cNvPr>
            <p:cNvSpPr/>
            <p:nvPr/>
          </p:nvSpPr>
          <p:spPr>
            <a:xfrm>
              <a:off x="3921125" y="1993900"/>
              <a:ext cx="2608224" cy="2608224"/>
            </a:xfrm>
            <a:prstGeom prst="ellipse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막힌 원호 26">
              <a:extLst>
                <a:ext uri="{FF2B5EF4-FFF2-40B4-BE49-F238E27FC236}">
                  <a16:creationId xmlns:a16="http://schemas.microsoft.com/office/drawing/2014/main" id="{8D8E9155-3DC8-68B2-DE6E-1617B0054C15}"/>
                </a:ext>
              </a:extLst>
            </p:cNvPr>
            <p:cNvSpPr/>
            <p:nvPr/>
          </p:nvSpPr>
          <p:spPr>
            <a:xfrm>
              <a:off x="3921125" y="1993900"/>
              <a:ext cx="2608224" cy="2608224"/>
            </a:xfrm>
            <a:prstGeom prst="blockArc">
              <a:avLst>
                <a:gd name="adj1" fmla="val 15237603"/>
                <a:gd name="adj2" fmla="val 16200872"/>
                <a:gd name="adj3" fmla="val 21588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10BBB22-1620-0EA2-8FE5-E35A93AC40BD}"/>
                </a:ext>
              </a:extLst>
            </p:cNvPr>
            <p:cNvSpPr/>
            <p:nvPr/>
          </p:nvSpPr>
          <p:spPr>
            <a:xfrm rot="4398931">
              <a:off x="4617206" y="2281812"/>
              <a:ext cx="564532" cy="9190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양쪽 모서리가 둥근 사각형 113">
              <a:extLst>
                <a:ext uri="{FF2B5EF4-FFF2-40B4-BE49-F238E27FC236}">
                  <a16:creationId xmlns:a16="http://schemas.microsoft.com/office/drawing/2014/main" id="{B6AACC69-E8D6-53F7-EFF3-DEF7704FCCF8}"/>
                </a:ext>
              </a:extLst>
            </p:cNvPr>
            <p:cNvSpPr/>
            <p:nvPr/>
          </p:nvSpPr>
          <p:spPr>
            <a:xfrm rot="4380000">
              <a:off x="4532632" y="2308495"/>
              <a:ext cx="564532" cy="91901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bg1"/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양쪽 모서리가 둥근 사각형 114">
              <a:extLst>
                <a:ext uri="{FF2B5EF4-FFF2-40B4-BE49-F238E27FC236}">
                  <a16:creationId xmlns:a16="http://schemas.microsoft.com/office/drawing/2014/main" id="{E56C7F11-42AA-0455-204F-F8FEBE75E62B}"/>
                </a:ext>
              </a:extLst>
            </p:cNvPr>
            <p:cNvSpPr/>
            <p:nvPr/>
          </p:nvSpPr>
          <p:spPr>
            <a:xfrm rot="4380000">
              <a:off x="4520544" y="2264504"/>
              <a:ext cx="178973" cy="346624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bg1"/>
            </a:solidFill>
            <a:ln w="25400"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D00953A-B23B-3000-CAEF-57EF03E52776}"/>
              </a:ext>
            </a:extLst>
          </p:cNvPr>
          <p:cNvSpPr/>
          <p:nvPr/>
        </p:nvSpPr>
        <p:spPr>
          <a:xfrm>
            <a:off x="8894726" y="2978130"/>
            <a:ext cx="1074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Aharoni" panose="02010803020104030203" pitchFamily="2" charset="-79"/>
              </a:rPr>
              <a:t>88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Aharoni" panose="02010803020104030203" pitchFamily="2" charset="-79"/>
              </a:rPr>
              <a:t>%</a:t>
            </a: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Aharoni" panose="02010803020104030203" pitchFamily="2" charset="-79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9D0046-FEDB-E581-DB62-49AB2D6D10B7}"/>
              </a:ext>
            </a:extLst>
          </p:cNvPr>
          <p:cNvSpPr txBox="1"/>
          <p:nvPr/>
        </p:nvSpPr>
        <p:spPr>
          <a:xfrm>
            <a:off x="8067297" y="5060796"/>
            <a:ext cx="27284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PowerPoint is a computer program created by Microsoft Office</a:t>
            </a:r>
          </a:p>
        </p:txBody>
      </p:sp>
    </p:spTree>
    <p:extLst>
      <p:ext uri="{BB962C8B-B14F-4D97-AF65-F5344CB8AC3E}">
        <p14:creationId xmlns:p14="http://schemas.microsoft.com/office/powerpoint/2010/main" val="23926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C8EEF9"/>
          </a:fgClr>
          <a:bgClr>
            <a:srgbClr val="8CDCDD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32977-624C-03CA-6DF2-5AF9653A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5A9FC12-5F68-B1E1-2D5E-707D45D13DD4}"/>
              </a:ext>
            </a:extLst>
          </p:cNvPr>
          <p:cNvSpPr/>
          <p:nvPr/>
        </p:nvSpPr>
        <p:spPr>
          <a:xfrm>
            <a:off x="-377826" y="190324"/>
            <a:ext cx="1087323" cy="6628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98B80"/>
            </a:solidFill>
          </a:ln>
          <a:effectLst>
            <a:outerShdw dist="50800" dir="3000000" algn="t" rotWithShape="0">
              <a:srgbClr val="FFCCCC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200" b="1" i="0" u="none" strike="noStrike" kern="0" cap="none" spc="0" normalizeH="0" baseline="0" noProof="0" dirty="0">
              <a:ln w="12700">
                <a:solidFill>
                  <a:srgbClr val="198B80"/>
                </a:solidFill>
              </a:ln>
              <a:solidFill>
                <a:srgbClr val="8CDCDD"/>
              </a:solidFill>
              <a:effectLst>
                <a:outerShdw dist="63500" dir="2700000" algn="tl" rotWithShape="0">
                  <a:srgbClr val="FFCCCC"/>
                </a:outerShdw>
              </a:effectLst>
              <a:uLnTx/>
              <a:uFillTx/>
              <a:latin typeface="국민연금체 ExtraBold" pitchFamily="2" charset="-127"/>
              <a:ea typeface="국민연금체 ExtraBold" pitchFamily="2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433D8AC-5F46-B5F4-39E7-707AEFD64B5C}"/>
              </a:ext>
            </a:extLst>
          </p:cNvPr>
          <p:cNvSpPr/>
          <p:nvPr/>
        </p:nvSpPr>
        <p:spPr>
          <a:xfrm>
            <a:off x="-327025" y="252769"/>
            <a:ext cx="975357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198B80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FCCCC"/>
                  </a:outerShdw>
                </a:effectLst>
                <a:uLnTx/>
                <a:uFillTx/>
                <a:latin typeface="맑은 고딕" panose="020F0502020204030204"/>
                <a:ea typeface="국민연금체 ExtraBold" pitchFamily="2" charset="-127"/>
                <a:cs typeface="+mn-cs"/>
              </a:rPr>
              <a:t>１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8EDEFBC-F32C-BBBE-F447-1ADEA7FBF5AF}"/>
              </a:ext>
            </a:extLst>
          </p:cNvPr>
          <p:cNvSpPr/>
          <p:nvPr/>
        </p:nvSpPr>
        <p:spPr>
          <a:xfrm>
            <a:off x="859517" y="190324"/>
            <a:ext cx="11056258" cy="66280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198B80"/>
            </a:solidFill>
          </a:ln>
          <a:effectLst>
            <a:outerShdw dist="50800" dir="3000000" algn="t" rotWithShape="0">
              <a:srgbClr val="FFCCCC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670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FCCCC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rPr>
              <a:t>PPT PRESENTATION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9DBCAE-6983-E746-1967-D10DF70D9CFB}"/>
              </a:ext>
            </a:extLst>
          </p:cNvPr>
          <p:cNvSpPr/>
          <p:nvPr/>
        </p:nvSpPr>
        <p:spPr>
          <a:xfrm>
            <a:off x="936624" y="252769"/>
            <a:ext cx="10909007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198B80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389C2CA2-6D44-D996-9443-0B4554A314EB}"/>
              </a:ext>
            </a:extLst>
          </p:cNvPr>
          <p:cNvGrpSpPr/>
          <p:nvPr/>
        </p:nvGrpSpPr>
        <p:grpSpPr>
          <a:xfrm>
            <a:off x="376838" y="448290"/>
            <a:ext cx="808659" cy="160476"/>
            <a:chOff x="376838" y="502265"/>
            <a:chExt cx="808659" cy="160476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FFCCB118-DBCA-DC5E-0C10-C37525C326A2}"/>
                </a:ext>
              </a:extLst>
            </p:cNvPr>
            <p:cNvSpPr/>
            <p:nvPr/>
          </p:nvSpPr>
          <p:spPr>
            <a:xfrm>
              <a:off x="1023915" y="502265"/>
              <a:ext cx="161582" cy="1604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D0CA55D-06AE-FF11-F6DC-0804DD5C1936}"/>
                </a:ext>
              </a:extLst>
            </p:cNvPr>
            <p:cNvSpPr/>
            <p:nvPr/>
          </p:nvSpPr>
          <p:spPr>
            <a:xfrm>
              <a:off x="376838" y="502265"/>
              <a:ext cx="161582" cy="160476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05E8A91E-7DB5-679C-AC60-E7C2EA393AA9}"/>
                </a:ext>
              </a:extLst>
            </p:cNvPr>
            <p:cNvSpPr/>
            <p:nvPr/>
          </p:nvSpPr>
          <p:spPr>
            <a:xfrm>
              <a:off x="440531" y="544313"/>
              <a:ext cx="685685" cy="76379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198B8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3200" b="1" i="0" u="none" strike="noStrike" kern="0" cap="none" spc="0" normalizeH="0" baseline="0" noProof="0" dirty="0">
                <a:ln w="12700">
                  <a:solidFill>
                    <a:srgbClr val="198B80"/>
                  </a:solidFill>
                </a:ln>
                <a:solidFill>
                  <a:srgbClr val="8CDCDD"/>
                </a:solidFill>
                <a:effectLst>
                  <a:outerShdw dist="63500" dir="2700000" algn="tl" rotWithShape="0">
                    <a:srgbClr val="F2CCD0"/>
                  </a:outerShdw>
                </a:effectLst>
                <a:uLnTx/>
                <a:uFillTx/>
                <a:latin typeface="국민연금체 ExtraBold" pitchFamily="2" charset="-127"/>
                <a:ea typeface="국민연금체 ExtraBold" pitchFamily="2" charset="-127"/>
                <a:cs typeface="+mn-cs"/>
              </a:endParaRPr>
            </a:p>
          </p:txBody>
        </p:sp>
      </p:grpSp>
      <p:sp>
        <p:nvSpPr>
          <p:cNvPr id="2" name="자유형: 도형 18">
            <a:extLst>
              <a:ext uri="{FF2B5EF4-FFF2-40B4-BE49-F238E27FC236}">
                <a16:creationId xmlns:a16="http://schemas.microsoft.com/office/drawing/2014/main" id="{00ED7B60-1191-B4E8-2A0C-21AB6D1A86D7}"/>
              </a:ext>
            </a:extLst>
          </p:cNvPr>
          <p:cNvSpPr/>
          <p:nvPr/>
        </p:nvSpPr>
        <p:spPr>
          <a:xfrm flipH="1">
            <a:off x="3979051" y="2519555"/>
            <a:ext cx="3007795" cy="1972508"/>
          </a:xfrm>
          <a:custGeom>
            <a:avLst/>
            <a:gdLst>
              <a:gd name="connsiteX0" fmla="*/ 480361 w 2748051"/>
              <a:gd name="connsiteY0" fmla="*/ 1123671 h 1802168"/>
              <a:gd name="connsiteX1" fmla="*/ 0 w 2748051"/>
              <a:gd name="connsiteY1" fmla="*/ 1123671 h 1802168"/>
              <a:gd name="connsiteX2" fmla="*/ 31287 w 2748051"/>
              <a:gd name="connsiteY2" fmla="*/ 1231489 h 1802168"/>
              <a:gd name="connsiteX3" fmla="*/ 777738 w 2748051"/>
              <a:gd name="connsiteY3" fmla="*/ 1797516 h 1802168"/>
              <a:gd name="connsiteX4" fmla="*/ 865107 w 2748051"/>
              <a:gd name="connsiteY4" fmla="*/ 1801928 h 1802168"/>
              <a:gd name="connsiteX5" fmla="*/ 865107 w 2748051"/>
              <a:gd name="connsiteY5" fmla="*/ 1802167 h 1802168"/>
              <a:gd name="connsiteX6" fmla="*/ 869850 w 2748051"/>
              <a:gd name="connsiteY6" fmla="*/ 1802167 h 1802168"/>
              <a:gd name="connsiteX7" fmla="*/ 869869 w 2748051"/>
              <a:gd name="connsiteY7" fmla="*/ 1802168 h 1802168"/>
              <a:gd name="connsiteX8" fmla="*/ 869869 w 2748051"/>
              <a:gd name="connsiteY8" fmla="*/ 1802167 h 1802168"/>
              <a:gd name="connsiteX9" fmla="*/ 2523288 w 2748051"/>
              <a:gd name="connsiteY9" fmla="*/ 1802167 h 1802168"/>
              <a:gd name="connsiteX10" fmla="*/ 2748051 w 2748051"/>
              <a:gd name="connsiteY10" fmla="*/ 1577404 h 1802168"/>
              <a:gd name="connsiteX11" fmla="*/ 2523288 w 2748051"/>
              <a:gd name="connsiteY11" fmla="*/ 1352641 h 1802168"/>
              <a:gd name="connsiteX12" fmla="*/ 869869 w 2748051"/>
              <a:gd name="connsiteY12" fmla="*/ 1352641 h 1802168"/>
              <a:gd name="connsiteX13" fmla="*/ 869869 w 2748051"/>
              <a:gd name="connsiteY13" fmla="*/ 1351625 h 1802168"/>
              <a:gd name="connsiteX14" fmla="*/ 496273 w 2748051"/>
              <a:gd name="connsiteY14" fmla="*/ 1152985 h 1802168"/>
              <a:gd name="connsiteX15" fmla="*/ 869869 w 2748051"/>
              <a:gd name="connsiteY15" fmla="*/ 0 h 1802168"/>
              <a:gd name="connsiteX16" fmla="*/ 869850 w 2748051"/>
              <a:gd name="connsiteY16" fmla="*/ 1 h 1802168"/>
              <a:gd name="connsiteX17" fmla="*/ 865107 w 2748051"/>
              <a:gd name="connsiteY17" fmla="*/ 1 h 1802168"/>
              <a:gd name="connsiteX18" fmla="*/ 865107 w 2748051"/>
              <a:gd name="connsiteY18" fmla="*/ 241 h 1802168"/>
              <a:gd name="connsiteX19" fmla="*/ 777738 w 2748051"/>
              <a:gd name="connsiteY19" fmla="*/ 4652 h 1802168"/>
              <a:gd name="connsiteX20" fmla="*/ 31287 w 2748051"/>
              <a:gd name="connsiteY20" fmla="*/ 570680 h 1802168"/>
              <a:gd name="connsiteX21" fmla="*/ 1263 w 2748051"/>
              <a:gd name="connsiteY21" fmla="*/ 674145 h 1802168"/>
              <a:gd name="connsiteX22" fmla="*/ 482723 w 2748051"/>
              <a:gd name="connsiteY22" fmla="*/ 674145 h 1802168"/>
              <a:gd name="connsiteX23" fmla="*/ 496273 w 2748051"/>
              <a:gd name="connsiteY23" fmla="*/ 649181 h 1802168"/>
              <a:gd name="connsiteX24" fmla="*/ 869869 w 2748051"/>
              <a:gd name="connsiteY24" fmla="*/ 450541 h 1802168"/>
              <a:gd name="connsiteX25" fmla="*/ 869869 w 2748051"/>
              <a:gd name="connsiteY25" fmla="*/ 449527 h 1802168"/>
              <a:gd name="connsiteX26" fmla="*/ 2523288 w 2748051"/>
              <a:gd name="connsiteY26" fmla="*/ 449527 h 1802168"/>
              <a:gd name="connsiteX27" fmla="*/ 2748051 w 2748051"/>
              <a:gd name="connsiteY27" fmla="*/ 224764 h 1802168"/>
              <a:gd name="connsiteX28" fmla="*/ 2523288 w 2748051"/>
              <a:gd name="connsiteY28" fmla="*/ 1 h 1802168"/>
              <a:gd name="connsiteX29" fmla="*/ 869869 w 2748051"/>
              <a:gd name="connsiteY29" fmla="*/ 1 h 180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748051" h="1802168">
                <a:moveTo>
                  <a:pt x="480361" y="1123671"/>
                </a:moveTo>
                <a:lnTo>
                  <a:pt x="0" y="1123671"/>
                </a:lnTo>
                <a:lnTo>
                  <a:pt x="31287" y="1231489"/>
                </a:lnTo>
                <a:cubicBezTo>
                  <a:pt x="152311" y="1538404"/>
                  <a:pt x="436955" y="1762907"/>
                  <a:pt x="777738" y="1797516"/>
                </a:cubicBezTo>
                <a:lnTo>
                  <a:pt x="865107" y="1801928"/>
                </a:lnTo>
                <a:lnTo>
                  <a:pt x="865107" y="1802167"/>
                </a:lnTo>
                <a:lnTo>
                  <a:pt x="869850" y="1802167"/>
                </a:lnTo>
                <a:lnTo>
                  <a:pt x="869869" y="1802168"/>
                </a:lnTo>
                <a:lnTo>
                  <a:pt x="869869" y="1802167"/>
                </a:lnTo>
                <a:lnTo>
                  <a:pt x="2523288" y="1802167"/>
                </a:lnTo>
                <a:lnTo>
                  <a:pt x="2748051" y="1577404"/>
                </a:lnTo>
                <a:lnTo>
                  <a:pt x="2523288" y="1352641"/>
                </a:lnTo>
                <a:lnTo>
                  <a:pt x="869869" y="1352641"/>
                </a:lnTo>
                <a:lnTo>
                  <a:pt x="869869" y="1351625"/>
                </a:lnTo>
                <a:cubicBezTo>
                  <a:pt x="714352" y="1351625"/>
                  <a:pt x="577239" y="1272830"/>
                  <a:pt x="496273" y="1152985"/>
                </a:cubicBezTo>
                <a:close/>
                <a:moveTo>
                  <a:pt x="869869" y="0"/>
                </a:moveTo>
                <a:lnTo>
                  <a:pt x="869850" y="1"/>
                </a:lnTo>
                <a:lnTo>
                  <a:pt x="865107" y="1"/>
                </a:lnTo>
                <a:lnTo>
                  <a:pt x="865107" y="241"/>
                </a:lnTo>
                <a:lnTo>
                  <a:pt x="777738" y="4652"/>
                </a:lnTo>
                <a:cubicBezTo>
                  <a:pt x="436955" y="39261"/>
                  <a:pt x="152311" y="263765"/>
                  <a:pt x="31287" y="570680"/>
                </a:cubicBezTo>
                <a:lnTo>
                  <a:pt x="1263" y="674145"/>
                </a:lnTo>
                <a:lnTo>
                  <a:pt x="482723" y="674145"/>
                </a:lnTo>
                <a:lnTo>
                  <a:pt x="496273" y="649181"/>
                </a:lnTo>
                <a:cubicBezTo>
                  <a:pt x="577239" y="529336"/>
                  <a:pt x="714352" y="450541"/>
                  <a:pt x="869869" y="450541"/>
                </a:cubicBezTo>
                <a:lnTo>
                  <a:pt x="869869" y="449527"/>
                </a:lnTo>
                <a:lnTo>
                  <a:pt x="2523288" y="449527"/>
                </a:lnTo>
                <a:lnTo>
                  <a:pt x="2748051" y="224764"/>
                </a:lnTo>
                <a:lnTo>
                  <a:pt x="2523288" y="1"/>
                </a:lnTo>
                <a:lnTo>
                  <a:pt x="869869" y="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198B80"/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19">
            <a:extLst>
              <a:ext uri="{FF2B5EF4-FFF2-40B4-BE49-F238E27FC236}">
                <a16:creationId xmlns:a16="http://schemas.microsoft.com/office/drawing/2014/main" id="{0BC1338A-5061-ED29-1DA6-C76F60656E26}"/>
              </a:ext>
            </a:extLst>
          </p:cNvPr>
          <p:cNvSpPr/>
          <p:nvPr/>
        </p:nvSpPr>
        <p:spPr>
          <a:xfrm>
            <a:off x="5354102" y="3258502"/>
            <a:ext cx="3007795" cy="1972508"/>
          </a:xfrm>
          <a:custGeom>
            <a:avLst/>
            <a:gdLst>
              <a:gd name="connsiteX0" fmla="*/ 480361 w 2748051"/>
              <a:gd name="connsiteY0" fmla="*/ 1123671 h 1802168"/>
              <a:gd name="connsiteX1" fmla="*/ 0 w 2748051"/>
              <a:gd name="connsiteY1" fmla="*/ 1123671 h 1802168"/>
              <a:gd name="connsiteX2" fmla="*/ 31287 w 2748051"/>
              <a:gd name="connsiteY2" fmla="*/ 1231489 h 1802168"/>
              <a:gd name="connsiteX3" fmla="*/ 777738 w 2748051"/>
              <a:gd name="connsiteY3" fmla="*/ 1797516 h 1802168"/>
              <a:gd name="connsiteX4" fmla="*/ 865107 w 2748051"/>
              <a:gd name="connsiteY4" fmla="*/ 1801928 h 1802168"/>
              <a:gd name="connsiteX5" fmla="*/ 865107 w 2748051"/>
              <a:gd name="connsiteY5" fmla="*/ 1802167 h 1802168"/>
              <a:gd name="connsiteX6" fmla="*/ 869850 w 2748051"/>
              <a:gd name="connsiteY6" fmla="*/ 1802167 h 1802168"/>
              <a:gd name="connsiteX7" fmla="*/ 869869 w 2748051"/>
              <a:gd name="connsiteY7" fmla="*/ 1802168 h 1802168"/>
              <a:gd name="connsiteX8" fmla="*/ 869869 w 2748051"/>
              <a:gd name="connsiteY8" fmla="*/ 1802167 h 1802168"/>
              <a:gd name="connsiteX9" fmla="*/ 2523288 w 2748051"/>
              <a:gd name="connsiteY9" fmla="*/ 1802167 h 1802168"/>
              <a:gd name="connsiteX10" fmla="*/ 2748051 w 2748051"/>
              <a:gd name="connsiteY10" fmla="*/ 1577404 h 1802168"/>
              <a:gd name="connsiteX11" fmla="*/ 2523288 w 2748051"/>
              <a:gd name="connsiteY11" fmla="*/ 1352641 h 1802168"/>
              <a:gd name="connsiteX12" fmla="*/ 869869 w 2748051"/>
              <a:gd name="connsiteY12" fmla="*/ 1352641 h 1802168"/>
              <a:gd name="connsiteX13" fmla="*/ 869869 w 2748051"/>
              <a:gd name="connsiteY13" fmla="*/ 1351625 h 1802168"/>
              <a:gd name="connsiteX14" fmla="*/ 496273 w 2748051"/>
              <a:gd name="connsiteY14" fmla="*/ 1152985 h 1802168"/>
              <a:gd name="connsiteX15" fmla="*/ 869869 w 2748051"/>
              <a:gd name="connsiteY15" fmla="*/ 0 h 1802168"/>
              <a:gd name="connsiteX16" fmla="*/ 869850 w 2748051"/>
              <a:gd name="connsiteY16" fmla="*/ 1 h 1802168"/>
              <a:gd name="connsiteX17" fmla="*/ 865107 w 2748051"/>
              <a:gd name="connsiteY17" fmla="*/ 1 h 1802168"/>
              <a:gd name="connsiteX18" fmla="*/ 865107 w 2748051"/>
              <a:gd name="connsiteY18" fmla="*/ 241 h 1802168"/>
              <a:gd name="connsiteX19" fmla="*/ 777738 w 2748051"/>
              <a:gd name="connsiteY19" fmla="*/ 4652 h 1802168"/>
              <a:gd name="connsiteX20" fmla="*/ 31287 w 2748051"/>
              <a:gd name="connsiteY20" fmla="*/ 570680 h 1802168"/>
              <a:gd name="connsiteX21" fmla="*/ 1263 w 2748051"/>
              <a:gd name="connsiteY21" fmla="*/ 674145 h 1802168"/>
              <a:gd name="connsiteX22" fmla="*/ 482723 w 2748051"/>
              <a:gd name="connsiteY22" fmla="*/ 674145 h 1802168"/>
              <a:gd name="connsiteX23" fmla="*/ 496273 w 2748051"/>
              <a:gd name="connsiteY23" fmla="*/ 649181 h 1802168"/>
              <a:gd name="connsiteX24" fmla="*/ 869869 w 2748051"/>
              <a:gd name="connsiteY24" fmla="*/ 450541 h 1802168"/>
              <a:gd name="connsiteX25" fmla="*/ 869869 w 2748051"/>
              <a:gd name="connsiteY25" fmla="*/ 449527 h 1802168"/>
              <a:gd name="connsiteX26" fmla="*/ 2523288 w 2748051"/>
              <a:gd name="connsiteY26" fmla="*/ 449527 h 1802168"/>
              <a:gd name="connsiteX27" fmla="*/ 2748051 w 2748051"/>
              <a:gd name="connsiteY27" fmla="*/ 224764 h 1802168"/>
              <a:gd name="connsiteX28" fmla="*/ 2523288 w 2748051"/>
              <a:gd name="connsiteY28" fmla="*/ 1 h 1802168"/>
              <a:gd name="connsiteX29" fmla="*/ 869869 w 2748051"/>
              <a:gd name="connsiteY29" fmla="*/ 1 h 180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748051" h="1802168">
                <a:moveTo>
                  <a:pt x="480361" y="1123671"/>
                </a:moveTo>
                <a:lnTo>
                  <a:pt x="0" y="1123671"/>
                </a:lnTo>
                <a:lnTo>
                  <a:pt x="31287" y="1231489"/>
                </a:lnTo>
                <a:cubicBezTo>
                  <a:pt x="152311" y="1538404"/>
                  <a:pt x="436955" y="1762907"/>
                  <a:pt x="777738" y="1797516"/>
                </a:cubicBezTo>
                <a:lnTo>
                  <a:pt x="865107" y="1801928"/>
                </a:lnTo>
                <a:lnTo>
                  <a:pt x="865107" y="1802167"/>
                </a:lnTo>
                <a:lnTo>
                  <a:pt x="869850" y="1802167"/>
                </a:lnTo>
                <a:lnTo>
                  <a:pt x="869869" y="1802168"/>
                </a:lnTo>
                <a:lnTo>
                  <a:pt x="869869" y="1802167"/>
                </a:lnTo>
                <a:lnTo>
                  <a:pt x="2523288" y="1802167"/>
                </a:lnTo>
                <a:lnTo>
                  <a:pt x="2748051" y="1577404"/>
                </a:lnTo>
                <a:lnTo>
                  <a:pt x="2523288" y="1352641"/>
                </a:lnTo>
                <a:lnTo>
                  <a:pt x="869869" y="1352641"/>
                </a:lnTo>
                <a:lnTo>
                  <a:pt x="869869" y="1351625"/>
                </a:lnTo>
                <a:cubicBezTo>
                  <a:pt x="714352" y="1351625"/>
                  <a:pt x="577239" y="1272830"/>
                  <a:pt x="496273" y="1152985"/>
                </a:cubicBezTo>
                <a:close/>
                <a:moveTo>
                  <a:pt x="869869" y="0"/>
                </a:moveTo>
                <a:lnTo>
                  <a:pt x="869850" y="1"/>
                </a:lnTo>
                <a:lnTo>
                  <a:pt x="865107" y="1"/>
                </a:lnTo>
                <a:lnTo>
                  <a:pt x="865107" y="241"/>
                </a:lnTo>
                <a:lnTo>
                  <a:pt x="777738" y="4652"/>
                </a:lnTo>
                <a:cubicBezTo>
                  <a:pt x="436955" y="39261"/>
                  <a:pt x="152311" y="263765"/>
                  <a:pt x="31287" y="570680"/>
                </a:cubicBezTo>
                <a:lnTo>
                  <a:pt x="1263" y="674145"/>
                </a:lnTo>
                <a:lnTo>
                  <a:pt x="482723" y="674145"/>
                </a:lnTo>
                <a:lnTo>
                  <a:pt x="496273" y="649181"/>
                </a:lnTo>
                <a:cubicBezTo>
                  <a:pt x="577239" y="529336"/>
                  <a:pt x="714352" y="450541"/>
                  <a:pt x="869869" y="450541"/>
                </a:cubicBezTo>
                <a:lnTo>
                  <a:pt x="869869" y="449527"/>
                </a:lnTo>
                <a:lnTo>
                  <a:pt x="2523288" y="449527"/>
                </a:lnTo>
                <a:lnTo>
                  <a:pt x="2748051" y="224764"/>
                </a:lnTo>
                <a:lnTo>
                  <a:pt x="2523288" y="1"/>
                </a:lnTo>
                <a:lnTo>
                  <a:pt x="869869" y="1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rgbClr val="198B80"/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487B17-2B89-8F5C-45CC-90D7025D766A}"/>
              </a:ext>
            </a:extLst>
          </p:cNvPr>
          <p:cNvSpPr/>
          <p:nvPr/>
        </p:nvSpPr>
        <p:spPr>
          <a:xfrm>
            <a:off x="873211" y="3920261"/>
            <a:ext cx="2870633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2D9307-625F-E31F-C398-79E9E599D7CA}"/>
              </a:ext>
            </a:extLst>
          </p:cNvPr>
          <p:cNvSpPr/>
          <p:nvPr/>
        </p:nvSpPr>
        <p:spPr>
          <a:xfrm>
            <a:off x="8502049" y="4649032"/>
            <a:ext cx="2870633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05A97D-5AB8-8F6E-9918-786BA7D3BC7B}"/>
              </a:ext>
            </a:extLst>
          </p:cNvPr>
          <p:cNvSpPr/>
          <p:nvPr/>
        </p:nvSpPr>
        <p:spPr>
          <a:xfrm>
            <a:off x="873211" y="2428825"/>
            <a:ext cx="2870633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40F4CF-BE07-43CA-7BCC-53237EF61482}"/>
              </a:ext>
            </a:extLst>
          </p:cNvPr>
          <p:cNvSpPr/>
          <p:nvPr/>
        </p:nvSpPr>
        <p:spPr>
          <a:xfrm>
            <a:off x="8502049" y="3071085"/>
            <a:ext cx="2870633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90AD80-C321-64F4-E362-3F63F5426B55}"/>
              </a:ext>
            </a:extLst>
          </p:cNvPr>
          <p:cNvSpPr/>
          <p:nvPr/>
        </p:nvSpPr>
        <p:spPr>
          <a:xfrm>
            <a:off x="4302731" y="4040143"/>
            <a:ext cx="1482008" cy="4140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8AC1C0-CD3F-EF80-E61D-694FA567E2E8}"/>
              </a:ext>
            </a:extLst>
          </p:cNvPr>
          <p:cNvSpPr/>
          <p:nvPr/>
        </p:nvSpPr>
        <p:spPr>
          <a:xfrm>
            <a:off x="6670156" y="3258502"/>
            <a:ext cx="1482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48651F-77DC-E5C6-C228-9027DFC11C91}"/>
              </a:ext>
            </a:extLst>
          </p:cNvPr>
          <p:cNvSpPr/>
          <p:nvPr/>
        </p:nvSpPr>
        <p:spPr>
          <a:xfrm>
            <a:off x="6664552" y="4779089"/>
            <a:ext cx="1482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DA128A1-65A5-D5CE-DA14-1E5E3F914C2F}"/>
              </a:ext>
            </a:extLst>
          </p:cNvPr>
          <p:cNvSpPr/>
          <p:nvPr/>
        </p:nvSpPr>
        <p:spPr>
          <a:xfrm>
            <a:off x="4308334" y="2519555"/>
            <a:ext cx="1482009" cy="4140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0B51693-32CF-063C-3E9C-D6F071F79D3A}"/>
              </a:ext>
            </a:extLst>
          </p:cNvPr>
          <p:cNvGrpSpPr/>
          <p:nvPr/>
        </p:nvGrpSpPr>
        <p:grpSpPr>
          <a:xfrm>
            <a:off x="3250631" y="4808754"/>
            <a:ext cx="432000" cy="432000"/>
            <a:chOff x="3423254" y="4953897"/>
            <a:chExt cx="432000" cy="432000"/>
          </a:xfrm>
          <a:solidFill>
            <a:srgbClr val="5F390F"/>
          </a:solidFill>
        </p:grpSpPr>
        <p:sp>
          <p:nvSpPr>
            <p:cNvPr id="17" name="모서리가 둥근 직사각형 33">
              <a:extLst>
                <a:ext uri="{FF2B5EF4-FFF2-40B4-BE49-F238E27FC236}">
                  <a16:creationId xmlns:a16="http://schemas.microsoft.com/office/drawing/2014/main" id="{B108ABAA-4F09-82E7-7EF2-1B337080DAB9}"/>
                </a:ext>
              </a:extLst>
            </p:cNvPr>
            <p:cNvSpPr/>
            <p:nvPr/>
          </p:nvSpPr>
          <p:spPr>
            <a:xfrm>
              <a:off x="3423254" y="4953897"/>
              <a:ext cx="432000" cy="432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자유형 23">
              <a:extLst>
                <a:ext uri="{FF2B5EF4-FFF2-40B4-BE49-F238E27FC236}">
                  <a16:creationId xmlns:a16="http://schemas.microsoft.com/office/drawing/2014/main" id="{6156E72E-0D91-E1F5-446E-B41FC43D1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525" y="5055529"/>
              <a:ext cx="227457" cy="199069"/>
            </a:xfrm>
            <a:custGeom>
              <a:avLst/>
              <a:gdLst>
                <a:gd name="connsiteX0" fmla="*/ 149021 w 448462"/>
                <a:gd name="connsiteY0" fmla="*/ 328125 h 392491"/>
                <a:gd name="connsiteX1" fmla="*/ 210588 w 448462"/>
                <a:gd name="connsiteY1" fmla="*/ 357224 h 392491"/>
                <a:gd name="connsiteX2" fmla="*/ 160375 w 448462"/>
                <a:gd name="connsiteY2" fmla="*/ 391211 h 392491"/>
                <a:gd name="connsiteX3" fmla="*/ 158502 w 448462"/>
                <a:gd name="connsiteY3" fmla="*/ 392025 h 392491"/>
                <a:gd name="connsiteX4" fmla="*/ 156629 w 448462"/>
                <a:gd name="connsiteY4" fmla="*/ 392491 h 392491"/>
                <a:gd name="connsiteX5" fmla="*/ 154757 w 448462"/>
                <a:gd name="connsiteY5" fmla="*/ 392375 h 392491"/>
                <a:gd name="connsiteX6" fmla="*/ 153001 w 448462"/>
                <a:gd name="connsiteY6" fmla="*/ 391676 h 392491"/>
                <a:gd name="connsiteX7" fmla="*/ 151362 w 448462"/>
                <a:gd name="connsiteY7" fmla="*/ 390396 h 392491"/>
                <a:gd name="connsiteX8" fmla="*/ 150075 w 448462"/>
                <a:gd name="connsiteY8" fmla="*/ 388883 h 392491"/>
                <a:gd name="connsiteX9" fmla="*/ 149255 w 448462"/>
                <a:gd name="connsiteY9" fmla="*/ 387137 h 392491"/>
                <a:gd name="connsiteX10" fmla="*/ 149021 w 448462"/>
                <a:gd name="connsiteY10" fmla="*/ 385158 h 392491"/>
                <a:gd name="connsiteX11" fmla="*/ 441235 w 448462"/>
                <a:gd name="connsiteY11" fmla="*/ 0 h 392491"/>
                <a:gd name="connsiteX12" fmla="*/ 442983 w 448462"/>
                <a:gd name="connsiteY12" fmla="*/ 233 h 392491"/>
                <a:gd name="connsiteX13" fmla="*/ 444615 w 448462"/>
                <a:gd name="connsiteY13" fmla="*/ 816 h 392491"/>
                <a:gd name="connsiteX14" fmla="*/ 446131 w 448462"/>
                <a:gd name="connsiteY14" fmla="*/ 1866 h 392491"/>
                <a:gd name="connsiteX15" fmla="*/ 447530 w 448462"/>
                <a:gd name="connsiteY15" fmla="*/ 3615 h 392491"/>
                <a:gd name="connsiteX16" fmla="*/ 448346 w 448462"/>
                <a:gd name="connsiteY16" fmla="*/ 5714 h 392491"/>
                <a:gd name="connsiteX17" fmla="*/ 448462 w 448462"/>
                <a:gd name="connsiteY17" fmla="*/ 7696 h 392491"/>
                <a:gd name="connsiteX18" fmla="*/ 447879 w 448462"/>
                <a:gd name="connsiteY18" fmla="*/ 9911 h 392491"/>
                <a:gd name="connsiteX19" fmla="*/ 307990 w 448462"/>
                <a:gd name="connsiteY19" fmla="*/ 362641 h 392491"/>
                <a:gd name="connsiteX20" fmla="*/ 306708 w 448462"/>
                <a:gd name="connsiteY20" fmla="*/ 364973 h 392491"/>
                <a:gd name="connsiteX21" fmla="*/ 305076 w 448462"/>
                <a:gd name="connsiteY21" fmla="*/ 366955 h 392491"/>
                <a:gd name="connsiteX22" fmla="*/ 303094 w 448462"/>
                <a:gd name="connsiteY22" fmla="*/ 368588 h 392491"/>
                <a:gd name="connsiteX23" fmla="*/ 300646 w 448462"/>
                <a:gd name="connsiteY23" fmla="*/ 369870 h 392491"/>
                <a:gd name="connsiteX24" fmla="*/ 298314 w 448462"/>
                <a:gd name="connsiteY24" fmla="*/ 370570 h 392491"/>
                <a:gd name="connsiteX25" fmla="*/ 295983 w 448462"/>
                <a:gd name="connsiteY25" fmla="*/ 370803 h 392491"/>
                <a:gd name="connsiteX26" fmla="*/ 293068 w 448462"/>
                <a:gd name="connsiteY26" fmla="*/ 370453 h 392491"/>
                <a:gd name="connsiteX27" fmla="*/ 290387 w 448462"/>
                <a:gd name="connsiteY27" fmla="*/ 369404 h 392491"/>
                <a:gd name="connsiteX28" fmla="*/ 148982 w 448462"/>
                <a:gd name="connsiteY28" fmla="*/ 302123 h 392491"/>
                <a:gd name="connsiteX29" fmla="*/ 347858 w 448462"/>
                <a:gd name="connsiteY29" fmla="*/ 102379 h 392491"/>
                <a:gd name="connsiteX30" fmla="*/ 120771 w 448462"/>
                <a:gd name="connsiteY30" fmla="*/ 288830 h 392491"/>
                <a:gd name="connsiteX31" fmla="*/ 7344 w 448462"/>
                <a:gd name="connsiteY31" fmla="*/ 234842 h 392491"/>
                <a:gd name="connsiteX32" fmla="*/ 4896 w 448462"/>
                <a:gd name="connsiteY32" fmla="*/ 233209 h 392491"/>
                <a:gd name="connsiteX33" fmla="*/ 2798 w 448462"/>
                <a:gd name="connsiteY33" fmla="*/ 231227 h 392491"/>
                <a:gd name="connsiteX34" fmla="*/ 1282 w 448462"/>
                <a:gd name="connsiteY34" fmla="*/ 228895 h 392491"/>
                <a:gd name="connsiteX35" fmla="*/ 349 w 448462"/>
                <a:gd name="connsiteY35" fmla="*/ 226213 h 392491"/>
                <a:gd name="connsiteX36" fmla="*/ 0 w 448462"/>
                <a:gd name="connsiteY36" fmla="*/ 223298 h 392491"/>
                <a:gd name="connsiteX37" fmla="*/ 233 w 448462"/>
                <a:gd name="connsiteY37" fmla="*/ 220499 h 392491"/>
                <a:gd name="connsiteX38" fmla="*/ 1165 w 448462"/>
                <a:gd name="connsiteY38" fmla="*/ 217701 h 392491"/>
                <a:gd name="connsiteX39" fmla="*/ 2681 w 448462"/>
                <a:gd name="connsiteY39" fmla="*/ 215252 h 392491"/>
                <a:gd name="connsiteX40" fmla="*/ 4779 w 448462"/>
                <a:gd name="connsiteY40" fmla="*/ 213270 h 392491"/>
                <a:gd name="connsiteX41" fmla="*/ 7227 w 448462"/>
                <a:gd name="connsiteY41" fmla="*/ 211754 h 392491"/>
                <a:gd name="connsiteX42" fmla="*/ 437971 w 448462"/>
                <a:gd name="connsiteY42" fmla="*/ 583 h 392491"/>
                <a:gd name="connsiteX43" fmla="*/ 439603 w 448462"/>
                <a:gd name="connsiteY43" fmla="*/ 117 h 392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48462" h="392491">
                  <a:moveTo>
                    <a:pt x="149021" y="328125"/>
                  </a:moveTo>
                  <a:lnTo>
                    <a:pt x="210588" y="357224"/>
                  </a:lnTo>
                  <a:lnTo>
                    <a:pt x="160375" y="391211"/>
                  </a:lnTo>
                  <a:lnTo>
                    <a:pt x="158502" y="392025"/>
                  </a:lnTo>
                  <a:lnTo>
                    <a:pt x="156629" y="392491"/>
                  </a:lnTo>
                  <a:lnTo>
                    <a:pt x="154757" y="392375"/>
                  </a:lnTo>
                  <a:lnTo>
                    <a:pt x="153001" y="391676"/>
                  </a:lnTo>
                  <a:lnTo>
                    <a:pt x="151362" y="390396"/>
                  </a:lnTo>
                  <a:lnTo>
                    <a:pt x="150075" y="388883"/>
                  </a:lnTo>
                  <a:lnTo>
                    <a:pt x="149255" y="387137"/>
                  </a:lnTo>
                  <a:lnTo>
                    <a:pt x="149021" y="385158"/>
                  </a:lnTo>
                  <a:close/>
                  <a:moveTo>
                    <a:pt x="441235" y="0"/>
                  </a:moveTo>
                  <a:lnTo>
                    <a:pt x="442983" y="233"/>
                  </a:lnTo>
                  <a:lnTo>
                    <a:pt x="444615" y="816"/>
                  </a:lnTo>
                  <a:lnTo>
                    <a:pt x="446131" y="1866"/>
                  </a:lnTo>
                  <a:lnTo>
                    <a:pt x="447530" y="3615"/>
                  </a:lnTo>
                  <a:lnTo>
                    <a:pt x="448346" y="5714"/>
                  </a:lnTo>
                  <a:lnTo>
                    <a:pt x="448462" y="7696"/>
                  </a:lnTo>
                  <a:lnTo>
                    <a:pt x="447879" y="9911"/>
                  </a:lnTo>
                  <a:lnTo>
                    <a:pt x="307990" y="362641"/>
                  </a:lnTo>
                  <a:lnTo>
                    <a:pt x="306708" y="364973"/>
                  </a:lnTo>
                  <a:lnTo>
                    <a:pt x="305076" y="366955"/>
                  </a:lnTo>
                  <a:lnTo>
                    <a:pt x="303094" y="368588"/>
                  </a:lnTo>
                  <a:lnTo>
                    <a:pt x="300646" y="369870"/>
                  </a:lnTo>
                  <a:lnTo>
                    <a:pt x="298314" y="370570"/>
                  </a:lnTo>
                  <a:lnTo>
                    <a:pt x="295983" y="370803"/>
                  </a:lnTo>
                  <a:lnTo>
                    <a:pt x="293068" y="370453"/>
                  </a:lnTo>
                  <a:lnTo>
                    <a:pt x="290387" y="369404"/>
                  </a:lnTo>
                  <a:lnTo>
                    <a:pt x="148982" y="302123"/>
                  </a:lnTo>
                  <a:lnTo>
                    <a:pt x="347858" y="102379"/>
                  </a:lnTo>
                  <a:lnTo>
                    <a:pt x="120771" y="288830"/>
                  </a:lnTo>
                  <a:lnTo>
                    <a:pt x="7344" y="234842"/>
                  </a:lnTo>
                  <a:lnTo>
                    <a:pt x="4896" y="233209"/>
                  </a:lnTo>
                  <a:lnTo>
                    <a:pt x="2798" y="231227"/>
                  </a:lnTo>
                  <a:lnTo>
                    <a:pt x="1282" y="228895"/>
                  </a:lnTo>
                  <a:lnTo>
                    <a:pt x="349" y="226213"/>
                  </a:lnTo>
                  <a:lnTo>
                    <a:pt x="0" y="223298"/>
                  </a:lnTo>
                  <a:lnTo>
                    <a:pt x="233" y="220499"/>
                  </a:lnTo>
                  <a:lnTo>
                    <a:pt x="1165" y="217701"/>
                  </a:lnTo>
                  <a:lnTo>
                    <a:pt x="2681" y="215252"/>
                  </a:lnTo>
                  <a:lnTo>
                    <a:pt x="4779" y="213270"/>
                  </a:lnTo>
                  <a:lnTo>
                    <a:pt x="7227" y="211754"/>
                  </a:lnTo>
                  <a:lnTo>
                    <a:pt x="437971" y="583"/>
                  </a:lnTo>
                  <a:lnTo>
                    <a:pt x="439603" y="117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3178A68-7337-4560-DD77-F412F4E69286}"/>
              </a:ext>
            </a:extLst>
          </p:cNvPr>
          <p:cNvGrpSpPr/>
          <p:nvPr/>
        </p:nvGrpSpPr>
        <p:grpSpPr>
          <a:xfrm>
            <a:off x="3239414" y="2043912"/>
            <a:ext cx="432000" cy="432000"/>
            <a:chOff x="3412037" y="2189055"/>
            <a:chExt cx="432000" cy="432000"/>
          </a:xfrm>
        </p:grpSpPr>
        <p:sp>
          <p:nvSpPr>
            <p:cNvPr id="20" name="모서리가 둥근 직사각형 36">
              <a:extLst>
                <a:ext uri="{FF2B5EF4-FFF2-40B4-BE49-F238E27FC236}">
                  <a16:creationId xmlns:a16="http://schemas.microsoft.com/office/drawing/2014/main" id="{6299023B-B2A2-0D01-5742-CCFF66E01F6E}"/>
                </a:ext>
              </a:extLst>
            </p:cNvPr>
            <p:cNvSpPr/>
            <p:nvPr/>
          </p:nvSpPr>
          <p:spPr>
            <a:xfrm>
              <a:off x="3412037" y="2189055"/>
              <a:ext cx="432000" cy="432000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2AA4AB23-5DE7-9572-5A8F-44E05CF5CCC1}"/>
                </a:ext>
              </a:extLst>
            </p:cNvPr>
            <p:cNvSpPr>
              <a:spLocks/>
            </p:cNvSpPr>
            <p:nvPr/>
          </p:nvSpPr>
          <p:spPr bwMode="auto">
            <a:xfrm rot="10800000" flipH="1" flipV="1">
              <a:off x="3506926" y="2301934"/>
              <a:ext cx="229834" cy="203770"/>
            </a:xfrm>
            <a:custGeom>
              <a:avLst/>
              <a:gdLst>
                <a:gd name="T0" fmla="*/ 2689 w 3491"/>
                <a:gd name="T1" fmla="*/ 15 h 3097"/>
                <a:gd name="T2" fmla="*/ 2963 w 3491"/>
                <a:gd name="T3" fmla="*/ 108 h 3097"/>
                <a:gd name="T4" fmla="*/ 3204 w 3491"/>
                <a:gd name="T5" fmla="*/ 281 h 3097"/>
                <a:gd name="T6" fmla="*/ 3382 w 3491"/>
                <a:gd name="T7" fmla="*/ 518 h 3097"/>
                <a:gd name="T8" fmla="*/ 3475 w 3491"/>
                <a:gd name="T9" fmla="*/ 786 h 3097"/>
                <a:gd name="T10" fmla="*/ 3486 w 3491"/>
                <a:gd name="T11" fmla="*/ 1066 h 3097"/>
                <a:gd name="T12" fmla="*/ 3413 w 3491"/>
                <a:gd name="T13" fmla="*/ 1339 h 3097"/>
                <a:gd name="T14" fmla="*/ 3256 w 3491"/>
                <a:gd name="T15" fmla="*/ 1586 h 3097"/>
                <a:gd name="T16" fmla="*/ 1965 w 3491"/>
                <a:gd name="T17" fmla="*/ 2838 h 3097"/>
                <a:gd name="T18" fmla="*/ 1873 w 3491"/>
                <a:gd name="T19" fmla="*/ 2828 h 3097"/>
                <a:gd name="T20" fmla="*/ 1821 w 3491"/>
                <a:gd name="T21" fmla="*/ 2749 h 3097"/>
                <a:gd name="T22" fmla="*/ 1853 w 3491"/>
                <a:gd name="T23" fmla="*/ 2662 h 3097"/>
                <a:gd name="T24" fmla="*/ 3153 w 3491"/>
                <a:gd name="T25" fmla="*/ 1355 h 3097"/>
                <a:gd name="T26" fmla="*/ 3242 w 3491"/>
                <a:gd name="T27" fmla="*/ 1126 h 3097"/>
                <a:gd name="T28" fmla="*/ 3253 w 3491"/>
                <a:gd name="T29" fmla="*/ 885 h 3097"/>
                <a:gd name="T30" fmla="*/ 3183 w 3491"/>
                <a:gd name="T31" fmla="*/ 653 h 3097"/>
                <a:gd name="T32" fmla="*/ 3035 w 3491"/>
                <a:gd name="T33" fmla="*/ 448 h 3097"/>
                <a:gd name="T34" fmla="*/ 2825 w 3491"/>
                <a:gd name="T35" fmla="*/ 301 h 3097"/>
                <a:gd name="T36" fmla="*/ 2586 w 3491"/>
                <a:gd name="T37" fmla="*/ 234 h 3097"/>
                <a:gd name="T38" fmla="*/ 2340 w 3491"/>
                <a:gd name="T39" fmla="*/ 243 h 3097"/>
                <a:gd name="T40" fmla="*/ 2108 w 3491"/>
                <a:gd name="T41" fmla="*/ 331 h 3097"/>
                <a:gd name="T42" fmla="*/ 378 w 3491"/>
                <a:gd name="T43" fmla="*/ 1972 h 3097"/>
                <a:gd name="T44" fmla="*/ 258 w 3491"/>
                <a:gd name="T45" fmla="*/ 2149 h 3097"/>
                <a:gd name="T46" fmla="*/ 218 w 3491"/>
                <a:gd name="T47" fmla="*/ 2350 h 3097"/>
                <a:gd name="T48" fmla="*/ 258 w 3491"/>
                <a:gd name="T49" fmla="*/ 2551 h 3097"/>
                <a:gd name="T50" fmla="*/ 378 w 3491"/>
                <a:gd name="T51" fmla="*/ 2728 h 3097"/>
                <a:gd name="T52" fmla="*/ 558 w 3491"/>
                <a:gd name="T53" fmla="*/ 2846 h 3097"/>
                <a:gd name="T54" fmla="*/ 763 w 3491"/>
                <a:gd name="T55" fmla="*/ 2885 h 3097"/>
                <a:gd name="T56" fmla="*/ 968 w 3491"/>
                <a:gd name="T57" fmla="*/ 2846 h 3097"/>
                <a:gd name="T58" fmla="*/ 1149 w 3491"/>
                <a:gd name="T59" fmla="*/ 2728 h 3097"/>
                <a:gd name="T60" fmla="*/ 2809 w 3491"/>
                <a:gd name="T61" fmla="*/ 1091 h 3097"/>
                <a:gd name="T62" fmla="*/ 2837 w 3491"/>
                <a:gd name="T63" fmla="*/ 942 h 3097"/>
                <a:gd name="T64" fmla="*/ 2791 w 3491"/>
                <a:gd name="T65" fmla="*/ 797 h 3097"/>
                <a:gd name="T66" fmla="*/ 2677 w 3491"/>
                <a:gd name="T67" fmla="*/ 685 h 3097"/>
                <a:gd name="T68" fmla="*/ 2528 w 3491"/>
                <a:gd name="T69" fmla="*/ 641 h 3097"/>
                <a:gd name="T70" fmla="*/ 2377 w 3491"/>
                <a:gd name="T71" fmla="*/ 668 h 3097"/>
                <a:gd name="T72" fmla="*/ 1082 w 3491"/>
                <a:gd name="T73" fmla="*/ 1906 h 3097"/>
                <a:gd name="T74" fmla="*/ 992 w 3491"/>
                <a:gd name="T75" fmla="*/ 1937 h 3097"/>
                <a:gd name="T76" fmla="*/ 911 w 3491"/>
                <a:gd name="T77" fmla="*/ 1887 h 3097"/>
                <a:gd name="T78" fmla="*/ 900 w 3491"/>
                <a:gd name="T79" fmla="*/ 1796 h 3097"/>
                <a:gd name="T80" fmla="*/ 2165 w 3491"/>
                <a:gd name="T81" fmla="*/ 546 h 3097"/>
                <a:gd name="T82" fmla="*/ 2354 w 3491"/>
                <a:gd name="T83" fmla="*/ 449 h 3097"/>
                <a:gd name="T84" fmla="*/ 2562 w 3491"/>
                <a:gd name="T85" fmla="*/ 429 h 3097"/>
                <a:gd name="T86" fmla="*/ 2763 w 3491"/>
                <a:gd name="T87" fmla="*/ 488 h 3097"/>
                <a:gd name="T88" fmla="*/ 2932 w 3491"/>
                <a:gd name="T89" fmla="*/ 623 h 3097"/>
                <a:gd name="T90" fmla="*/ 3032 w 3491"/>
                <a:gd name="T91" fmla="*/ 809 h 3097"/>
                <a:gd name="T92" fmla="*/ 3053 w 3491"/>
                <a:gd name="T93" fmla="*/ 1012 h 3097"/>
                <a:gd name="T94" fmla="*/ 2993 w 3491"/>
                <a:gd name="T95" fmla="*/ 1209 h 3097"/>
                <a:gd name="T96" fmla="*/ 1303 w 3491"/>
                <a:gd name="T97" fmla="*/ 2879 h 3097"/>
                <a:gd name="T98" fmla="*/ 1094 w 3491"/>
                <a:gd name="T99" fmla="*/ 3025 h 3097"/>
                <a:gd name="T100" fmla="*/ 855 w 3491"/>
                <a:gd name="T101" fmla="*/ 3092 h 3097"/>
                <a:gd name="T102" fmla="*/ 609 w 3491"/>
                <a:gd name="T103" fmla="*/ 3083 h 3097"/>
                <a:gd name="T104" fmla="*/ 377 w 3491"/>
                <a:gd name="T105" fmla="*/ 2995 h 3097"/>
                <a:gd name="T106" fmla="*/ 178 w 3491"/>
                <a:gd name="T107" fmla="*/ 2832 h 3097"/>
                <a:gd name="T108" fmla="*/ 51 w 3491"/>
                <a:gd name="T109" fmla="*/ 2617 h 3097"/>
                <a:gd name="T110" fmla="*/ 0 w 3491"/>
                <a:gd name="T111" fmla="*/ 2381 h 3097"/>
                <a:gd name="T112" fmla="*/ 30 w 3491"/>
                <a:gd name="T113" fmla="*/ 2141 h 3097"/>
                <a:gd name="T114" fmla="*/ 139 w 3491"/>
                <a:gd name="T115" fmla="*/ 1920 h 3097"/>
                <a:gd name="T116" fmla="*/ 1872 w 3491"/>
                <a:gd name="T117" fmla="*/ 230 h 3097"/>
                <a:gd name="T118" fmla="*/ 2123 w 3491"/>
                <a:gd name="T119" fmla="*/ 76 h 3097"/>
                <a:gd name="T120" fmla="*/ 2402 w 3491"/>
                <a:gd name="T121" fmla="*/ 5 h 3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91" h="3097">
                  <a:moveTo>
                    <a:pt x="2474" y="0"/>
                  </a:moveTo>
                  <a:lnTo>
                    <a:pt x="2546" y="0"/>
                  </a:lnTo>
                  <a:lnTo>
                    <a:pt x="2618" y="5"/>
                  </a:lnTo>
                  <a:lnTo>
                    <a:pt x="2689" y="15"/>
                  </a:lnTo>
                  <a:lnTo>
                    <a:pt x="2758" y="31"/>
                  </a:lnTo>
                  <a:lnTo>
                    <a:pt x="2828" y="51"/>
                  </a:lnTo>
                  <a:lnTo>
                    <a:pt x="2896" y="76"/>
                  </a:lnTo>
                  <a:lnTo>
                    <a:pt x="2963" y="108"/>
                  </a:lnTo>
                  <a:lnTo>
                    <a:pt x="3026" y="143"/>
                  </a:lnTo>
                  <a:lnTo>
                    <a:pt x="3088" y="183"/>
                  </a:lnTo>
                  <a:lnTo>
                    <a:pt x="3147" y="230"/>
                  </a:lnTo>
                  <a:lnTo>
                    <a:pt x="3204" y="281"/>
                  </a:lnTo>
                  <a:lnTo>
                    <a:pt x="3256" y="336"/>
                  </a:lnTo>
                  <a:lnTo>
                    <a:pt x="3303" y="394"/>
                  </a:lnTo>
                  <a:lnTo>
                    <a:pt x="3345" y="455"/>
                  </a:lnTo>
                  <a:lnTo>
                    <a:pt x="3382" y="518"/>
                  </a:lnTo>
                  <a:lnTo>
                    <a:pt x="3413" y="582"/>
                  </a:lnTo>
                  <a:lnTo>
                    <a:pt x="3439" y="650"/>
                  </a:lnTo>
                  <a:lnTo>
                    <a:pt x="3460" y="717"/>
                  </a:lnTo>
                  <a:lnTo>
                    <a:pt x="3475" y="786"/>
                  </a:lnTo>
                  <a:lnTo>
                    <a:pt x="3486" y="856"/>
                  </a:lnTo>
                  <a:lnTo>
                    <a:pt x="3491" y="926"/>
                  </a:lnTo>
                  <a:lnTo>
                    <a:pt x="3491" y="996"/>
                  </a:lnTo>
                  <a:lnTo>
                    <a:pt x="3486" y="1066"/>
                  </a:lnTo>
                  <a:lnTo>
                    <a:pt x="3475" y="1136"/>
                  </a:lnTo>
                  <a:lnTo>
                    <a:pt x="3460" y="1205"/>
                  </a:lnTo>
                  <a:lnTo>
                    <a:pt x="3439" y="1273"/>
                  </a:lnTo>
                  <a:lnTo>
                    <a:pt x="3413" y="1339"/>
                  </a:lnTo>
                  <a:lnTo>
                    <a:pt x="3382" y="1404"/>
                  </a:lnTo>
                  <a:lnTo>
                    <a:pt x="3345" y="1467"/>
                  </a:lnTo>
                  <a:lnTo>
                    <a:pt x="3303" y="1528"/>
                  </a:lnTo>
                  <a:lnTo>
                    <a:pt x="3256" y="1586"/>
                  </a:lnTo>
                  <a:lnTo>
                    <a:pt x="3204" y="1641"/>
                  </a:lnTo>
                  <a:lnTo>
                    <a:pt x="2007" y="2813"/>
                  </a:lnTo>
                  <a:lnTo>
                    <a:pt x="1988" y="2828"/>
                  </a:lnTo>
                  <a:lnTo>
                    <a:pt x="1965" y="2838"/>
                  </a:lnTo>
                  <a:lnTo>
                    <a:pt x="1942" y="2844"/>
                  </a:lnTo>
                  <a:lnTo>
                    <a:pt x="1918" y="2844"/>
                  </a:lnTo>
                  <a:lnTo>
                    <a:pt x="1894" y="2838"/>
                  </a:lnTo>
                  <a:lnTo>
                    <a:pt x="1873" y="2828"/>
                  </a:lnTo>
                  <a:lnTo>
                    <a:pt x="1853" y="2813"/>
                  </a:lnTo>
                  <a:lnTo>
                    <a:pt x="1837" y="2793"/>
                  </a:lnTo>
                  <a:lnTo>
                    <a:pt x="1827" y="2772"/>
                  </a:lnTo>
                  <a:lnTo>
                    <a:pt x="1821" y="2749"/>
                  </a:lnTo>
                  <a:lnTo>
                    <a:pt x="1821" y="2726"/>
                  </a:lnTo>
                  <a:lnTo>
                    <a:pt x="1827" y="2703"/>
                  </a:lnTo>
                  <a:lnTo>
                    <a:pt x="1837" y="2681"/>
                  </a:lnTo>
                  <a:lnTo>
                    <a:pt x="1853" y="2662"/>
                  </a:lnTo>
                  <a:lnTo>
                    <a:pt x="3035" y="1505"/>
                  </a:lnTo>
                  <a:lnTo>
                    <a:pt x="3079" y="1458"/>
                  </a:lnTo>
                  <a:lnTo>
                    <a:pt x="3118" y="1407"/>
                  </a:lnTo>
                  <a:lnTo>
                    <a:pt x="3153" y="1355"/>
                  </a:lnTo>
                  <a:lnTo>
                    <a:pt x="3183" y="1300"/>
                  </a:lnTo>
                  <a:lnTo>
                    <a:pt x="3208" y="1243"/>
                  </a:lnTo>
                  <a:lnTo>
                    <a:pt x="3228" y="1185"/>
                  </a:lnTo>
                  <a:lnTo>
                    <a:pt x="3242" y="1126"/>
                  </a:lnTo>
                  <a:lnTo>
                    <a:pt x="3253" y="1066"/>
                  </a:lnTo>
                  <a:lnTo>
                    <a:pt x="3257" y="1006"/>
                  </a:lnTo>
                  <a:lnTo>
                    <a:pt x="3257" y="946"/>
                  </a:lnTo>
                  <a:lnTo>
                    <a:pt x="3253" y="885"/>
                  </a:lnTo>
                  <a:lnTo>
                    <a:pt x="3242" y="826"/>
                  </a:lnTo>
                  <a:lnTo>
                    <a:pt x="3228" y="766"/>
                  </a:lnTo>
                  <a:lnTo>
                    <a:pt x="3208" y="709"/>
                  </a:lnTo>
                  <a:lnTo>
                    <a:pt x="3183" y="653"/>
                  </a:lnTo>
                  <a:lnTo>
                    <a:pt x="3153" y="598"/>
                  </a:lnTo>
                  <a:lnTo>
                    <a:pt x="3118" y="545"/>
                  </a:lnTo>
                  <a:lnTo>
                    <a:pt x="3079" y="495"/>
                  </a:lnTo>
                  <a:lnTo>
                    <a:pt x="3035" y="448"/>
                  </a:lnTo>
                  <a:lnTo>
                    <a:pt x="2985" y="403"/>
                  </a:lnTo>
                  <a:lnTo>
                    <a:pt x="2935" y="364"/>
                  </a:lnTo>
                  <a:lnTo>
                    <a:pt x="2881" y="331"/>
                  </a:lnTo>
                  <a:lnTo>
                    <a:pt x="2825" y="301"/>
                  </a:lnTo>
                  <a:lnTo>
                    <a:pt x="2767" y="277"/>
                  </a:lnTo>
                  <a:lnTo>
                    <a:pt x="2708" y="258"/>
                  </a:lnTo>
                  <a:lnTo>
                    <a:pt x="2648" y="243"/>
                  </a:lnTo>
                  <a:lnTo>
                    <a:pt x="2586" y="234"/>
                  </a:lnTo>
                  <a:lnTo>
                    <a:pt x="2525" y="229"/>
                  </a:lnTo>
                  <a:lnTo>
                    <a:pt x="2464" y="229"/>
                  </a:lnTo>
                  <a:lnTo>
                    <a:pt x="2402" y="234"/>
                  </a:lnTo>
                  <a:lnTo>
                    <a:pt x="2340" y="243"/>
                  </a:lnTo>
                  <a:lnTo>
                    <a:pt x="2280" y="258"/>
                  </a:lnTo>
                  <a:lnTo>
                    <a:pt x="2221" y="277"/>
                  </a:lnTo>
                  <a:lnTo>
                    <a:pt x="2164" y="301"/>
                  </a:lnTo>
                  <a:lnTo>
                    <a:pt x="2108" y="331"/>
                  </a:lnTo>
                  <a:lnTo>
                    <a:pt x="2055" y="364"/>
                  </a:lnTo>
                  <a:lnTo>
                    <a:pt x="2003" y="403"/>
                  </a:lnTo>
                  <a:lnTo>
                    <a:pt x="1955" y="448"/>
                  </a:lnTo>
                  <a:lnTo>
                    <a:pt x="378" y="1972"/>
                  </a:lnTo>
                  <a:lnTo>
                    <a:pt x="341" y="2013"/>
                  </a:lnTo>
                  <a:lnTo>
                    <a:pt x="307" y="2057"/>
                  </a:lnTo>
                  <a:lnTo>
                    <a:pt x="280" y="2102"/>
                  </a:lnTo>
                  <a:lnTo>
                    <a:pt x="258" y="2149"/>
                  </a:lnTo>
                  <a:lnTo>
                    <a:pt x="241" y="2199"/>
                  </a:lnTo>
                  <a:lnTo>
                    <a:pt x="228" y="2248"/>
                  </a:lnTo>
                  <a:lnTo>
                    <a:pt x="220" y="2299"/>
                  </a:lnTo>
                  <a:lnTo>
                    <a:pt x="218" y="2350"/>
                  </a:lnTo>
                  <a:lnTo>
                    <a:pt x="220" y="2402"/>
                  </a:lnTo>
                  <a:lnTo>
                    <a:pt x="228" y="2452"/>
                  </a:lnTo>
                  <a:lnTo>
                    <a:pt x="241" y="2503"/>
                  </a:lnTo>
                  <a:lnTo>
                    <a:pt x="258" y="2551"/>
                  </a:lnTo>
                  <a:lnTo>
                    <a:pt x="280" y="2599"/>
                  </a:lnTo>
                  <a:lnTo>
                    <a:pt x="307" y="2644"/>
                  </a:lnTo>
                  <a:lnTo>
                    <a:pt x="341" y="2687"/>
                  </a:lnTo>
                  <a:lnTo>
                    <a:pt x="378" y="2728"/>
                  </a:lnTo>
                  <a:lnTo>
                    <a:pt x="419" y="2765"/>
                  </a:lnTo>
                  <a:lnTo>
                    <a:pt x="463" y="2796"/>
                  </a:lnTo>
                  <a:lnTo>
                    <a:pt x="509" y="2824"/>
                  </a:lnTo>
                  <a:lnTo>
                    <a:pt x="558" y="2846"/>
                  </a:lnTo>
                  <a:lnTo>
                    <a:pt x="608" y="2863"/>
                  </a:lnTo>
                  <a:lnTo>
                    <a:pt x="660" y="2874"/>
                  </a:lnTo>
                  <a:lnTo>
                    <a:pt x="711" y="2882"/>
                  </a:lnTo>
                  <a:lnTo>
                    <a:pt x="763" y="2885"/>
                  </a:lnTo>
                  <a:lnTo>
                    <a:pt x="816" y="2882"/>
                  </a:lnTo>
                  <a:lnTo>
                    <a:pt x="867" y="2874"/>
                  </a:lnTo>
                  <a:lnTo>
                    <a:pt x="919" y="2863"/>
                  </a:lnTo>
                  <a:lnTo>
                    <a:pt x="968" y="2846"/>
                  </a:lnTo>
                  <a:lnTo>
                    <a:pt x="1018" y="2824"/>
                  </a:lnTo>
                  <a:lnTo>
                    <a:pt x="1064" y="2796"/>
                  </a:lnTo>
                  <a:lnTo>
                    <a:pt x="1108" y="2765"/>
                  </a:lnTo>
                  <a:lnTo>
                    <a:pt x="1149" y="2728"/>
                  </a:lnTo>
                  <a:lnTo>
                    <a:pt x="2741" y="1187"/>
                  </a:lnTo>
                  <a:lnTo>
                    <a:pt x="2768" y="1158"/>
                  </a:lnTo>
                  <a:lnTo>
                    <a:pt x="2791" y="1125"/>
                  </a:lnTo>
                  <a:lnTo>
                    <a:pt x="2809" y="1091"/>
                  </a:lnTo>
                  <a:lnTo>
                    <a:pt x="2823" y="1055"/>
                  </a:lnTo>
                  <a:lnTo>
                    <a:pt x="2831" y="1018"/>
                  </a:lnTo>
                  <a:lnTo>
                    <a:pt x="2837" y="980"/>
                  </a:lnTo>
                  <a:lnTo>
                    <a:pt x="2837" y="942"/>
                  </a:lnTo>
                  <a:lnTo>
                    <a:pt x="2831" y="904"/>
                  </a:lnTo>
                  <a:lnTo>
                    <a:pt x="2823" y="867"/>
                  </a:lnTo>
                  <a:lnTo>
                    <a:pt x="2809" y="832"/>
                  </a:lnTo>
                  <a:lnTo>
                    <a:pt x="2791" y="797"/>
                  </a:lnTo>
                  <a:lnTo>
                    <a:pt x="2768" y="764"/>
                  </a:lnTo>
                  <a:lnTo>
                    <a:pt x="2741" y="734"/>
                  </a:lnTo>
                  <a:lnTo>
                    <a:pt x="2710" y="707"/>
                  </a:lnTo>
                  <a:lnTo>
                    <a:pt x="2677" y="685"/>
                  </a:lnTo>
                  <a:lnTo>
                    <a:pt x="2642" y="668"/>
                  </a:lnTo>
                  <a:lnTo>
                    <a:pt x="2605" y="654"/>
                  </a:lnTo>
                  <a:lnTo>
                    <a:pt x="2567" y="645"/>
                  </a:lnTo>
                  <a:lnTo>
                    <a:pt x="2528" y="641"/>
                  </a:lnTo>
                  <a:lnTo>
                    <a:pt x="2490" y="641"/>
                  </a:lnTo>
                  <a:lnTo>
                    <a:pt x="2452" y="645"/>
                  </a:lnTo>
                  <a:lnTo>
                    <a:pt x="2415" y="654"/>
                  </a:lnTo>
                  <a:lnTo>
                    <a:pt x="2377" y="668"/>
                  </a:lnTo>
                  <a:lnTo>
                    <a:pt x="2343" y="685"/>
                  </a:lnTo>
                  <a:lnTo>
                    <a:pt x="2309" y="707"/>
                  </a:lnTo>
                  <a:lnTo>
                    <a:pt x="2278" y="734"/>
                  </a:lnTo>
                  <a:lnTo>
                    <a:pt x="1082" y="1906"/>
                  </a:lnTo>
                  <a:lnTo>
                    <a:pt x="1062" y="1922"/>
                  </a:lnTo>
                  <a:lnTo>
                    <a:pt x="1040" y="1931"/>
                  </a:lnTo>
                  <a:lnTo>
                    <a:pt x="1017" y="1937"/>
                  </a:lnTo>
                  <a:lnTo>
                    <a:pt x="992" y="1937"/>
                  </a:lnTo>
                  <a:lnTo>
                    <a:pt x="969" y="1931"/>
                  </a:lnTo>
                  <a:lnTo>
                    <a:pt x="947" y="1922"/>
                  </a:lnTo>
                  <a:lnTo>
                    <a:pt x="927" y="1906"/>
                  </a:lnTo>
                  <a:lnTo>
                    <a:pt x="911" y="1887"/>
                  </a:lnTo>
                  <a:lnTo>
                    <a:pt x="900" y="1865"/>
                  </a:lnTo>
                  <a:lnTo>
                    <a:pt x="896" y="1842"/>
                  </a:lnTo>
                  <a:lnTo>
                    <a:pt x="896" y="1819"/>
                  </a:lnTo>
                  <a:lnTo>
                    <a:pt x="900" y="1796"/>
                  </a:lnTo>
                  <a:lnTo>
                    <a:pt x="911" y="1775"/>
                  </a:lnTo>
                  <a:lnTo>
                    <a:pt x="927" y="1755"/>
                  </a:lnTo>
                  <a:lnTo>
                    <a:pt x="2123" y="583"/>
                  </a:lnTo>
                  <a:lnTo>
                    <a:pt x="2165" y="546"/>
                  </a:lnTo>
                  <a:lnTo>
                    <a:pt x="2209" y="515"/>
                  </a:lnTo>
                  <a:lnTo>
                    <a:pt x="2255" y="488"/>
                  </a:lnTo>
                  <a:lnTo>
                    <a:pt x="2304" y="465"/>
                  </a:lnTo>
                  <a:lnTo>
                    <a:pt x="2354" y="449"/>
                  </a:lnTo>
                  <a:lnTo>
                    <a:pt x="2405" y="436"/>
                  </a:lnTo>
                  <a:lnTo>
                    <a:pt x="2457" y="429"/>
                  </a:lnTo>
                  <a:lnTo>
                    <a:pt x="2509" y="427"/>
                  </a:lnTo>
                  <a:lnTo>
                    <a:pt x="2562" y="429"/>
                  </a:lnTo>
                  <a:lnTo>
                    <a:pt x="2613" y="436"/>
                  </a:lnTo>
                  <a:lnTo>
                    <a:pt x="2665" y="449"/>
                  </a:lnTo>
                  <a:lnTo>
                    <a:pt x="2714" y="465"/>
                  </a:lnTo>
                  <a:lnTo>
                    <a:pt x="2763" y="488"/>
                  </a:lnTo>
                  <a:lnTo>
                    <a:pt x="2810" y="515"/>
                  </a:lnTo>
                  <a:lnTo>
                    <a:pt x="2854" y="546"/>
                  </a:lnTo>
                  <a:lnTo>
                    <a:pt x="2895" y="583"/>
                  </a:lnTo>
                  <a:lnTo>
                    <a:pt x="2932" y="623"/>
                  </a:lnTo>
                  <a:lnTo>
                    <a:pt x="2965" y="666"/>
                  </a:lnTo>
                  <a:lnTo>
                    <a:pt x="2993" y="713"/>
                  </a:lnTo>
                  <a:lnTo>
                    <a:pt x="3015" y="760"/>
                  </a:lnTo>
                  <a:lnTo>
                    <a:pt x="3032" y="809"/>
                  </a:lnTo>
                  <a:lnTo>
                    <a:pt x="3045" y="859"/>
                  </a:lnTo>
                  <a:lnTo>
                    <a:pt x="3053" y="910"/>
                  </a:lnTo>
                  <a:lnTo>
                    <a:pt x="3055" y="961"/>
                  </a:lnTo>
                  <a:lnTo>
                    <a:pt x="3053" y="1012"/>
                  </a:lnTo>
                  <a:lnTo>
                    <a:pt x="3045" y="1063"/>
                  </a:lnTo>
                  <a:lnTo>
                    <a:pt x="3032" y="1113"/>
                  </a:lnTo>
                  <a:lnTo>
                    <a:pt x="3015" y="1162"/>
                  </a:lnTo>
                  <a:lnTo>
                    <a:pt x="2993" y="1209"/>
                  </a:lnTo>
                  <a:lnTo>
                    <a:pt x="2965" y="1255"/>
                  </a:lnTo>
                  <a:lnTo>
                    <a:pt x="2932" y="1298"/>
                  </a:lnTo>
                  <a:lnTo>
                    <a:pt x="2895" y="1339"/>
                  </a:lnTo>
                  <a:lnTo>
                    <a:pt x="1303" y="2879"/>
                  </a:lnTo>
                  <a:lnTo>
                    <a:pt x="1255" y="2923"/>
                  </a:lnTo>
                  <a:lnTo>
                    <a:pt x="1203" y="2962"/>
                  </a:lnTo>
                  <a:lnTo>
                    <a:pt x="1150" y="2995"/>
                  </a:lnTo>
                  <a:lnTo>
                    <a:pt x="1094" y="3025"/>
                  </a:lnTo>
                  <a:lnTo>
                    <a:pt x="1036" y="3049"/>
                  </a:lnTo>
                  <a:lnTo>
                    <a:pt x="977" y="3068"/>
                  </a:lnTo>
                  <a:lnTo>
                    <a:pt x="917" y="3083"/>
                  </a:lnTo>
                  <a:lnTo>
                    <a:pt x="855" y="3092"/>
                  </a:lnTo>
                  <a:lnTo>
                    <a:pt x="794" y="3097"/>
                  </a:lnTo>
                  <a:lnTo>
                    <a:pt x="733" y="3097"/>
                  </a:lnTo>
                  <a:lnTo>
                    <a:pt x="671" y="3092"/>
                  </a:lnTo>
                  <a:lnTo>
                    <a:pt x="609" y="3083"/>
                  </a:lnTo>
                  <a:lnTo>
                    <a:pt x="549" y="3068"/>
                  </a:lnTo>
                  <a:lnTo>
                    <a:pt x="490" y="3049"/>
                  </a:lnTo>
                  <a:lnTo>
                    <a:pt x="433" y="3025"/>
                  </a:lnTo>
                  <a:lnTo>
                    <a:pt x="377" y="2995"/>
                  </a:lnTo>
                  <a:lnTo>
                    <a:pt x="323" y="2962"/>
                  </a:lnTo>
                  <a:lnTo>
                    <a:pt x="272" y="2923"/>
                  </a:lnTo>
                  <a:lnTo>
                    <a:pt x="224" y="2879"/>
                  </a:lnTo>
                  <a:lnTo>
                    <a:pt x="178" y="2832"/>
                  </a:lnTo>
                  <a:lnTo>
                    <a:pt x="139" y="2782"/>
                  </a:lnTo>
                  <a:lnTo>
                    <a:pt x="104" y="2729"/>
                  </a:lnTo>
                  <a:lnTo>
                    <a:pt x="75" y="2674"/>
                  </a:lnTo>
                  <a:lnTo>
                    <a:pt x="51" y="2617"/>
                  </a:lnTo>
                  <a:lnTo>
                    <a:pt x="30" y="2560"/>
                  </a:lnTo>
                  <a:lnTo>
                    <a:pt x="15" y="2501"/>
                  </a:lnTo>
                  <a:lnTo>
                    <a:pt x="5" y="2441"/>
                  </a:lnTo>
                  <a:lnTo>
                    <a:pt x="0" y="2381"/>
                  </a:lnTo>
                  <a:lnTo>
                    <a:pt x="0" y="2321"/>
                  </a:lnTo>
                  <a:lnTo>
                    <a:pt x="5" y="2260"/>
                  </a:lnTo>
                  <a:lnTo>
                    <a:pt x="15" y="2200"/>
                  </a:lnTo>
                  <a:lnTo>
                    <a:pt x="30" y="2141"/>
                  </a:lnTo>
                  <a:lnTo>
                    <a:pt x="51" y="2083"/>
                  </a:lnTo>
                  <a:lnTo>
                    <a:pt x="75" y="2027"/>
                  </a:lnTo>
                  <a:lnTo>
                    <a:pt x="104" y="1972"/>
                  </a:lnTo>
                  <a:lnTo>
                    <a:pt x="139" y="1920"/>
                  </a:lnTo>
                  <a:lnTo>
                    <a:pt x="178" y="1869"/>
                  </a:lnTo>
                  <a:lnTo>
                    <a:pt x="224" y="1822"/>
                  </a:lnTo>
                  <a:lnTo>
                    <a:pt x="1815" y="281"/>
                  </a:lnTo>
                  <a:lnTo>
                    <a:pt x="1872" y="230"/>
                  </a:lnTo>
                  <a:lnTo>
                    <a:pt x="1931" y="183"/>
                  </a:lnTo>
                  <a:lnTo>
                    <a:pt x="1992" y="143"/>
                  </a:lnTo>
                  <a:lnTo>
                    <a:pt x="2057" y="108"/>
                  </a:lnTo>
                  <a:lnTo>
                    <a:pt x="2123" y="76"/>
                  </a:lnTo>
                  <a:lnTo>
                    <a:pt x="2191" y="51"/>
                  </a:lnTo>
                  <a:lnTo>
                    <a:pt x="2261" y="31"/>
                  </a:lnTo>
                  <a:lnTo>
                    <a:pt x="2331" y="15"/>
                  </a:lnTo>
                  <a:lnTo>
                    <a:pt x="2402" y="5"/>
                  </a:lnTo>
                  <a:lnTo>
                    <a:pt x="2474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316B1FD-A256-0C10-C6C9-753A69F0DDCC}"/>
              </a:ext>
            </a:extLst>
          </p:cNvPr>
          <p:cNvGrpSpPr/>
          <p:nvPr/>
        </p:nvGrpSpPr>
        <p:grpSpPr>
          <a:xfrm>
            <a:off x="8489590" y="4180940"/>
            <a:ext cx="432000" cy="432000"/>
            <a:chOff x="8662213" y="4373708"/>
            <a:chExt cx="432000" cy="432000"/>
          </a:xfrm>
        </p:grpSpPr>
        <p:sp>
          <p:nvSpPr>
            <p:cNvPr id="23" name="모서리가 둥근 직사각형 39">
              <a:extLst>
                <a:ext uri="{FF2B5EF4-FFF2-40B4-BE49-F238E27FC236}">
                  <a16:creationId xmlns:a16="http://schemas.microsoft.com/office/drawing/2014/main" id="{EBA55F13-AA87-9FE5-9AA6-9EE1C01E5C0D}"/>
                </a:ext>
              </a:extLst>
            </p:cNvPr>
            <p:cNvSpPr/>
            <p:nvPr/>
          </p:nvSpPr>
          <p:spPr>
            <a:xfrm>
              <a:off x="8662213" y="4373708"/>
              <a:ext cx="432000" cy="43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7B95967D-5ED4-4B91-494E-453AC380B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1010" y="4498068"/>
              <a:ext cx="152536" cy="201300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rgbClr val="198B8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BB080C0-FFA9-EE70-14E2-A29A26E12A49}"/>
              </a:ext>
            </a:extLst>
          </p:cNvPr>
          <p:cNvGrpSpPr/>
          <p:nvPr/>
        </p:nvGrpSpPr>
        <p:grpSpPr>
          <a:xfrm>
            <a:off x="8583973" y="2535126"/>
            <a:ext cx="432000" cy="432000"/>
            <a:chOff x="8674672" y="2528068"/>
            <a:chExt cx="432000" cy="432000"/>
          </a:xfrm>
        </p:grpSpPr>
        <p:sp>
          <p:nvSpPr>
            <p:cNvPr id="26" name="모서리가 둥근 직사각형 42">
              <a:extLst>
                <a:ext uri="{FF2B5EF4-FFF2-40B4-BE49-F238E27FC236}">
                  <a16:creationId xmlns:a16="http://schemas.microsoft.com/office/drawing/2014/main" id="{EDAF09F2-0BD9-C014-1830-C28103B41A9A}"/>
                </a:ext>
              </a:extLst>
            </p:cNvPr>
            <p:cNvSpPr/>
            <p:nvPr/>
          </p:nvSpPr>
          <p:spPr>
            <a:xfrm>
              <a:off x="8674672" y="2528068"/>
              <a:ext cx="432000" cy="43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198B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60E4546D-9E3E-66A1-E2FD-EB42D4EAFF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06921" y="2627873"/>
              <a:ext cx="186549" cy="229030"/>
            </a:xfrm>
            <a:custGeom>
              <a:avLst/>
              <a:gdLst>
                <a:gd name="T0" fmla="*/ 1930 w 2831"/>
                <a:gd name="T1" fmla="*/ 2787 h 3472"/>
                <a:gd name="T2" fmla="*/ 1791 w 2831"/>
                <a:gd name="T3" fmla="*/ 2855 h 3472"/>
                <a:gd name="T4" fmla="*/ 2114 w 2831"/>
                <a:gd name="T5" fmla="*/ 3172 h 3472"/>
                <a:gd name="T6" fmla="*/ 2628 w 2831"/>
                <a:gd name="T7" fmla="*/ 2656 h 3472"/>
                <a:gd name="T8" fmla="*/ 2538 w 2831"/>
                <a:gd name="T9" fmla="*/ 2529 h 3472"/>
                <a:gd name="T10" fmla="*/ 1440 w 2831"/>
                <a:gd name="T11" fmla="*/ 2529 h 3472"/>
                <a:gd name="T12" fmla="*/ 914 w 2831"/>
                <a:gd name="T13" fmla="*/ 2569 h 3472"/>
                <a:gd name="T14" fmla="*/ 928 w 2831"/>
                <a:gd name="T15" fmla="*/ 2433 h 3472"/>
                <a:gd name="T16" fmla="*/ 807 w 2831"/>
                <a:gd name="T17" fmla="*/ 2382 h 3472"/>
                <a:gd name="T18" fmla="*/ 439 w 2831"/>
                <a:gd name="T19" fmla="*/ 2514 h 3472"/>
                <a:gd name="T20" fmla="*/ 470 w 2831"/>
                <a:gd name="T21" fmla="*/ 2433 h 3472"/>
                <a:gd name="T22" fmla="*/ 2186 w 2831"/>
                <a:gd name="T23" fmla="*/ 2182 h 3472"/>
                <a:gd name="T24" fmla="*/ 2642 w 2831"/>
                <a:gd name="T25" fmla="*/ 2371 h 3472"/>
                <a:gd name="T26" fmla="*/ 2831 w 2831"/>
                <a:gd name="T27" fmla="*/ 2827 h 3472"/>
                <a:gd name="T28" fmla="*/ 2642 w 2831"/>
                <a:gd name="T29" fmla="*/ 3283 h 3472"/>
                <a:gd name="T30" fmla="*/ 2186 w 2831"/>
                <a:gd name="T31" fmla="*/ 3472 h 3472"/>
                <a:gd name="T32" fmla="*/ 1729 w 2831"/>
                <a:gd name="T33" fmla="*/ 3283 h 3472"/>
                <a:gd name="T34" fmla="*/ 1540 w 2831"/>
                <a:gd name="T35" fmla="*/ 2827 h 3472"/>
                <a:gd name="T36" fmla="*/ 1729 w 2831"/>
                <a:gd name="T37" fmla="*/ 2371 h 3472"/>
                <a:gd name="T38" fmla="*/ 2186 w 2831"/>
                <a:gd name="T39" fmla="*/ 2182 h 3472"/>
                <a:gd name="T40" fmla="*/ 1540 w 2831"/>
                <a:gd name="T41" fmla="*/ 2083 h 3472"/>
                <a:gd name="T42" fmla="*/ 914 w 2831"/>
                <a:gd name="T43" fmla="*/ 2123 h 3472"/>
                <a:gd name="T44" fmla="*/ 928 w 2831"/>
                <a:gd name="T45" fmla="*/ 1986 h 3472"/>
                <a:gd name="T46" fmla="*/ 807 w 2831"/>
                <a:gd name="T47" fmla="*/ 1957 h 3472"/>
                <a:gd name="T48" fmla="*/ 439 w 2831"/>
                <a:gd name="T49" fmla="*/ 2088 h 3472"/>
                <a:gd name="T50" fmla="*/ 470 w 2831"/>
                <a:gd name="T51" fmla="*/ 2007 h 3472"/>
                <a:gd name="T52" fmla="*/ 944 w 2831"/>
                <a:gd name="T53" fmla="*/ 1588 h 3472"/>
                <a:gd name="T54" fmla="*/ 1786 w 2831"/>
                <a:gd name="T55" fmla="*/ 1702 h 3472"/>
                <a:gd name="T56" fmla="*/ 904 w 2831"/>
                <a:gd name="T57" fmla="*/ 1716 h 3472"/>
                <a:gd name="T58" fmla="*/ 944 w 2831"/>
                <a:gd name="T59" fmla="*/ 1588 h 3472"/>
                <a:gd name="T60" fmla="*/ 800 w 2831"/>
                <a:gd name="T61" fmla="*/ 1548 h 3472"/>
                <a:gd name="T62" fmla="*/ 430 w 2831"/>
                <a:gd name="T63" fmla="*/ 1656 h 3472"/>
                <a:gd name="T64" fmla="*/ 484 w 2831"/>
                <a:gd name="T65" fmla="*/ 1589 h 3472"/>
                <a:gd name="T66" fmla="*/ 1738 w 2831"/>
                <a:gd name="T67" fmla="*/ 1140 h 3472"/>
                <a:gd name="T68" fmla="*/ 1778 w 2831"/>
                <a:gd name="T69" fmla="*/ 1269 h 3472"/>
                <a:gd name="T70" fmla="*/ 896 w 2831"/>
                <a:gd name="T71" fmla="*/ 1255 h 3472"/>
                <a:gd name="T72" fmla="*/ 769 w 2831"/>
                <a:gd name="T73" fmla="*/ 1030 h 3472"/>
                <a:gd name="T74" fmla="*/ 616 w 2831"/>
                <a:gd name="T75" fmla="*/ 1312 h 3472"/>
                <a:gd name="T76" fmla="*/ 423 w 2831"/>
                <a:gd name="T77" fmla="*/ 1202 h 3472"/>
                <a:gd name="T78" fmla="*/ 496 w 2831"/>
                <a:gd name="T79" fmla="*/ 1154 h 3472"/>
                <a:gd name="T80" fmla="*/ 548 w 2831"/>
                <a:gd name="T81" fmla="*/ 372 h 3472"/>
                <a:gd name="T82" fmla="*/ 681 w 2831"/>
                <a:gd name="T83" fmla="*/ 618 h 3472"/>
                <a:gd name="T84" fmla="*/ 1588 w 2831"/>
                <a:gd name="T85" fmla="*/ 597 h 3472"/>
                <a:gd name="T86" fmla="*/ 1683 w 2831"/>
                <a:gd name="T87" fmla="*/ 347 h 3472"/>
                <a:gd name="T88" fmla="*/ 2201 w 2831"/>
                <a:gd name="T89" fmla="*/ 438 h 3472"/>
                <a:gd name="T90" fmla="*/ 2118 w 2831"/>
                <a:gd name="T91" fmla="*/ 2037 h 3472"/>
                <a:gd name="T92" fmla="*/ 1412 w 2831"/>
                <a:gd name="T93" fmla="*/ 3005 h 3472"/>
                <a:gd name="T94" fmla="*/ 47 w 2831"/>
                <a:gd name="T95" fmla="*/ 3054 h 3472"/>
                <a:gd name="T96" fmla="*/ 21 w 2831"/>
                <a:gd name="T97" fmla="*/ 455 h 3472"/>
                <a:gd name="T98" fmla="*/ 1118 w 2831"/>
                <a:gd name="T99" fmla="*/ 99 h 3472"/>
                <a:gd name="T100" fmla="*/ 1053 w 2831"/>
                <a:gd name="T101" fmla="*/ 211 h 3472"/>
                <a:gd name="T102" fmla="*/ 1182 w 2831"/>
                <a:gd name="T103" fmla="*/ 211 h 3472"/>
                <a:gd name="T104" fmla="*/ 1118 w 2831"/>
                <a:gd name="T105" fmla="*/ 99 h 3472"/>
                <a:gd name="T106" fmla="*/ 1268 w 2831"/>
                <a:gd name="T107" fmla="*/ 85 h 3472"/>
                <a:gd name="T108" fmla="*/ 1328 w 2831"/>
                <a:gd name="T109" fmla="*/ 238 h 3472"/>
                <a:gd name="T110" fmla="*/ 1564 w 2831"/>
                <a:gd name="T111" fmla="*/ 312 h 3472"/>
                <a:gd name="T112" fmla="*/ 1547 w 2831"/>
                <a:gd name="T113" fmla="*/ 503 h 3472"/>
                <a:gd name="T114" fmla="*/ 711 w 2831"/>
                <a:gd name="T115" fmla="*/ 521 h 3472"/>
                <a:gd name="T116" fmla="*/ 657 w 2831"/>
                <a:gd name="T117" fmla="*/ 338 h 3472"/>
                <a:gd name="T118" fmla="*/ 889 w 2831"/>
                <a:gd name="T119" fmla="*/ 245 h 3472"/>
                <a:gd name="T120" fmla="*/ 954 w 2831"/>
                <a:gd name="T121" fmla="*/ 112 h 3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31" h="3472">
                  <a:moveTo>
                    <a:pt x="2538" y="2529"/>
                  </a:moveTo>
                  <a:lnTo>
                    <a:pt x="2517" y="2531"/>
                  </a:lnTo>
                  <a:lnTo>
                    <a:pt x="2496" y="2537"/>
                  </a:lnTo>
                  <a:lnTo>
                    <a:pt x="2476" y="2547"/>
                  </a:lnTo>
                  <a:lnTo>
                    <a:pt x="2459" y="2563"/>
                  </a:lnTo>
                  <a:lnTo>
                    <a:pt x="2124" y="2939"/>
                  </a:lnTo>
                  <a:lnTo>
                    <a:pt x="1950" y="2800"/>
                  </a:lnTo>
                  <a:lnTo>
                    <a:pt x="1930" y="2787"/>
                  </a:lnTo>
                  <a:lnTo>
                    <a:pt x="1909" y="2780"/>
                  </a:lnTo>
                  <a:lnTo>
                    <a:pt x="1888" y="2778"/>
                  </a:lnTo>
                  <a:lnTo>
                    <a:pt x="1866" y="2780"/>
                  </a:lnTo>
                  <a:lnTo>
                    <a:pt x="1845" y="2787"/>
                  </a:lnTo>
                  <a:lnTo>
                    <a:pt x="1826" y="2799"/>
                  </a:lnTo>
                  <a:lnTo>
                    <a:pt x="1810" y="2814"/>
                  </a:lnTo>
                  <a:lnTo>
                    <a:pt x="1797" y="2834"/>
                  </a:lnTo>
                  <a:lnTo>
                    <a:pt x="1791" y="2855"/>
                  </a:lnTo>
                  <a:lnTo>
                    <a:pt x="1788" y="2876"/>
                  </a:lnTo>
                  <a:lnTo>
                    <a:pt x="1791" y="2899"/>
                  </a:lnTo>
                  <a:lnTo>
                    <a:pt x="1797" y="2920"/>
                  </a:lnTo>
                  <a:lnTo>
                    <a:pt x="1809" y="2938"/>
                  </a:lnTo>
                  <a:lnTo>
                    <a:pt x="1826" y="2954"/>
                  </a:lnTo>
                  <a:lnTo>
                    <a:pt x="2073" y="3152"/>
                  </a:lnTo>
                  <a:lnTo>
                    <a:pt x="2093" y="3165"/>
                  </a:lnTo>
                  <a:lnTo>
                    <a:pt x="2114" y="3172"/>
                  </a:lnTo>
                  <a:lnTo>
                    <a:pt x="2135" y="3174"/>
                  </a:lnTo>
                  <a:lnTo>
                    <a:pt x="2156" y="3172"/>
                  </a:lnTo>
                  <a:lnTo>
                    <a:pt x="2175" y="3166"/>
                  </a:lnTo>
                  <a:lnTo>
                    <a:pt x="2194" y="3155"/>
                  </a:lnTo>
                  <a:lnTo>
                    <a:pt x="2210" y="3142"/>
                  </a:lnTo>
                  <a:lnTo>
                    <a:pt x="2607" y="2694"/>
                  </a:lnTo>
                  <a:lnTo>
                    <a:pt x="2620" y="2676"/>
                  </a:lnTo>
                  <a:lnTo>
                    <a:pt x="2628" y="2656"/>
                  </a:lnTo>
                  <a:lnTo>
                    <a:pt x="2633" y="2633"/>
                  </a:lnTo>
                  <a:lnTo>
                    <a:pt x="2631" y="2612"/>
                  </a:lnTo>
                  <a:lnTo>
                    <a:pt x="2625" y="2591"/>
                  </a:lnTo>
                  <a:lnTo>
                    <a:pt x="2615" y="2571"/>
                  </a:lnTo>
                  <a:lnTo>
                    <a:pt x="2599" y="2555"/>
                  </a:lnTo>
                  <a:lnTo>
                    <a:pt x="2580" y="2542"/>
                  </a:lnTo>
                  <a:lnTo>
                    <a:pt x="2560" y="2534"/>
                  </a:lnTo>
                  <a:lnTo>
                    <a:pt x="2538" y="2529"/>
                  </a:lnTo>
                  <a:close/>
                  <a:moveTo>
                    <a:pt x="944" y="2430"/>
                  </a:moveTo>
                  <a:lnTo>
                    <a:pt x="1391" y="2430"/>
                  </a:lnTo>
                  <a:lnTo>
                    <a:pt x="1406" y="2433"/>
                  </a:lnTo>
                  <a:lnTo>
                    <a:pt x="1420" y="2440"/>
                  </a:lnTo>
                  <a:lnTo>
                    <a:pt x="1431" y="2450"/>
                  </a:lnTo>
                  <a:lnTo>
                    <a:pt x="1438" y="2464"/>
                  </a:lnTo>
                  <a:lnTo>
                    <a:pt x="1440" y="2480"/>
                  </a:lnTo>
                  <a:lnTo>
                    <a:pt x="1440" y="2529"/>
                  </a:lnTo>
                  <a:lnTo>
                    <a:pt x="1438" y="2545"/>
                  </a:lnTo>
                  <a:lnTo>
                    <a:pt x="1431" y="2559"/>
                  </a:lnTo>
                  <a:lnTo>
                    <a:pt x="1420" y="2569"/>
                  </a:lnTo>
                  <a:lnTo>
                    <a:pt x="1406" y="2577"/>
                  </a:lnTo>
                  <a:lnTo>
                    <a:pt x="1391" y="2579"/>
                  </a:lnTo>
                  <a:lnTo>
                    <a:pt x="944" y="2579"/>
                  </a:lnTo>
                  <a:lnTo>
                    <a:pt x="928" y="2577"/>
                  </a:lnTo>
                  <a:lnTo>
                    <a:pt x="914" y="2569"/>
                  </a:lnTo>
                  <a:lnTo>
                    <a:pt x="904" y="2559"/>
                  </a:lnTo>
                  <a:lnTo>
                    <a:pt x="896" y="2545"/>
                  </a:lnTo>
                  <a:lnTo>
                    <a:pt x="894" y="2529"/>
                  </a:lnTo>
                  <a:lnTo>
                    <a:pt x="894" y="2480"/>
                  </a:lnTo>
                  <a:lnTo>
                    <a:pt x="896" y="2464"/>
                  </a:lnTo>
                  <a:lnTo>
                    <a:pt x="904" y="2450"/>
                  </a:lnTo>
                  <a:lnTo>
                    <a:pt x="914" y="2440"/>
                  </a:lnTo>
                  <a:lnTo>
                    <a:pt x="928" y="2433"/>
                  </a:lnTo>
                  <a:lnTo>
                    <a:pt x="944" y="2430"/>
                  </a:lnTo>
                  <a:close/>
                  <a:moveTo>
                    <a:pt x="769" y="2319"/>
                  </a:moveTo>
                  <a:lnTo>
                    <a:pt x="783" y="2322"/>
                  </a:lnTo>
                  <a:lnTo>
                    <a:pt x="795" y="2330"/>
                  </a:lnTo>
                  <a:lnTo>
                    <a:pt x="805" y="2341"/>
                  </a:lnTo>
                  <a:lnTo>
                    <a:pt x="810" y="2355"/>
                  </a:lnTo>
                  <a:lnTo>
                    <a:pt x="810" y="2368"/>
                  </a:lnTo>
                  <a:lnTo>
                    <a:pt x="807" y="2382"/>
                  </a:lnTo>
                  <a:lnTo>
                    <a:pt x="800" y="2395"/>
                  </a:lnTo>
                  <a:lnTo>
                    <a:pt x="616" y="2600"/>
                  </a:lnTo>
                  <a:lnTo>
                    <a:pt x="606" y="2608"/>
                  </a:lnTo>
                  <a:lnTo>
                    <a:pt x="594" y="2613"/>
                  </a:lnTo>
                  <a:lnTo>
                    <a:pt x="581" y="2616"/>
                  </a:lnTo>
                  <a:lnTo>
                    <a:pt x="567" y="2612"/>
                  </a:lnTo>
                  <a:lnTo>
                    <a:pt x="553" y="2605"/>
                  </a:lnTo>
                  <a:lnTo>
                    <a:pt x="439" y="2514"/>
                  </a:lnTo>
                  <a:lnTo>
                    <a:pt x="430" y="2503"/>
                  </a:lnTo>
                  <a:lnTo>
                    <a:pt x="423" y="2490"/>
                  </a:lnTo>
                  <a:lnTo>
                    <a:pt x="422" y="2477"/>
                  </a:lnTo>
                  <a:lnTo>
                    <a:pt x="425" y="2463"/>
                  </a:lnTo>
                  <a:lnTo>
                    <a:pt x="432" y="2449"/>
                  </a:lnTo>
                  <a:lnTo>
                    <a:pt x="442" y="2440"/>
                  </a:lnTo>
                  <a:lnTo>
                    <a:pt x="456" y="2435"/>
                  </a:lnTo>
                  <a:lnTo>
                    <a:pt x="470" y="2433"/>
                  </a:lnTo>
                  <a:lnTo>
                    <a:pt x="484" y="2436"/>
                  </a:lnTo>
                  <a:lnTo>
                    <a:pt x="496" y="2443"/>
                  </a:lnTo>
                  <a:lnTo>
                    <a:pt x="576" y="2507"/>
                  </a:lnTo>
                  <a:lnTo>
                    <a:pt x="731" y="2334"/>
                  </a:lnTo>
                  <a:lnTo>
                    <a:pt x="742" y="2324"/>
                  </a:lnTo>
                  <a:lnTo>
                    <a:pt x="755" y="2320"/>
                  </a:lnTo>
                  <a:lnTo>
                    <a:pt x="769" y="2319"/>
                  </a:lnTo>
                  <a:close/>
                  <a:moveTo>
                    <a:pt x="2186" y="2182"/>
                  </a:moveTo>
                  <a:lnTo>
                    <a:pt x="2251" y="2185"/>
                  </a:lnTo>
                  <a:lnTo>
                    <a:pt x="2316" y="2196"/>
                  </a:lnTo>
                  <a:lnTo>
                    <a:pt x="2378" y="2212"/>
                  </a:lnTo>
                  <a:lnTo>
                    <a:pt x="2437" y="2233"/>
                  </a:lnTo>
                  <a:lnTo>
                    <a:pt x="2494" y="2260"/>
                  </a:lnTo>
                  <a:lnTo>
                    <a:pt x="2546" y="2293"/>
                  </a:lnTo>
                  <a:lnTo>
                    <a:pt x="2596" y="2329"/>
                  </a:lnTo>
                  <a:lnTo>
                    <a:pt x="2642" y="2371"/>
                  </a:lnTo>
                  <a:lnTo>
                    <a:pt x="2683" y="2417"/>
                  </a:lnTo>
                  <a:lnTo>
                    <a:pt x="2721" y="2466"/>
                  </a:lnTo>
                  <a:lnTo>
                    <a:pt x="2753" y="2520"/>
                  </a:lnTo>
                  <a:lnTo>
                    <a:pt x="2780" y="2577"/>
                  </a:lnTo>
                  <a:lnTo>
                    <a:pt x="2802" y="2636"/>
                  </a:lnTo>
                  <a:lnTo>
                    <a:pt x="2818" y="2698"/>
                  </a:lnTo>
                  <a:lnTo>
                    <a:pt x="2828" y="2761"/>
                  </a:lnTo>
                  <a:lnTo>
                    <a:pt x="2831" y="2827"/>
                  </a:lnTo>
                  <a:lnTo>
                    <a:pt x="2828" y="2893"/>
                  </a:lnTo>
                  <a:lnTo>
                    <a:pt x="2818" y="2958"/>
                  </a:lnTo>
                  <a:lnTo>
                    <a:pt x="2802" y="3019"/>
                  </a:lnTo>
                  <a:lnTo>
                    <a:pt x="2780" y="3079"/>
                  </a:lnTo>
                  <a:lnTo>
                    <a:pt x="2753" y="3134"/>
                  </a:lnTo>
                  <a:lnTo>
                    <a:pt x="2721" y="3188"/>
                  </a:lnTo>
                  <a:lnTo>
                    <a:pt x="2683" y="3237"/>
                  </a:lnTo>
                  <a:lnTo>
                    <a:pt x="2642" y="3283"/>
                  </a:lnTo>
                  <a:lnTo>
                    <a:pt x="2596" y="3325"/>
                  </a:lnTo>
                  <a:lnTo>
                    <a:pt x="2546" y="3362"/>
                  </a:lnTo>
                  <a:lnTo>
                    <a:pt x="2494" y="3394"/>
                  </a:lnTo>
                  <a:lnTo>
                    <a:pt x="2437" y="3421"/>
                  </a:lnTo>
                  <a:lnTo>
                    <a:pt x="2378" y="3443"/>
                  </a:lnTo>
                  <a:lnTo>
                    <a:pt x="2316" y="3459"/>
                  </a:lnTo>
                  <a:lnTo>
                    <a:pt x="2251" y="3469"/>
                  </a:lnTo>
                  <a:lnTo>
                    <a:pt x="2186" y="3472"/>
                  </a:lnTo>
                  <a:lnTo>
                    <a:pt x="2120" y="3469"/>
                  </a:lnTo>
                  <a:lnTo>
                    <a:pt x="2055" y="3459"/>
                  </a:lnTo>
                  <a:lnTo>
                    <a:pt x="1993" y="3443"/>
                  </a:lnTo>
                  <a:lnTo>
                    <a:pt x="1934" y="3421"/>
                  </a:lnTo>
                  <a:lnTo>
                    <a:pt x="1877" y="3394"/>
                  </a:lnTo>
                  <a:lnTo>
                    <a:pt x="1825" y="3362"/>
                  </a:lnTo>
                  <a:lnTo>
                    <a:pt x="1775" y="3325"/>
                  </a:lnTo>
                  <a:lnTo>
                    <a:pt x="1729" y="3283"/>
                  </a:lnTo>
                  <a:lnTo>
                    <a:pt x="1688" y="3237"/>
                  </a:lnTo>
                  <a:lnTo>
                    <a:pt x="1650" y="3188"/>
                  </a:lnTo>
                  <a:lnTo>
                    <a:pt x="1618" y="3134"/>
                  </a:lnTo>
                  <a:lnTo>
                    <a:pt x="1591" y="3079"/>
                  </a:lnTo>
                  <a:lnTo>
                    <a:pt x="1569" y="3019"/>
                  </a:lnTo>
                  <a:lnTo>
                    <a:pt x="1553" y="2958"/>
                  </a:lnTo>
                  <a:lnTo>
                    <a:pt x="1543" y="2893"/>
                  </a:lnTo>
                  <a:lnTo>
                    <a:pt x="1540" y="2827"/>
                  </a:lnTo>
                  <a:lnTo>
                    <a:pt x="1543" y="2761"/>
                  </a:lnTo>
                  <a:lnTo>
                    <a:pt x="1553" y="2698"/>
                  </a:lnTo>
                  <a:lnTo>
                    <a:pt x="1569" y="2636"/>
                  </a:lnTo>
                  <a:lnTo>
                    <a:pt x="1591" y="2577"/>
                  </a:lnTo>
                  <a:lnTo>
                    <a:pt x="1618" y="2520"/>
                  </a:lnTo>
                  <a:lnTo>
                    <a:pt x="1650" y="2466"/>
                  </a:lnTo>
                  <a:lnTo>
                    <a:pt x="1688" y="2417"/>
                  </a:lnTo>
                  <a:lnTo>
                    <a:pt x="1729" y="2371"/>
                  </a:lnTo>
                  <a:lnTo>
                    <a:pt x="1775" y="2329"/>
                  </a:lnTo>
                  <a:lnTo>
                    <a:pt x="1825" y="2293"/>
                  </a:lnTo>
                  <a:lnTo>
                    <a:pt x="1877" y="2260"/>
                  </a:lnTo>
                  <a:lnTo>
                    <a:pt x="1934" y="2233"/>
                  </a:lnTo>
                  <a:lnTo>
                    <a:pt x="1993" y="2212"/>
                  </a:lnTo>
                  <a:lnTo>
                    <a:pt x="2055" y="2196"/>
                  </a:lnTo>
                  <a:lnTo>
                    <a:pt x="2120" y="2185"/>
                  </a:lnTo>
                  <a:lnTo>
                    <a:pt x="2186" y="2182"/>
                  </a:lnTo>
                  <a:close/>
                  <a:moveTo>
                    <a:pt x="944" y="1984"/>
                  </a:moveTo>
                  <a:lnTo>
                    <a:pt x="1491" y="1984"/>
                  </a:lnTo>
                  <a:lnTo>
                    <a:pt x="1505" y="1986"/>
                  </a:lnTo>
                  <a:lnTo>
                    <a:pt x="1519" y="1994"/>
                  </a:lnTo>
                  <a:lnTo>
                    <a:pt x="1531" y="2004"/>
                  </a:lnTo>
                  <a:lnTo>
                    <a:pt x="1537" y="2018"/>
                  </a:lnTo>
                  <a:lnTo>
                    <a:pt x="1540" y="2034"/>
                  </a:lnTo>
                  <a:lnTo>
                    <a:pt x="1540" y="2083"/>
                  </a:lnTo>
                  <a:lnTo>
                    <a:pt x="1537" y="2099"/>
                  </a:lnTo>
                  <a:lnTo>
                    <a:pt x="1531" y="2113"/>
                  </a:lnTo>
                  <a:lnTo>
                    <a:pt x="1519" y="2123"/>
                  </a:lnTo>
                  <a:lnTo>
                    <a:pt x="1505" y="2131"/>
                  </a:lnTo>
                  <a:lnTo>
                    <a:pt x="1491" y="2133"/>
                  </a:lnTo>
                  <a:lnTo>
                    <a:pt x="944" y="2133"/>
                  </a:lnTo>
                  <a:lnTo>
                    <a:pt x="928" y="2131"/>
                  </a:lnTo>
                  <a:lnTo>
                    <a:pt x="914" y="2123"/>
                  </a:lnTo>
                  <a:lnTo>
                    <a:pt x="904" y="2113"/>
                  </a:lnTo>
                  <a:lnTo>
                    <a:pt x="896" y="2099"/>
                  </a:lnTo>
                  <a:lnTo>
                    <a:pt x="894" y="2083"/>
                  </a:lnTo>
                  <a:lnTo>
                    <a:pt x="894" y="2034"/>
                  </a:lnTo>
                  <a:lnTo>
                    <a:pt x="896" y="2018"/>
                  </a:lnTo>
                  <a:lnTo>
                    <a:pt x="904" y="2004"/>
                  </a:lnTo>
                  <a:lnTo>
                    <a:pt x="914" y="1994"/>
                  </a:lnTo>
                  <a:lnTo>
                    <a:pt x="928" y="1986"/>
                  </a:lnTo>
                  <a:lnTo>
                    <a:pt x="944" y="1984"/>
                  </a:lnTo>
                  <a:close/>
                  <a:moveTo>
                    <a:pt x="769" y="1894"/>
                  </a:moveTo>
                  <a:lnTo>
                    <a:pt x="783" y="1897"/>
                  </a:lnTo>
                  <a:lnTo>
                    <a:pt x="795" y="1905"/>
                  </a:lnTo>
                  <a:lnTo>
                    <a:pt x="805" y="1916"/>
                  </a:lnTo>
                  <a:lnTo>
                    <a:pt x="810" y="1930"/>
                  </a:lnTo>
                  <a:lnTo>
                    <a:pt x="810" y="1943"/>
                  </a:lnTo>
                  <a:lnTo>
                    <a:pt x="807" y="1957"/>
                  </a:lnTo>
                  <a:lnTo>
                    <a:pt x="800" y="1970"/>
                  </a:lnTo>
                  <a:lnTo>
                    <a:pt x="616" y="2175"/>
                  </a:lnTo>
                  <a:lnTo>
                    <a:pt x="606" y="2183"/>
                  </a:lnTo>
                  <a:lnTo>
                    <a:pt x="594" y="2188"/>
                  </a:lnTo>
                  <a:lnTo>
                    <a:pt x="581" y="2191"/>
                  </a:lnTo>
                  <a:lnTo>
                    <a:pt x="567" y="2187"/>
                  </a:lnTo>
                  <a:lnTo>
                    <a:pt x="553" y="2180"/>
                  </a:lnTo>
                  <a:lnTo>
                    <a:pt x="439" y="2088"/>
                  </a:lnTo>
                  <a:lnTo>
                    <a:pt x="430" y="2078"/>
                  </a:lnTo>
                  <a:lnTo>
                    <a:pt x="423" y="2065"/>
                  </a:lnTo>
                  <a:lnTo>
                    <a:pt x="422" y="2052"/>
                  </a:lnTo>
                  <a:lnTo>
                    <a:pt x="425" y="2038"/>
                  </a:lnTo>
                  <a:lnTo>
                    <a:pt x="432" y="2024"/>
                  </a:lnTo>
                  <a:lnTo>
                    <a:pt x="442" y="2015"/>
                  </a:lnTo>
                  <a:lnTo>
                    <a:pt x="456" y="2010"/>
                  </a:lnTo>
                  <a:lnTo>
                    <a:pt x="470" y="2007"/>
                  </a:lnTo>
                  <a:lnTo>
                    <a:pt x="484" y="2011"/>
                  </a:lnTo>
                  <a:lnTo>
                    <a:pt x="496" y="2018"/>
                  </a:lnTo>
                  <a:lnTo>
                    <a:pt x="576" y="2082"/>
                  </a:lnTo>
                  <a:lnTo>
                    <a:pt x="731" y="1909"/>
                  </a:lnTo>
                  <a:lnTo>
                    <a:pt x="742" y="1899"/>
                  </a:lnTo>
                  <a:lnTo>
                    <a:pt x="755" y="1895"/>
                  </a:lnTo>
                  <a:lnTo>
                    <a:pt x="769" y="1894"/>
                  </a:lnTo>
                  <a:close/>
                  <a:moveTo>
                    <a:pt x="944" y="1588"/>
                  </a:moveTo>
                  <a:lnTo>
                    <a:pt x="1738" y="1588"/>
                  </a:lnTo>
                  <a:lnTo>
                    <a:pt x="1754" y="1590"/>
                  </a:lnTo>
                  <a:lnTo>
                    <a:pt x="1768" y="1597"/>
                  </a:lnTo>
                  <a:lnTo>
                    <a:pt x="1778" y="1608"/>
                  </a:lnTo>
                  <a:lnTo>
                    <a:pt x="1786" y="1621"/>
                  </a:lnTo>
                  <a:lnTo>
                    <a:pt x="1788" y="1637"/>
                  </a:lnTo>
                  <a:lnTo>
                    <a:pt x="1788" y="1687"/>
                  </a:lnTo>
                  <a:lnTo>
                    <a:pt x="1786" y="1702"/>
                  </a:lnTo>
                  <a:lnTo>
                    <a:pt x="1778" y="1716"/>
                  </a:lnTo>
                  <a:lnTo>
                    <a:pt x="1768" y="1727"/>
                  </a:lnTo>
                  <a:lnTo>
                    <a:pt x="1754" y="1734"/>
                  </a:lnTo>
                  <a:lnTo>
                    <a:pt x="1738" y="1736"/>
                  </a:lnTo>
                  <a:lnTo>
                    <a:pt x="944" y="1736"/>
                  </a:lnTo>
                  <a:lnTo>
                    <a:pt x="928" y="1734"/>
                  </a:lnTo>
                  <a:lnTo>
                    <a:pt x="914" y="1727"/>
                  </a:lnTo>
                  <a:lnTo>
                    <a:pt x="904" y="1716"/>
                  </a:lnTo>
                  <a:lnTo>
                    <a:pt x="896" y="1702"/>
                  </a:lnTo>
                  <a:lnTo>
                    <a:pt x="894" y="1687"/>
                  </a:lnTo>
                  <a:lnTo>
                    <a:pt x="894" y="1637"/>
                  </a:lnTo>
                  <a:lnTo>
                    <a:pt x="896" y="1621"/>
                  </a:lnTo>
                  <a:lnTo>
                    <a:pt x="904" y="1608"/>
                  </a:lnTo>
                  <a:lnTo>
                    <a:pt x="914" y="1597"/>
                  </a:lnTo>
                  <a:lnTo>
                    <a:pt x="928" y="1590"/>
                  </a:lnTo>
                  <a:lnTo>
                    <a:pt x="944" y="1588"/>
                  </a:lnTo>
                  <a:close/>
                  <a:moveTo>
                    <a:pt x="769" y="1472"/>
                  </a:moveTo>
                  <a:lnTo>
                    <a:pt x="783" y="1475"/>
                  </a:lnTo>
                  <a:lnTo>
                    <a:pt x="795" y="1483"/>
                  </a:lnTo>
                  <a:lnTo>
                    <a:pt x="805" y="1494"/>
                  </a:lnTo>
                  <a:lnTo>
                    <a:pt x="810" y="1508"/>
                  </a:lnTo>
                  <a:lnTo>
                    <a:pt x="810" y="1521"/>
                  </a:lnTo>
                  <a:lnTo>
                    <a:pt x="807" y="1535"/>
                  </a:lnTo>
                  <a:lnTo>
                    <a:pt x="800" y="1548"/>
                  </a:lnTo>
                  <a:lnTo>
                    <a:pt x="616" y="1753"/>
                  </a:lnTo>
                  <a:lnTo>
                    <a:pt x="606" y="1761"/>
                  </a:lnTo>
                  <a:lnTo>
                    <a:pt x="594" y="1767"/>
                  </a:lnTo>
                  <a:lnTo>
                    <a:pt x="581" y="1769"/>
                  </a:lnTo>
                  <a:lnTo>
                    <a:pt x="567" y="1765"/>
                  </a:lnTo>
                  <a:lnTo>
                    <a:pt x="553" y="1758"/>
                  </a:lnTo>
                  <a:lnTo>
                    <a:pt x="439" y="1667"/>
                  </a:lnTo>
                  <a:lnTo>
                    <a:pt x="430" y="1656"/>
                  </a:lnTo>
                  <a:lnTo>
                    <a:pt x="423" y="1643"/>
                  </a:lnTo>
                  <a:lnTo>
                    <a:pt x="422" y="1630"/>
                  </a:lnTo>
                  <a:lnTo>
                    <a:pt x="425" y="1615"/>
                  </a:lnTo>
                  <a:lnTo>
                    <a:pt x="432" y="1602"/>
                  </a:lnTo>
                  <a:lnTo>
                    <a:pt x="442" y="1593"/>
                  </a:lnTo>
                  <a:lnTo>
                    <a:pt x="456" y="1588"/>
                  </a:lnTo>
                  <a:lnTo>
                    <a:pt x="470" y="1586"/>
                  </a:lnTo>
                  <a:lnTo>
                    <a:pt x="484" y="1589"/>
                  </a:lnTo>
                  <a:lnTo>
                    <a:pt x="496" y="1596"/>
                  </a:lnTo>
                  <a:lnTo>
                    <a:pt x="576" y="1660"/>
                  </a:lnTo>
                  <a:lnTo>
                    <a:pt x="731" y="1487"/>
                  </a:lnTo>
                  <a:lnTo>
                    <a:pt x="742" y="1477"/>
                  </a:lnTo>
                  <a:lnTo>
                    <a:pt x="755" y="1473"/>
                  </a:lnTo>
                  <a:lnTo>
                    <a:pt x="769" y="1472"/>
                  </a:lnTo>
                  <a:close/>
                  <a:moveTo>
                    <a:pt x="944" y="1140"/>
                  </a:moveTo>
                  <a:lnTo>
                    <a:pt x="1738" y="1140"/>
                  </a:lnTo>
                  <a:lnTo>
                    <a:pt x="1754" y="1144"/>
                  </a:lnTo>
                  <a:lnTo>
                    <a:pt x="1768" y="1150"/>
                  </a:lnTo>
                  <a:lnTo>
                    <a:pt x="1778" y="1162"/>
                  </a:lnTo>
                  <a:lnTo>
                    <a:pt x="1786" y="1175"/>
                  </a:lnTo>
                  <a:lnTo>
                    <a:pt x="1788" y="1190"/>
                  </a:lnTo>
                  <a:lnTo>
                    <a:pt x="1788" y="1240"/>
                  </a:lnTo>
                  <a:lnTo>
                    <a:pt x="1786" y="1255"/>
                  </a:lnTo>
                  <a:lnTo>
                    <a:pt x="1778" y="1269"/>
                  </a:lnTo>
                  <a:lnTo>
                    <a:pt x="1768" y="1280"/>
                  </a:lnTo>
                  <a:lnTo>
                    <a:pt x="1754" y="1287"/>
                  </a:lnTo>
                  <a:lnTo>
                    <a:pt x="1738" y="1290"/>
                  </a:lnTo>
                  <a:lnTo>
                    <a:pt x="944" y="1290"/>
                  </a:lnTo>
                  <a:lnTo>
                    <a:pt x="928" y="1287"/>
                  </a:lnTo>
                  <a:lnTo>
                    <a:pt x="914" y="1280"/>
                  </a:lnTo>
                  <a:lnTo>
                    <a:pt x="904" y="1269"/>
                  </a:lnTo>
                  <a:lnTo>
                    <a:pt x="896" y="1255"/>
                  </a:lnTo>
                  <a:lnTo>
                    <a:pt x="894" y="1240"/>
                  </a:lnTo>
                  <a:lnTo>
                    <a:pt x="894" y="1190"/>
                  </a:lnTo>
                  <a:lnTo>
                    <a:pt x="896" y="1175"/>
                  </a:lnTo>
                  <a:lnTo>
                    <a:pt x="904" y="1162"/>
                  </a:lnTo>
                  <a:lnTo>
                    <a:pt x="914" y="1150"/>
                  </a:lnTo>
                  <a:lnTo>
                    <a:pt x="928" y="1144"/>
                  </a:lnTo>
                  <a:lnTo>
                    <a:pt x="944" y="1140"/>
                  </a:lnTo>
                  <a:close/>
                  <a:moveTo>
                    <a:pt x="769" y="1030"/>
                  </a:moveTo>
                  <a:lnTo>
                    <a:pt x="783" y="1034"/>
                  </a:lnTo>
                  <a:lnTo>
                    <a:pt x="795" y="1042"/>
                  </a:lnTo>
                  <a:lnTo>
                    <a:pt x="805" y="1053"/>
                  </a:lnTo>
                  <a:lnTo>
                    <a:pt x="810" y="1066"/>
                  </a:lnTo>
                  <a:lnTo>
                    <a:pt x="810" y="1081"/>
                  </a:lnTo>
                  <a:lnTo>
                    <a:pt x="807" y="1094"/>
                  </a:lnTo>
                  <a:lnTo>
                    <a:pt x="800" y="1106"/>
                  </a:lnTo>
                  <a:lnTo>
                    <a:pt x="616" y="1312"/>
                  </a:lnTo>
                  <a:lnTo>
                    <a:pt x="606" y="1320"/>
                  </a:lnTo>
                  <a:lnTo>
                    <a:pt x="594" y="1326"/>
                  </a:lnTo>
                  <a:lnTo>
                    <a:pt x="581" y="1327"/>
                  </a:lnTo>
                  <a:lnTo>
                    <a:pt x="567" y="1325"/>
                  </a:lnTo>
                  <a:lnTo>
                    <a:pt x="553" y="1317"/>
                  </a:lnTo>
                  <a:lnTo>
                    <a:pt x="439" y="1226"/>
                  </a:lnTo>
                  <a:lnTo>
                    <a:pt x="430" y="1215"/>
                  </a:lnTo>
                  <a:lnTo>
                    <a:pt x="423" y="1202"/>
                  </a:lnTo>
                  <a:lnTo>
                    <a:pt x="422" y="1188"/>
                  </a:lnTo>
                  <a:lnTo>
                    <a:pt x="425" y="1174"/>
                  </a:lnTo>
                  <a:lnTo>
                    <a:pt x="432" y="1162"/>
                  </a:lnTo>
                  <a:lnTo>
                    <a:pt x="442" y="1152"/>
                  </a:lnTo>
                  <a:lnTo>
                    <a:pt x="456" y="1146"/>
                  </a:lnTo>
                  <a:lnTo>
                    <a:pt x="470" y="1145"/>
                  </a:lnTo>
                  <a:lnTo>
                    <a:pt x="484" y="1147"/>
                  </a:lnTo>
                  <a:lnTo>
                    <a:pt x="496" y="1154"/>
                  </a:lnTo>
                  <a:lnTo>
                    <a:pt x="576" y="1218"/>
                  </a:lnTo>
                  <a:lnTo>
                    <a:pt x="731" y="1046"/>
                  </a:lnTo>
                  <a:lnTo>
                    <a:pt x="742" y="1036"/>
                  </a:lnTo>
                  <a:lnTo>
                    <a:pt x="755" y="1031"/>
                  </a:lnTo>
                  <a:lnTo>
                    <a:pt x="769" y="1030"/>
                  </a:lnTo>
                  <a:close/>
                  <a:moveTo>
                    <a:pt x="150" y="347"/>
                  </a:moveTo>
                  <a:lnTo>
                    <a:pt x="552" y="347"/>
                  </a:lnTo>
                  <a:lnTo>
                    <a:pt x="548" y="372"/>
                  </a:lnTo>
                  <a:lnTo>
                    <a:pt x="547" y="399"/>
                  </a:lnTo>
                  <a:lnTo>
                    <a:pt x="550" y="439"/>
                  </a:lnTo>
                  <a:lnTo>
                    <a:pt x="559" y="477"/>
                  </a:lnTo>
                  <a:lnTo>
                    <a:pt x="574" y="511"/>
                  </a:lnTo>
                  <a:lnTo>
                    <a:pt x="594" y="544"/>
                  </a:lnTo>
                  <a:lnTo>
                    <a:pt x="618" y="572"/>
                  </a:lnTo>
                  <a:lnTo>
                    <a:pt x="648" y="598"/>
                  </a:lnTo>
                  <a:lnTo>
                    <a:pt x="681" y="618"/>
                  </a:lnTo>
                  <a:lnTo>
                    <a:pt x="715" y="632"/>
                  </a:lnTo>
                  <a:lnTo>
                    <a:pt x="753" y="642"/>
                  </a:lnTo>
                  <a:lnTo>
                    <a:pt x="793" y="645"/>
                  </a:lnTo>
                  <a:lnTo>
                    <a:pt x="1442" y="645"/>
                  </a:lnTo>
                  <a:lnTo>
                    <a:pt x="1482" y="642"/>
                  </a:lnTo>
                  <a:lnTo>
                    <a:pt x="1520" y="632"/>
                  </a:lnTo>
                  <a:lnTo>
                    <a:pt x="1555" y="618"/>
                  </a:lnTo>
                  <a:lnTo>
                    <a:pt x="1588" y="597"/>
                  </a:lnTo>
                  <a:lnTo>
                    <a:pt x="1616" y="572"/>
                  </a:lnTo>
                  <a:lnTo>
                    <a:pt x="1641" y="543"/>
                  </a:lnTo>
                  <a:lnTo>
                    <a:pt x="1661" y="510"/>
                  </a:lnTo>
                  <a:lnTo>
                    <a:pt x="1676" y="475"/>
                  </a:lnTo>
                  <a:lnTo>
                    <a:pt x="1686" y="436"/>
                  </a:lnTo>
                  <a:lnTo>
                    <a:pt x="1689" y="396"/>
                  </a:lnTo>
                  <a:lnTo>
                    <a:pt x="1688" y="371"/>
                  </a:lnTo>
                  <a:lnTo>
                    <a:pt x="1683" y="347"/>
                  </a:lnTo>
                  <a:lnTo>
                    <a:pt x="1987" y="347"/>
                  </a:lnTo>
                  <a:lnTo>
                    <a:pt x="2029" y="349"/>
                  </a:lnTo>
                  <a:lnTo>
                    <a:pt x="2067" y="356"/>
                  </a:lnTo>
                  <a:lnTo>
                    <a:pt x="2101" y="366"/>
                  </a:lnTo>
                  <a:lnTo>
                    <a:pt x="2132" y="379"/>
                  </a:lnTo>
                  <a:lnTo>
                    <a:pt x="2159" y="396"/>
                  </a:lnTo>
                  <a:lnTo>
                    <a:pt x="2182" y="416"/>
                  </a:lnTo>
                  <a:lnTo>
                    <a:pt x="2201" y="438"/>
                  </a:lnTo>
                  <a:lnTo>
                    <a:pt x="2215" y="462"/>
                  </a:lnTo>
                  <a:lnTo>
                    <a:pt x="2226" y="488"/>
                  </a:lnTo>
                  <a:lnTo>
                    <a:pt x="2233" y="517"/>
                  </a:lnTo>
                  <a:lnTo>
                    <a:pt x="2235" y="546"/>
                  </a:lnTo>
                  <a:lnTo>
                    <a:pt x="2235" y="2036"/>
                  </a:lnTo>
                  <a:lnTo>
                    <a:pt x="2210" y="2035"/>
                  </a:lnTo>
                  <a:lnTo>
                    <a:pt x="2186" y="2034"/>
                  </a:lnTo>
                  <a:lnTo>
                    <a:pt x="2118" y="2037"/>
                  </a:lnTo>
                  <a:lnTo>
                    <a:pt x="2051" y="2045"/>
                  </a:lnTo>
                  <a:lnTo>
                    <a:pt x="1987" y="2060"/>
                  </a:lnTo>
                  <a:lnTo>
                    <a:pt x="1987" y="893"/>
                  </a:lnTo>
                  <a:lnTo>
                    <a:pt x="249" y="893"/>
                  </a:lnTo>
                  <a:lnTo>
                    <a:pt x="249" y="2876"/>
                  </a:lnTo>
                  <a:lnTo>
                    <a:pt x="1394" y="2876"/>
                  </a:lnTo>
                  <a:lnTo>
                    <a:pt x="1400" y="2942"/>
                  </a:lnTo>
                  <a:lnTo>
                    <a:pt x="1412" y="3005"/>
                  </a:lnTo>
                  <a:lnTo>
                    <a:pt x="1429" y="3066"/>
                  </a:lnTo>
                  <a:lnTo>
                    <a:pt x="1450" y="3125"/>
                  </a:lnTo>
                  <a:lnTo>
                    <a:pt x="199" y="3125"/>
                  </a:lnTo>
                  <a:lnTo>
                    <a:pt x="163" y="3122"/>
                  </a:lnTo>
                  <a:lnTo>
                    <a:pt x="130" y="3112"/>
                  </a:lnTo>
                  <a:lnTo>
                    <a:pt x="99" y="3097"/>
                  </a:lnTo>
                  <a:lnTo>
                    <a:pt x="71" y="3079"/>
                  </a:lnTo>
                  <a:lnTo>
                    <a:pt x="47" y="3054"/>
                  </a:lnTo>
                  <a:lnTo>
                    <a:pt x="27" y="3027"/>
                  </a:lnTo>
                  <a:lnTo>
                    <a:pt x="13" y="2995"/>
                  </a:lnTo>
                  <a:lnTo>
                    <a:pt x="3" y="2962"/>
                  </a:lnTo>
                  <a:lnTo>
                    <a:pt x="0" y="2926"/>
                  </a:lnTo>
                  <a:lnTo>
                    <a:pt x="0" y="546"/>
                  </a:lnTo>
                  <a:lnTo>
                    <a:pt x="3" y="513"/>
                  </a:lnTo>
                  <a:lnTo>
                    <a:pt x="9" y="483"/>
                  </a:lnTo>
                  <a:lnTo>
                    <a:pt x="21" y="455"/>
                  </a:lnTo>
                  <a:lnTo>
                    <a:pt x="36" y="428"/>
                  </a:lnTo>
                  <a:lnTo>
                    <a:pt x="53" y="405"/>
                  </a:lnTo>
                  <a:lnTo>
                    <a:pt x="71" y="385"/>
                  </a:lnTo>
                  <a:lnTo>
                    <a:pt x="91" y="369"/>
                  </a:lnTo>
                  <a:lnTo>
                    <a:pt x="111" y="358"/>
                  </a:lnTo>
                  <a:lnTo>
                    <a:pt x="131" y="349"/>
                  </a:lnTo>
                  <a:lnTo>
                    <a:pt x="150" y="347"/>
                  </a:lnTo>
                  <a:close/>
                  <a:moveTo>
                    <a:pt x="1118" y="99"/>
                  </a:moveTo>
                  <a:lnTo>
                    <a:pt x="1098" y="102"/>
                  </a:lnTo>
                  <a:lnTo>
                    <a:pt x="1080" y="109"/>
                  </a:lnTo>
                  <a:lnTo>
                    <a:pt x="1065" y="121"/>
                  </a:lnTo>
                  <a:lnTo>
                    <a:pt x="1053" y="136"/>
                  </a:lnTo>
                  <a:lnTo>
                    <a:pt x="1046" y="154"/>
                  </a:lnTo>
                  <a:lnTo>
                    <a:pt x="1043" y="174"/>
                  </a:lnTo>
                  <a:lnTo>
                    <a:pt x="1046" y="194"/>
                  </a:lnTo>
                  <a:lnTo>
                    <a:pt x="1053" y="211"/>
                  </a:lnTo>
                  <a:lnTo>
                    <a:pt x="1065" y="226"/>
                  </a:lnTo>
                  <a:lnTo>
                    <a:pt x="1080" y="238"/>
                  </a:lnTo>
                  <a:lnTo>
                    <a:pt x="1098" y="245"/>
                  </a:lnTo>
                  <a:lnTo>
                    <a:pt x="1118" y="248"/>
                  </a:lnTo>
                  <a:lnTo>
                    <a:pt x="1138" y="245"/>
                  </a:lnTo>
                  <a:lnTo>
                    <a:pt x="1156" y="238"/>
                  </a:lnTo>
                  <a:lnTo>
                    <a:pt x="1170" y="226"/>
                  </a:lnTo>
                  <a:lnTo>
                    <a:pt x="1182" y="211"/>
                  </a:lnTo>
                  <a:lnTo>
                    <a:pt x="1189" y="194"/>
                  </a:lnTo>
                  <a:lnTo>
                    <a:pt x="1193" y="174"/>
                  </a:lnTo>
                  <a:lnTo>
                    <a:pt x="1189" y="154"/>
                  </a:lnTo>
                  <a:lnTo>
                    <a:pt x="1182" y="136"/>
                  </a:lnTo>
                  <a:lnTo>
                    <a:pt x="1170" y="121"/>
                  </a:lnTo>
                  <a:lnTo>
                    <a:pt x="1156" y="109"/>
                  </a:lnTo>
                  <a:lnTo>
                    <a:pt x="1138" y="102"/>
                  </a:lnTo>
                  <a:lnTo>
                    <a:pt x="1118" y="99"/>
                  </a:lnTo>
                  <a:close/>
                  <a:moveTo>
                    <a:pt x="1116" y="0"/>
                  </a:moveTo>
                  <a:lnTo>
                    <a:pt x="1120" y="0"/>
                  </a:lnTo>
                  <a:lnTo>
                    <a:pt x="1150" y="3"/>
                  </a:lnTo>
                  <a:lnTo>
                    <a:pt x="1180" y="11"/>
                  </a:lnTo>
                  <a:lnTo>
                    <a:pt x="1206" y="23"/>
                  </a:lnTo>
                  <a:lnTo>
                    <a:pt x="1230" y="40"/>
                  </a:lnTo>
                  <a:lnTo>
                    <a:pt x="1252" y="61"/>
                  </a:lnTo>
                  <a:lnTo>
                    <a:pt x="1268" y="85"/>
                  </a:lnTo>
                  <a:lnTo>
                    <a:pt x="1281" y="112"/>
                  </a:lnTo>
                  <a:lnTo>
                    <a:pt x="1288" y="141"/>
                  </a:lnTo>
                  <a:lnTo>
                    <a:pt x="1292" y="171"/>
                  </a:lnTo>
                  <a:lnTo>
                    <a:pt x="1292" y="174"/>
                  </a:lnTo>
                  <a:lnTo>
                    <a:pt x="1294" y="194"/>
                  </a:lnTo>
                  <a:lnTo>
                    <a:pt x="1302" y="211"/>
                  </a:lnTo>
                  <a:lnTo>
                    <a:pt x="1314" y="226"/>
                  </a:lnTo>
                  <a:lnTo>
                    <a:pt x="1328" y="238"/>
                  </a:lnTo>
                  <a:lnTo>
                    <a:pt x="1345" y="245"/>
                  </a:lnTo>
                  <a:lnTo>
                    <a:pt x="1365" y="248"/>
                  </a:lnTo>
                  <a:lnTo>
                    <a:pt x="1442" y="248"/>
                  </a:lnTo>
                  <a:lnTo>
                    <a:pt x="1472" y="251"/>
                  </a:lnTo>
                  <a:lnTo>
                    <a:pt x="1499" y="260"/>
                  </a:lnTo>
                  <a:lnTo>
                    <a:pt x="1524" y="274"/>
                  </a:lnTo>
                  <a:lnTo>
                    <a:pt x="1547" y="291"/>
                  </a:lnTo>
                  <a:lnTo>
                    <a:pt x="1564" y="312"/>
                  </a:lnTo>
                  <a:lnTo>
                    <a:pt x="1578" y="338"/>
                  </a:lnTo>
                  <a:lnTo>
                    <a:pt x="1587" y="366"/>
                  </a:lnTo>
                  <a:lnTo>
                    <a:pt x="1590" y="396"/>
                  </a:lnTo>
                  <a:lnTo>
                    <a:pt x="1590" y="399"/>
                  </a:lnTo>
                  <a:lnTo>
                    <a:pt x="1587" y="428"/>
                  </a:lnTo>
                  <a:lnTo>
                    <a:pt x="1578" y="456"/>
                  </a:lnTo>
                  <a:lnTo>
                    <a:pt x="1564" y="481"/>
                  </a:lnTo>
                  <a:lnTo>
                    <a:pt x="1547" y="503"/>
                  </a:lnTo>
                  <a:lnTo>
                    <a:pt x="1524" y="521"/>
                  </a:lnTo>
                  <a:lnTo>
                    <a:pt x="1499" y="534"/>
                  </a:lnTo>
                  <a:lnTo>
                    <a:pt x="1472" y="543"/>
                  </a:lnTo>
                  <a:lnTo>
                    <a:pt x="1442" y="546"/>
                  </a:lnTo>
                  <a:lnTo>
                    <a:pt x="793" y="546"/>
                  </a:lnTo>
                  <a:lnTo>
                    <a:pt x="764" y="543"/>
                  </a:lnTo>
                  <a:lnTo>
                    <a:pt x="736" y="534"/>
                  </a:lnTo>
                  <a:lnTo>
                    <a:pt x="711" y="521"/>
                  </a:lnTo>
                  <a:lnTo>
                    <a:pt x="689" y="503"/>
                  </a:lnTo>
                  <a:lnTo>
                    <a:pt x="671" y="481"/>
                  </a:lnTo>
                  <a:lnTo>
                    <a:pt x="657" y="456"/>
                  </a:lnTo>
                  <a:lnTo>
                    <a:pt x="649" y="428"/>
                  </a:lnTo>
                  <a:lnTo>
                    <a:pt x="646" y="399"/>
                  </a:lnTo>
                  <a:lnTo>
                    <a:pt x="646" y="396"/>
                  </a:lnTo>
                  <a:lnTo>
                    <a:pt x="649" y="366"/>
                  </a:lnTo>
                  <a:lnTo>
                    <a:pt x="657" y="338"/>
                  </a:lnTo>
                  <a:lnTo>
                    <a:pt x="671" y="312"/>
                  </a:lnTo>
                  <a:lnTo>
                    <a:pt x="689" y="291"/>
                  </a:lnTo>
                  <a:lnTo>
                    <a:pt x="711" y="274"/>
                  </a:lnTo>
                  <a:lnTo>
                    <a:pt x="736" y="260"/>
                  </a:lnTo>
                  <a:lnTo>
                    <a:pt x="764" y="251"/>
                  </a:lnTo>
                  <a:lnTo>
                    <a:pt x="793" y="248"/>
                  </a:lnTo>
                  <a:lnTo>
                    <a:pt x="870" y="248"/>
                  </a:lnTo>
                  <a:lnTo>
                    <a:pt x="889" y="245"/>
                  </a:lnTo>
                  <a:lnTo>
                    <a:pt x="907" y="238"/>
                  </a:lnTo>
                  <a:lnTo>
                    <a:pt x="922" y="226"/>
                  </a:lnTo>
                  <a:lnTo>
                    <a:pt x="933" y="211"/>
                  </a:lnTo>
                  <a:lnTo>
                    <a:pt x="941" y="194"/>
                  </a:lnTo>
                  <a:lnTo>
                    <a:pt x="944" y="174"/>
                  </a:lnTo>
                  <a:lnTo>
                    <a:pt x="944" y="171"/>
                  </a:lnTo>
                  <a:lnTo>
                    <a:pt x="947" y="141"/>
                  </a:lnTo>
                  <a:lnTo>
                    <a:pt x="954" y="112"/>
                  </a:lnTo>
                  <a:lnTo>
                    <a:pt x="967" y="85"/>
                  </a:lnTo>
                  <a:lnTo>
                    <a:pt x="984" y="61"/>
                  </a:lnTo>
                  <a:lnTo>
                    <a:pt x="1005" y="40"/>
                  </a:lnTo>
                  <a:lnTo>
                    <a:pt x="1029" y="23"/>
                  </a:lnTo>
                  <a:lnTo>
                    <a:pt x="1056" y="11"/>
                  </a:lnTo>
                  <a:lnTo>
                    <a:pt x="1085" y="3"/>
                  </a:lnTo>
                  <a:lnTo>
                    <a:pt x="1116" y="0"/>
                  </a:lnTo>
                  <a:close/>
                </a:path>
              </a:pathLst>
            </a:custGeom>
            <a:solidFill>
              <a:srgbClr val="198B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5051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236153"/>
            <a:ext cx="12192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공유 사이트 </a:t>
            </a:r>
            <a:endParaRPr kumimoji="0" lang="en-US" altLang="ko-KR" sz="60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광고 보기 불편하시죠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그래도 이해해 주세요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~ ^^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6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사이트 웹 </a:t>
            </a:r>
            <a:r>
              <a:rPr kumimoji="0" lang="ko-KR" altLang="en-US" sz="4000" b="1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호스팅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, </a:t>
            </a: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무료 공유를 가능하게 하거든요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0" i="1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사이트는 자료 공유 특성상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상당한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여러분들 핸드폰 데이터 같은 거에요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비즈캠은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달 거의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800GB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가까운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발생하고 데이터 무제한 요금이라도 있는 핸드폰 요금과는 달리 </a:t>
            </a:r>
            <a:endParaRPr kumimoji="0" lang="en-US" altLang="ko-KR" sz="1600" b="0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그에 준하는 비용을 지불합니다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관심 있는 광고를 클릭하셨을 때 배분되는 수익이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웹호스팅을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가능하게 하니까요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부탁드립니다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748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4000" y="342900"/>
            <a:ext cx="11811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최근 저의 자료를 카페 등에 무단으로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하는 일이 자주 발생하고 있습니다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이에 대해 굉장히 심각한 문제로 받아 들이고 있으며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해당 문제가 반복될 경우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자에 대해서는 그에 대한 책임을 반드시 물을 것입니다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저작권을 존중하지 않는 극히 소수의 사용자로 인해 다수가 피해를 보지 않도록 주의해 주시면 감사하겠으며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자료가 업로드 된 곳이 있다면 저에게 알려주시면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자료를 소개하고자 할 경우에는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사이트로의 링크 처리로만 가능하며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파일 자체를 업로드 하는 것은 불가한 점 유의해 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홍보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경제적 이익을 취하는 행위 또한 불가합니다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기타 활용 가능 범위는 공유 사이트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-&gt;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수다방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게시판 공지사항 참고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075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4623" y="307273"/>
            <a:ext cx="11811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■까칠한 조땡의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팬이 되어주세요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여러분들과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매개로 소통하고자 다양한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SNS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활동을 하고 있는데요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요즘은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포털이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과거의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블로그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이웃이라는 시스템 보다는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서비스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소통하고 정보를 제공하는 시스템이 더 강화된 것 같습니다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모바일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환경이 더 강조되는 상황 때문이기도 하겠지요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 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까칠한 조땡의 팬이 되어주세요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조금 더 쉽고 빠르게 새로운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자료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팁 들을 만나볼 수 있고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더 많은 분들과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이야기로 소통할 수 있게 도와주시면 제겐 큰 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그리고 동기부여가 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까칠한 조땡의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주소입니다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이상한 주소 아니에요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^^)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네이버에서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까칠한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검색해 주셔도 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팬하기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눌러주시면 감사하겠습니다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^^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2"/>
              </a:rPr>
              <a:t>https://in.naver.com/seok830621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949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88947" y="461016"/>
            <a:ext cx="423684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사용한 색상은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6131" y="5277393"/>
            <a:ext cx="7302474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*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점선 테두리는 기본 컬러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버전 이상 사용자께서는 스포이트 기능을 이용하시면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편하구요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2010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이하 버전 사용자 께서는 다른 채우기 색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사용자 지정 탭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 RGB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 값 입력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1003B25-919E-F94F-3012-32FAE6F3C1C9}"/>
              </a:ext>
            </a:extLst>
          </p:cNvPr>
          <p:cNvSpPr/>
          <p:nvPr/>
        </p:nvSpPr>
        <p:spPr>
          <a:xfrm>
            <a:off x="599853" y="1944136"/>
            <a:ext cx="2505511" cy="2505509"/>
          </a:xfrm>
          <a:prstGeom prst="ellipse">
            <a:avLst/>
          </a:prstGeom>
          <a:solidFill>
            <a:srgbClr val="8CDCDD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 </a:t>
            </a:r>
            <a:r>
              <a:rPr lang="en-US" altLang="ko-KR" sz="3200" b="1" dirty="0">
                <a:ln w="3175">
                  <a:noFill/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140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 220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221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8A7C89D-404D-DF39-21E7-17BE37432B0E}"/>
              </a:ext>
            </a:extLst>
          </p:cNvPr>
          <p:cNvSpPr/>
          <p:nvPr/>
        </p:nvSpPr>
        <p:spPr>
          <a:xfrm>
            <a:off x="3459410" y="1944135"/>
            <a:ext cx="2505511" cy="2505509"/>
          </a:xfrm>
          <a:prstGeom prst="ellipse">
            <a:avLst/>
          </a:prstGeom>
          <a:solidFill>
            <a:srgbClr val="198B80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 25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 139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128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88F5669-1C90-2B0D-F822-0A267D436DC2}"/>
              </a:ext>
            </a:extLst>
          </p:cNvPr>
          <p:cNvSpPr/>
          <p:nvPr/>
        </p:nvSpPr>
        <p:spPr>
          <a:xfrm>
            <a:off x="6318967" y="1944136"/>
            <a:ext cx="2505511" cy="250550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기본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F4E6FF2-C017-C862-1A96-DF2348F6AC84}"/>
              </a:ext>
            </a:extLst>
          </p:cNvPr>
          <p:cNvSpPr/>
          <p:nvPr/>
        </p:nvSpPr>
        <p:spPr>
          <a:xfrm>
            <a:off x="9178525" y="1944135"/>
            <a:ext cx="2505511" cy="2505509"/>
          </a:xfrm>
          <a:prstGeom prst="ellipse">
            <a:avLst/>
          </a:prstGeom>
          <a:solidFill>
            <a:srgbClr val="FFCCCC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기본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250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7918" y="306467"/>
            <a:ext cx="62239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주로 사용되는 폰트는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325233" y="1411899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티몬</a:t>
            </a: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몬소리체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굵은 고딕 계열 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보통 제목에 써요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325233" y="2833995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야놀자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야체</a:t>
            </a:r>
            <a:r>
              <a:rPr kumimoji="0" lang="en-US" altLang="ko-KR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학교안심 나들이</a:t>
            </a:r>
            <a:endParaRPr kumimoji="0" lang="en-US" altLang="ko-KR" sz="1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귀여운 타입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325233" y="4256091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맑은 고딕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주로 본문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B0C793-6882-4019-CA85-0A6CA6A2C72C}"/>
              </a:ext>
            </a:extLst>
          </p:cNvPr>
          <p:cNvSpPr/>
          <p:nvPr/>
        </p:nvSpPr>
        <p:spPr>
          <a:xfrm>
            <a:off x="947837" y="5854483"/>
            <a:ext cx="10424160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눈누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 이용해 폰트 파일 다운로드 받으시면 편합니다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3"/>
              </a:rPr>
              <a:t>https://noonnu.cc/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33198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685</Words>
  <Application>Microsoft Office PowerPoint</Application>
  <PresentationFormat>와이드스크린</PresentationFormat>
  <Paragraphs>139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HY견고딕</vt:lpstr>
      <vt:lpstr>Tmon몬소리 Black</vt:lpstr>
      <vt:lpstr>국민연금체 ExtraBold</vt:lpstr>
      <vt:lpstr>맑은 고딕</vt:lpstr>
      <vt:lpstr>야놀자 야체 B</vt:lpstr>
      <vt:lpstr>Arial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현석 조</dc:creator>
  <cp:lastModifiedBy>현석 조</cp:lastModifiedBy>
  <cp:revision>2</cp:revision>
  <dcterms:created xsi:type="dcterms:W3CDTF">2026-05-10T00:38:55Z</dcterms:created>
  <dcterms:modified xsi:type="dcterms:W3CDTF">2026-05-10T00:45:32Z</dcterms:modified>
</cp:coreProperties>
</file>